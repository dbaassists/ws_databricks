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5"/>
  </p:notesMasterIdLst>
  <p:sldIdLst>
    <p:sldId id="323" r:id="rId2"/>
    <p:sldId id="301" r:id="rId3"/>
    <p:sldId id="309" r:id="rId4"/>
    <p:sldId id="263" r:id="rId5"/>
    <p:sldId id="281" r:id="rId6"/>
    <p:sldId id="260" r:id="rId7"/>
    <p:sldId id="310" r:id="rId8"/>
    <p:sldId id="303" r:id="rId9"/>
    <p:sldId id="324" r:id="rId10"/>
    <p:sldId id="322" r:id="rId11"/>
    <p:sldId id="325" r:id="rId12"/>
    <p:sldId id="315" r:id="rId13"/>
    <p:sldId id="317" r:id="rId14"/>
    <p:sldId id="326" r:id="rId15"/>
    <p:sldId id="318" r:id="rId16"/>
    <p:sldId id="327" r:id="rId17"/>
    <p:sldId id="328" r:id="rId18"/>
    <p:sldId id="319" r:id="rId19"/>
    <p:sldId id="316" r:id="rId20"/>
    <p:sldId id="321" r:id="rId21"/>
    <p:sldId id="320" r:id="rId22"/>
    <p:sldId id="312" r:id="rId23"/>
    <p:sldId id="313" r:id="rId24"/>
  </p:sldIdLst>
  <p:sldSz cx="12192000" cy="6858000"/>
  <p:notesSz cx="6858000" cy="91440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7DA9"/>
    <a:srgbClr val="2EC1F4"/>
    <a:srgbClr val="4490C4"/>
    <a:srgbClr val="4277C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74" autoAdjust="0"/>
    <p:restoredTop sz="95262" autoAdjust="0"/>
  </p:normalViewPr>
  <p:slideViewPr>
    <p:cSldViewPr snapToGrid="0">
      <p:cViewPr>
        <p:scale>
          <a:sx n="70" d="100"/>
          <a:sy n="70" d="100"/>
        </p:scale>
        <p:origin x="283" y="250"/>
      </p:cViewPr>
      <p:guideLst/>
    </p:cSldViewPr>
  </p:slideViewPr>
  <p:notesTextViewPr>
    <p:cViewPr>
      <p:scale>
        <a:sx n="1" d="1"/>
        <a:sy n="1" d="1"/>
      </p:scale>
      <p:origin x="0" y="-6288"/>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181C2A1F-06A1-479F-95FC-AF234D01CA33}" type="doc">
      <dgm:prSet loTypeId="urn:microsoft.com/office/officeart/2005/8/layout/chevron1" loCatId="process" qsTypeId="urn:microsoft.com/office/officeart/2005/8/quickstyle/simple1" qsCatId="simple" csTypeId="urn:microsoft.com/office/officeart/2005/8/colors/accent1_2" csCatId="accent1" phldr="1"/>
      <dgm:spPr/>
      <dgm:t>
        <a:bodyPr/>
        <a:lstStyle/>
        <a:p>
          <a:endParaRPr lang="pt-BR"/>
        </a:p>
      </dgm:t>
    </dgm:pt>
    <dgm:pt modelId="{6F50902E-AD5A-48F5-873D-0C018BADCA59}">
      <dgm:prSet phldrT="[Texto]"/>
      <dgm:spPr>
        <a:solidFill>
          <a:srgbClr val="007DA9"/>
        </a:solidFill>
        <a:ln>
          <a:solidFill>
            <a:srgbClr val="007DA9"/>
          </a:solidFill>
        </a:ln>
      </dgm:spPr>
      <dgm:t>
        <a:bodyPr/>
        <a:lstStyle/>
        <a:p>
          <a:r>
            <a:rPr lang="pt-BR" dirty="0"/>
            <a:t>2005’</a:t>
          </a:r>
        </a:p>
      </dgm:t>
    </dgm:pt>
    <dgm:pt modelId="{4FAD4E66-AB91-4612-9518-5DDD8C216A6B}" type="parTrans" cxnId="{DCC26BDB-1D9E-4A44-BED6-4843F60AA990}">
      <dgm:prSet/>
      <dgm:spPr/>
      <dgm:t>
        <a:bodyPr/>
        <a:lstStyle/>
        <a:p>
          <a:endParaRPr lang="pt-BR"/>
        </a:p>
      </dgm:t>
    </dgm:pt>
    <dgm:pt modelId="{0B34CD38-E1C8-47D4-80DC-3D16069927C8}" type="sibTrans" cxnId="{DCC26BDB-1D9E-4A44-BED6-4843F60AA990}">
      <dgm:prSet/>
      <dgm:spPr/>
      <dgm:t>
        <a:bodyPr/>
        <a:lstStyle/>
        <a:p>
          <a:endParaRPr lang="pt-BR"/>
        </a:p>
      </dgm:t>
    </dgm:pt>
    <dgm:pt modelId="{FD5CACEE-76B2-4B52-A2E7-828D5F299456}">
      <dgm:prSet phldrT="[Texto]"/>
      <dgm:spPr>
        <a:solidFill>
          <a:srgbClr val="007DA9"/>
        </a:solidFill>
        <a:ln>
          <a:solidFill>
            <a:srgbClr val="007DA9"/>
          </a:solidFill>
        </a:ln>
      </dgm:spPr>
      <dgm:t>
        <a:bodyPr/>
        <a:lstStyle/>
        <a:p>
          <a:r>
            <a:rPr lang="pt-BR" dirty="0"/>
            <a:t>2006</a:t>
          </a:r>
        </a:p>
      </dgm:t>
    </dgm:pt>
    <dgm:pt modelId="{EB92A3CC-0E49-496B-A90E-F8FBA531DD9B}" type="parTrans" cxnId="{FFFCF79E-833C-4D95-A271-26735F10AD61}">
      <dgm:prSet/>
      <dgm:spPr/>
      <dgm:t>
        <a:bodyPr/>
        <a:lstStyle/>
        <a:p>
          <a:endParaRPr lang="pt-BR"/>
        </a:p>
      </dgm:t>
    </dgm:pt>
    <dgm:pt modelId="{EE081102-6B00-42F7-A4C3-424E442D074C}" type="sibTrans" cxnId="{FFFCF79E-833C-4D95-A271-26735F10AD61}">
      <dgm:prSet/>
      <dgm:spPr/>
      <dgm:t>
        <a:bodyPr/>
        <a:lstStyle/>
        <a:p>
          <a:endParaRPr lang="pt-BR"/>
        </a:p>
      </dgm:t>
    </dgm:pt>
    <dgm:pt modelId="{4470E318-F835-4304-AAEC-57F1DF512710}">
      <dgm:prSet phldrT="[Texto]"/>
      <dgm:spPr>
        <a:solidFill>
          <a:srgbClr val="007DA9"/>
        </a:solidFill>
        <a:ln>
          <a:solidFill>
            <a:srgbClr val="007DA9"/>
          </a:solidFill>
        </a:ln>
      </dgm:spPr>
      <dgm:t>
        <a:bodyPr/>
        <a:lstStyle/>
        <a:p>
          <a:r>
            <a:rPr lang="pt-BR" dirty="0"/>
            <a:t>2007</a:t>
          </a:r>
        </a:p>
      </dgm:t>
    </dgm:pt>
    <dgm:pt modelId="{6F86C2BC-7A5E-4E41-8328-B91DEA41F800}" type="parTrans" cxnId="{D8854595-34E3-4450-BB8A-1F1013E48AB8}">
      <dgm:prSet/>
      <dgm:spPr/>
      <dgm:t>
        <a:bodyPr/>
        <a:lstStyle/>
        <a:p>
          <a:endParaRPr lang="pt-BR"/>
        </a:p>
      </dgm:t>
    </dgm:pt>
    <dgm:pt modelId="{31A00BBE-8DF1-4FFF-8421-B5E11813A7A7}" type="sibTrans" cxnId="{D8854595-34E3-4450-BB8A-1F1013E48AB8}">
      <dgm:prSet/>
      <dgm:spPr/>
      <dgm:t>
        <a:bodyPr/>
        <a:lstStyle/>
        <a:p>
          <a:endParaRPr lang="pt-BR"/>
        </a:p>
      </dgm:t>
    </dgm:pt>
    <dgm:pt modelId="{A0943184-0335-4401-9E28-57C6DC8C3495}">
      <dgm:prSet phldrT="[Texto]"/>
      <dgm:spPr>
        <a:solidFill>
          <a:srgbClr val="007DA9"/>
        </a:solidFill>
        <a:ln>
          <a:solidFill>
            <a:srgbClr val="007DA9"/>
          </a:solidFill>
        </a:ln>
      </dgm:spPr>
      <dgm:t>
        <a:bodyPr/>
        <a:lstStyle/>
        <a:p>
          <a:r>
            <a:rPr lang="pt-BR" dirty="0"/>
            <a:t>2008</a:t>
          </a:r>
        </a:p>
      </dgm:t>
    </dgm:pt>
    <dgm:pt modelId="{EA85EF5A-84CF-4151-8F01-F623941934DE}" type="parTrans" cxnId="{33DE9930-243E-4FB3-8DD1-BC3C03DB6544}">
      <dgm:prSet/>
      <dgm:spPr/>
      <dgm:t>
        <a:bodyPr/>
        <a:lstStyle/>
        <a:p>
          <a:endParaRPr lang="pt-BR"/>
        </a:p>
      </dgm:t>
    </dgm:pt>
    <dgm:pt modelId="{7C1BA6F1-E6D1-40C6-945D-139A43EF44BD}" type="sibTrans" cxnId="{33DE9930-243E-4FB3-8DD1-BC3C03DB6544}">
      <dgm:prSet/>
      <dgm:spPr/>
      <dgm:t>
        <a:bodyPr/>
        <a:lstStyle/>
        <a:p>
          <a:endParaRPr lang="pt-BR"/>
        </a:p>
      </dgm:t>
    </dgm:pt>
    <dgm:pt modelId="{5F2704A6-38EF-49AF-B8EF-895BEB46A7F6}">
      <dgm:prSet phldrT="[Texto]"/>
      <dgm:spPr>
        <a:solidFill>
          <a:srgbClr val="007DA9"/>
        </a:solidFill>
        <a:ln>
          <a:solidFill>
            <a:srgbClr val="007DA9"/>
          </a:solidFill>
        </a:ln>
      </dgm:spPr>
      <dgm:t>
        <a:bodyPr/>
        <a:lstStyle/>
        <a:p>
          <a:r>
            <a:rPr lang="pt-BR" dirty="0"/>
            <a:t>2009</a:t>
          </a:r>
        </a:p>
      </dgm:t>
    </dgm:pt>
    <dgm:pt modelId="{0FE6EDAD-B9C9-4AFD-A63C-9A3762549252}" type="parTrans" cxnId="{CCEF1FE1-7A92-4A45-8227-CEE70F765D07}">
      <dgm:prSet/>
      <dgm:spPr/>
      <dgm:t>
        <a:bodyPr/>
        <a:lstStyle/>
        <a:p>
          <a:endParaRPr lang="pt-BR"/>
        </a:p>
      </dgm:t>
    </dgm:pt>
    <dgm:pt modelId="{52DBF92A-9D2F-4B89-83E6-6E6C64A33D10}" type="sibTrans" cxnId="{CCEF1FE1-7A92-4A45-8227-CEE70F765D07}">
      <dgm:prSet/>
      <dgm:spPr/>
      <dgm:t>
        <a:bodyPr/>
        <a:lstStyle/>
        <a:p>
          <a:endParaRPr lang="pt-BR"/>
        </a:p>
      </dgm:t>
    </dgm:pt>
    <dgm:pt modelId="{6DD753B3-94B3-4847-8668-C0C9C6F785A4}">
      <dgm:prSet phldrT="[Texto]"/>
      <dgm:spPr>
        <a:solidFill>
          <a:srgbClr val="007DA9"/>
        </a:solidFill>
        <a:ln>
          <a:solidFill>
            <a:srgbClr val="007DA9"/>
          </a:solidFill>
        </a:ln>
      </dgm:spPr>
      <dgm:t>
        <a:bodyPr/>
        <a:lstStyle/>
        <a:p>
          <a:r>
            <a:rPr lang="pt-BR" dirty="0"/>
            <a:t>2010</a:t>
          </a:r>
        </a:p>
      </dgm:t>
    </dgm:pt>
    <dgm:pt modelId="{A0E10912-4F4C-4CCC-B84D-FC1E0F6D4E59}" type="parTrans" cxnId="{CF956484-94AC-4626-AEB7-5145A9F38762}">
      <dgm:prSet/>
      <dgm:spPr/>
      <dgm:t>
        <a:bodyPr/>
        <a:lstStyle/>
        <a:p>
          <a:endParaRPr lang="pt-BR"/>
        </a:p>
      </dgm:t>
    </dgm:pt>
    <dgm:pt modelId="{B258CCBF-1F6A-4ADD-82D6-B229869838EA}" type="sibTrans" cxnId="{CF956484-94AC-4626-AEB7-5145A9F38762}">
      <dgm:prSet/>
      <dgm:spPr/>
      <dgm:t>
        <a:bodyPr/>
        <a:lstStyle/>
        <a:p>
          <a:endParaRPr lang="pt-BR"/>
        </a:p>
      </dgm:t>
    </dgm:pt>
    <dgm:pt modelId="{116423D7-2488-4BFF-9912-E844693E7F63}">
      <dgm:prSet phldrT="[Texto]"/>
      <dgm:spPr>
        <a:solidFill>
          <a:srgbClr val="007DA9"/>
        </a:solidFill>
        <a:ln>
          <a:solidFill>
            <a:srgbClr val="007DA9"/>
          </a:solidFill>
        </a:ln>
      </dgm:spPr>
      <dgm:t>
        <a:bodyPr/>
        <a:lstStyle/>
        <a:p>
          <a:r>
            <a:rPr lang="pt-BR" dirty="0"/>
            <a:t>2011</a:t>
          </a:r>
        </a:p>
      </dgm:t>
    </dgm:pt>
    <dgm:pt modelId="{AD7DC49C-B282-4271-B324-A8CB3AC13C1D}" type="parTrans" cxnId="{EAB77F97-29E9-4D47-B3BD-607868172ACE}">
      <dgm:prSet/>
      <dgm:spPr/>
      <dgm:t>
        <a:bodyPr/>
        <a:lstStyle/>
        <a:p>
          <a:endParaRPr lang="pt-BR"/>
        </a:p>
      </dgm:t>
    </dgm:pt>
    <dgm:pt modelId="{F6B19BD8-2BB3-4E0E-B7E0-C95624C0F783}" type="sibTrans" cxnId="{EAB77F97-29E9-4D47-B3BD-607868172ACE}">
      <dgm:prSet/>
      <dgm:spPr/>
      <dgm:t>
        <a:bodyPr/>
        <a:lstStyle/>
        <a:p>
          <a:endParaRPr lang="pt-BR"/>
        </a:p>
      </dgm:t>
    </dgm:pt>
    <dgm:pt modelId="{FA900443-BF7B-4327-B5FA-28A664B4EA9F}">
      <dgm:prSet phldrT="[Texto]"/>
      <dgm:spPr>
        <a:solidFill>
          <a:srgbClr val="007DA9"/>
        </a:solidFill>
        <a:ln>
          <a:solidFill>
            <a:srgbClr val="007DA9"/>
          </a:solidFill>
        </a:ln>
      </dgm:spPr>
      <dgm:t>
        <a:bodyPr/>
        <a:lstStyle/>
        <a:p>
          <a:r>
            <a:rPr lang="pt-BR" dirty="0"/>
            <a:t>2012</a:t>
          </a:r>
        </a:p>
      </dgm:t>
    </dgm:pt>
    <dgm:pt modelId="{455E6136-372C-4BBB-8048-FFA44115CD6B}" type="parTrans" cxnId="{C3A96588-F28C-4063-9B91-E06B2B26E062}">
      <dgm:prSet/>
      <dgm:spPr/>
      <dgm:t>
        <a:bodyPr/>
        <a:lstStyle/>
        <a:p>
          <a:endParaRPr lang="pt-BR"/>
        </a:p>
      </dgm:t>
    </dgm:pt>
    <dgm:pt modelId="{07DFC107-80A5-4562-9F12-6E87761E66AE}" type="sibTrans" cxnId="{C3A96588-F28C-4063-9B91-E06B2B26E062}">
      <dgm:prSet/>
      <dgm:spPr/>
      <dgm:t>
        <a:bodyPr/>
        <a:lstStyle/>
        <a:p>
          <a:endParaRPr lang="pt-BR"/>
        </a:p>
      </dgm:t>
    </dgm:pt>
    <dgm:pt modelId="{BF497083-DC53-43AF-B426-E04D9E51B74B}">
      <dgm:prSet phldrT="[Texto]"/>
      <dgm:spPr>
        <a:solidFill>
          <a:srgbClr val="007DA9"/>
        </a:solidFill>
        <a:ln>
          <a:solidFill>
            <a:srgbClr val="007DA9"/>
          </a:solidFill>
        </a:ln>
      </dgm:spPr>
      <dgm:t>
        <a:bodyPr/>
        <a:lstStyle/>
        <a:p>
          <a:r>
            <a:rPr lang="pt-BR" dirty="0"/>
            <a:t>2013</a:t>
          </a:r>
        </a:p>
      </dgm:t>
    </dgm:pt>
    <dgm:pt modelId="{AB804BE5-4BB5-4E59-9352-9E2AF4E1E7CD}" type="parTrans" cxnId="{AA12869E-1445-475C-8E1B-2B2B5F4AF5E3}">
      <dgm:prSet/>
      <dgm:spPr/>
      <dgm:t>
        <a:bodyPr/>
        <a:lstStyle/>
        <a:p>
          <a:endParaRPr lang="pt-BR"/>
        </a:p>
      </dgm:t>
    </dgm:pt>
    <dgm:pt modelId="{10492B8D-3F5A-45C3-B9DC-EF2FD2744AB9}" type="sibTrans" cxnId="{AA12869E-1445-475C-8E1B-2B2B5F4AF5E3}">
      <dgm:prSet/>
      <dgm:spPr/>
      <dgm:t>
        <a:bodyPr/>
        <a:lstStyle/>
        <a:p>
          <a:endParaRPr lang="pt-BR"/>
        </a:p>
      </dgm:t>
    </dgm:pt>
    <dgm:pt modelId="{7AA403C9-F52A-4AD6-B94A-2DE7C26335EB}">
      <dgm:prSet phldrT="[Texto]"/>
      <dgm:spPr>
        <a:solidFill>
          <a:srgbClr val="007DA9"/>
        </a:solidFill>
        <a:ln>
          <a:solidFill>
            <a:srgbClr val="007DA9"/>
          </a:solidFill>
        </a:ln>
      </dgm:spPr>
      <dgm:t>
        <a:bodyPr/>
        <a:lstStyle/>
        <a:p>
          <a:r>
            <a:rPr lang="pt-BR" dirty="0"/>
            <a:t>2014</a:t>
          </a:r>
        </a:p>
      </dgm:t>
    </dgm:pt>
    <dgm:pt modelId="{06EEA4A8-2FA7-48B3-B3D7-E0392E22955B}" type="parTrans" cxnId="{761B1E29-D53E-4D2D-9CD2-5DE8D5F3D31B}">
      <dgm:prSet/>
      <dgm:spPr/>
      <dgm:t>
        <a:bodyPr/>
        <a:lstStyle/>
        <a:p>
          <a:endParaRPr lang="pt-BR"/>
        </a:p>
      </dgm:t>
    </dgm:pt>
    <dgm:pt modelId="{533EE270-3C15-4845-8C5F-E5A05D0DAA79}" type="sibTrans" cxnId="{761B1E29-D53E-4D2D-9CD2-5DE8D5F3D31B}">
      <dgm:prSet/>
      <dgm:spPr/>
      <dgm:t>
        <a:bodyPr/>
        <a:lstStyle/>
        <a:p>
          <a:endParaRPr lang="pt-BR"/>
        </a:p>
      </dgm:t>
    </dgm:pt>
    <dgm:pt modelId="{B6DF0FE0-CF9F-4606-98B8-8E0512FE05ED}">
      <dgm:prSet phldrT="[Texto]"/>
      <dgm:spPr>
        <a:solidFill>
          <a:srgbClr val="007DA9"/>
        </a:solidFill>
        <a:ln>
          <a:solidFill>
            <a:srgbClr val="007DA9"/>
          </a:solidFill>
        </a:ln>
      </dgm:spPr>
      <dgm:t>
        <a:bodyPr/>
        <a:lstStyle/>
        <a:p>
          <a:r>
            <a:rPr lang="pt-BR" dirty="0"/>
            <a:t>2015</a:t>
          </a:r>
        </a:p>
      </dgm:t>
    </dgm:pt>
    <dgm:pt modelId="{94FD4137-D31A-4B91-91A4-8862D679EA61}" type="parTrans" cxnId="{5F874E17-4727-4334-868B-9CAA5AF8000D}">
      <dgm:prSet/>
      <dgm:spPr/>
      <dgm:t>
        <a:bodyPr/>
        <a:lstStyle/>
        <a:p>
          <a:endParaRPr lang="pt-BR"/>
        </a:p>
      </dgm:t>
    </dgm:pt>
    <dgm:pt modelId="{FED3CEE3-7E66-4FA9-826F-317CBA352134}" type="sibTrans" cxnId="{5F874E17-4727-4334-868B-9CAA5AF8000D}">
      <dgm:prSet/>
      <dgm:spPr/>
      <dgm:t>
        <a:bodyPr/>
        <a:lstStyle/>
        <a:p>
          <a:endParaRPr lang="pt-BR"/>
        </a:p>
      </dgm:t>
    </dgm:pt>
    <dgm:pt modelId="{A30206A5-6CF9-44D8-9E90-E0DAAADBF787}">
      <dgm:prSet phldrT="[Texto]"/>
      <dgm:spPr>
        <a:solidFill>
          <a:srgbClr val="007DA9"/>
        </a:solidFill>
        <a:ln>
          <a:solidFill>
            <a:srgbClr val="007DA9"/>
          </a:solidFill>
        </a:ln>
      </dgm:spPr>
      <dgm:t>
        <a:bodyPr/>
        <a:lstStyle/>
        <a:p>
          <a:r>
            <a:rPr lang="pt-BR" dirty="0"/>
            <a:t>2016</a:t>
          </a:r>
        </a:p>
      </dgm:t>
    </dgm:pt>
    <dgm:pt modelId="{2AC21E6E-B230-4AD2-B26C-3B181B8703D7}" type="parTrans" cxnId="{3C97E7B9-5E0D-4E86-B12A-2E5359A333E3}">
      <dgm:prSet/>
      <dgm:spPr/>
      <dgm:t>
        <a:bodyPr/>
        <a:lstStyle/>
        <a:p>
          <a:endParaRPr lang="pt-BR"/>
        </a:p>
      </dgm:t>
    </dgm:pt>
    <dgm:pt modelId="{873E8ECE-484C-486A-8EC9-F925CD902C1F}" type="sibTrans" cxnId="{3C97E7B9-5E0D-4E86-B12A-2E5359A333E3}">
      <dgm:prSet/>
      <dgm:spPr/>
      <dgm:t>
        <a:bodyPr/>
        <a:lstStyle/>
        <a:p>
          <a:endParaRPr lang="pt-BR"/>
        </a:p>
      </dgm:t>
    </dgm:pt>
    <dgm:pt modelId="{D7751996-29B9-4B7B-B072-0284A2CAC42B}">
      <dgm:prSet phldrT="[Texto]"/>
      <dgm:spPr>
        <a:solidFill>
          <a:srgbClr val="007DA9"/>
        </a:solidFill>
        <a:ln>
          <a:solidFill>
            <a:srgbClr val="007DA9"/>
          </a:solidFill>
        </a:ln>
      </dgm:spPr>
      <dgm:t>
        <a:bodyPr/>
        <a:lstStyle/>
        <a:p>
          <a:r>
            <a:rPr lang="pt-BR" dirty="0"/>
            <a:t>2017</a:t>
          </a:r>
        </a:p>
      </dgm:t>
    </dgm:pt>
    <dgm:pt modelId="{1E753DDB-71C8-44C7-85FB-5248BB3B99D8}" type="parTrans" cxnId="{4D3B2740-4746-46AC-BEBC-FDE1782B1F5D}">
      <dgm:prSet/>
      <dgm:spPr/>
      <dgm:t>
        <a:bodyPr/>
        <a:lstStyle/>
        <a:p>
          <a:endParaRPr lang="pt-BR"/>
        </a:p>
      </dgm:t>
    </dgm:pt>
    <dgm:pt modelId="{6FD36601-578E-4A64-AE15-D6BCB3635F6B}" type="sibTrans" cxnId="{4D3B2740-4746-46AC-BEBC-FDE1782B1F5D}">
      <dgm:prSet/>
      <dgm:spPr/>
      <dgm:t>
        <a:bodyPr/>
        <a:lstStyle/>
        <a:p>
          <a:endParaRPr lang="pt-BR"/>
        </a:p>
      </dgm:t>
    </dgm:pt>
    <dgm:pt modelId="{3DE9703C-ADD8-4B8B-8960-C9112A154CCE}">
      <dgm:prSet phldrT="[Texto]"/>
      <dgm:spPr>
        <a:solidFill>
          <a:srgbClr val="007DA9"/>
        </a:solidFill>
        <a:ln>
          <a:solidFill>
            <a:srgbClr val="007DA9"/>
          </a:solidFill>
        </a:ln>
      </dgm:spPr>
      <dgm:t>
        <a:bodyPr/>
        <a:lstStyle/>
        <a:p>
          <a:r>
            <a:rPr lang="pt-BR" dirty="0"/>
            <a:t>2018</a:t>
          </a:r>
        </a:p>
      </dgm:t>
    </dgm:pt>
    <dgm:pt modelId="{DC3610BA-D494-4D66-B16D-09205A26D354}" type="parTrans" cxnId="{F9073128-A67A-4876-BE0E-F0BA320F6F40}">
      <dgm:prSet/>
      <dgm:spPr/>
      <dgm:t>
        <a:bodyPr/>
        <a:lstStyle/>
        <a:p>
          <a:endParaRPr lang="pt-BR"/>
        </a:p>
      </dgm:t>
    </dgm:pt>
    <dgm:pt modelId="{0839900B-D2AA-4795-B695-8C15214B4A7E}" type="sibTrans" cxnId="{F9073128-A67A-4876-BE0E-F0BA320F6F40}">
      <dgm:prSet/>
      <dgm:spPr/>
      <dgm:t>
        <a:bodyPr/>
        <a:lstStyle/>
        <a:p>
          <a:endParaRPr lang="pt-BR"/>
        </a:p>
      </dgm:t>
    </dgm:pt>
    <dgm:pt modelId="{625EB771-DB1E-4CBA-9CA0-A50678D4CAB4}">
      <dgm:prSet phldrT="[Texto]"/>
      <dgm:spPr>
        <a:solidFill>
          <a:srgbClr val="007DA9"/>
        </a:solidFill>
        <a:ln>
          <a:solidFill>
            <a:srgbClr val="007DA9"/>
          </a:solidFill>
        </a:ln>
      </dgm:spPr>
      <dgm:t>
        <a:bodyPr/>
        <a:lstStyle/>
        <a:p>
          <a:r>
            <a:rPr lang="pt-BR" dirty="0"/>
            <a:t>2019</a:t>
          </a:r>
        </a:p>
      </dgm:t>
    </dgm:pt>
    <dgm:pt modelId="{9374FE42-8F71-4272-90CF-2C169F7ADD0D}" type="parTrans" cxnId="{DB52EA90-9835-4D22-8BA7-6C436E94B6F1}">
      <dgm:prSet/>
      <dgm:spPr/>
      <dgm:t>
        <a:bodyPr/>
        <a:lstStyle/>
        <a:p>
          <a:endParaRPr lang="pt-BR"/>
        </a:p>
      </dgm:t>
    </dgm:pt>
    <dgm:pt modelId="{0D13324B-F1AE-44E9-8911-503B8ED1C357}" type="sibTrans" cxnId="{DB52EA90-9835-4D22-8BA7-6C436E94B6F1}">
      <dgm:prSet/>
      <dgm:spPr/>
      <dgm:t>
        <a:bodyPr/>
        <a:lstStyle/>
        <a:p>
          <a:endParaRPr lang="pt-BR"/>
        </a:p>
      </dgm:t>
    </dgm:pt>
    <dgm:pt modelId="{DF62A17A-E440-4921-A16A-509B6F2CA2B5}">
      <dgm:prSet phldrT="[Texto]"/>
      <dgm:spPr>
        <a:solidFill>
          <a:srgbClr val="007DA9"/>
        </a:solidFill>
        <a:ln>
          <a:solidFill>
            <a:srgbClr val="007DA9"/>
          </a:solidFill>
        </a:ln>
      </dgm:spPr>
      <dgm:t>
        <a:bodyPr/>
        <a:lstStyle/>
        <a:p>
          <a:r>
            <a:rPr lang="pt-BR" dirty="0"/>
            <a:t>2020</a:t>
          </a:r>
        </a:p>
      </dgm:t>
    </dgm:pt>
    <dgm:pt modelId="{577D20CF-04EA-4371-B180-FCA459F715CF}" type="parTrans" cxnId="{04A2DD8B-1CFA-46C9-9748-9719792C34E8}">
      <dgm:prSet/>
      <dgm:spPr/>
      <dgm:t>
        <a:bodyPr/>
        <a:lstStyle/>
        <a:p>
          <a:endParaRPr lang="pt-BR"/>
        </a:p>
      </dgm:t>
    </dgm:pt>
    <dgm:pt modelId="{F37183F6-139F-4646-A057-66230667739F}" type="sibTrans" cxnId="{04A2DD8B-1CFA-46C9-9748-9719792C34E8}">
      <dgm:prSet/>
      <dgm:spPr/>
      <dgm:t>
        <a:bodyPr/>
        <a:lstStyle/>
        <a:p>
          <a:endParaRPr lang="pt-BR"/>
        </a:p>
      </dgm:t>
    </dgm:pt>
    <dgm:pt modelId="{35985906-B697-4970-B381-9780DA2F0DD4}">
      <dgm:prSet phldrT="[Texto]"/>
      <dgm:spPr>
        <a:solidFill>
          <a:srgbClr val="007DA9"/>
        </a:solidFill>
        <a:ln>
          <a:solidFill>
            <a:srgbClr val="007DA9"/>
          </a:solidFill>
        </a:ln>
      </dgm:spPr>
      <dgm:t>
        <a:bodyPr/>
        <a:lstStyle/>
        <a:p>
          <a:r>
            <a:rPr lang="pt-BR" dirty="0"/>
            <a:t>2021</a:t>
          </a:r>
        </a:p>
      </dgm:t>
    </dgm:pt>
    <dgm:pt modelId="{13C152A4-965B-44F5-8D9E-D99411CAC8F1}" type="parTrans" cxnId="{78E70C2C-6F46-43BC-AB89-25CC0E55A574}">
      <dgm:prSet/>
      <dgm:spPr/>
      <dgm:t>
        <a:bodyPr/>
        <a:lstStyle/>
        <a:p>
          <a:endParaRPr lang="pt-BR"/>
        </a:p>
      </dgm:t>
    </dgm:pt>
    <dgm:pt modelId="{07EC9A45-1CAB-4E94-A9DA-F16E635EE813}" type="sibTrans" cxnId="{78E70C2C-6F46-43BC-AB89-25CC0E55A574}">
      <dgm:prSet/>
      <dgm:spPr/>
      <dgm:t>
        <a:bodyPr/>
        <a:lstStyle/>
        <a:p>
          <a:endParaRPr lang="pt-BR"/>
        </a:p>
      </dgm:t>
    </dgm:pt>
    <dgm:pt modelId="{1AFF72A6-CA41-4E79-8A2A-881670B88383}">
      <dgm:prSet phldrT="[Texto]"/>
      <dgm:spPr>
        <a:solidFill>
          <a:srgbClr val="007DA9"/>
        </a:solidFill>
        <a:ln>
          <a:solidFill>
            <a:srgbClr val="007DA9"/>
          </a:solidFill>
        </a:ln>
      </dgm:spPr>
      <dgm:t>
        <a:bodyPr/>
        <a:lstStyle/>
        <a:p>
          <a:r>
            <a:rPr lang="pt-BR" dirty="0"/>
            <a:t>2022</a:t>
          </a:r>
        </a:p>
      </dgm:t>
    </dgm:pt>
    <dgm:pt modelId="{61019376-5D5E-47AE-A7D6-29D91BF2422E}" type="parTrans" cxnId="{C9DED583-49DF-4CE1-AD23-9E9257587D94}">
      <dgm:prSet/>
      <dgm:spPr/>
      <dgm:t>
        <a:bodyPr/>
        <a:lstStyle/>
        <a:p>
          <a:endParaRPr lang="pt-BR"/>
        </a:p>
      </dgm:t>
    </dgm:pt>
    <dgm:pt modelId="{E9D364AE-F726-4E88-ADE7-83BB527663DE}" type="sibTrans" cxnId="{C9DED583-49DF-4CE1-AD23-9E9257587D94}">
      <dgm:prSet/>
      <dgm:spPr/>
      <dgm:t>
        <a:bodyPr/>
        <a:lstStyle/>
        <a:p>
          <a:endParaRPr lang="pt-BR"/>
        </a:p>
      </dgm:t>
    </dgm:pt>
    <dgm:pt modelId="{558D4A6A-5239-4D7A-90D3-DF9FF27A157C}">
      <dgm:prSet phldrT="[Texto]"/>
      <dgm:spPr>
        <a:solidFill>
          <a:srgbClr val="007DA9"/>
        </a:solidFill>
        <a:ln>
          <a:solidFill>
            <a:srgbClr val="007DA9"/>
          </a:solidFill>
        </a:ln>
      </dgm:spPr>
      <dgm:t>
        <a:bodyPr/>
        <a:lstStyle/>
        <a:p>
          <a:r>
            <a:rPr lang="pt-BR" dirty="0"/>
            <a:t>2023</a:t>
          </a:r>
        </a:p>
      </dgm:t>
    </dgm:pt>
    <dgm:pt modelId="{541AD1B1-5F2F-4A1A-8651-6D7A9123458C}" type="parTrans" cxnId="{3E14A3BB-B97D-4130-8A43-B2CC8BBB68B1}">
      <dgm:prSet/>
      <dgm:spPr/>
      <dgm:t>
        <a:bodyPr/>
        <a:lstStyle/>
        <a:p>
          <a:endParaRPr lang="pt-BR"/>
        </a:p>
      </dgm:t>
    </dgm:pt>
    <dgm:pt modelId="{2DB40271-0B63-4D48-82C1-1023CC07DA26}" type="sibTrans" cxnId="{3E14A3BB-B97D-4130-8A43-B2CC8BBB68B1}">
      <dgm:prSet/>
      <dgm:spPr/>
      <dgm:t>
        <a:bodyPr/>
        <a:lstStyle/>
        <a:p>
          <a:endParaRPr lang="pt-BR"/>
        </a:p>
      </dgm:t>
    </dgm:pt>
    <dgm:pt modelId="{B1032C50-3121-4042-9E74-F648E593F055}">
      <dgm:prSet phldrT="[Texto]"/>
      <dgm:spPr>
        <a:solidFill>
          <a:srgbClr val="007DA9"/>
        </a:solidFill>
        <a:ln>
          <a:solidFill>
            <a:srgbClr val="007DA9"/>
          </a:solidFill>
        </a:ln>
      </dgm:spPr>
      <dgm:t>
        <a:bodyPr/>
        <a:lstStyle/>
        <a:p>
          <a:r>
            <a:rPr lang="pt-BR" dirty="0"/>
            <a:t>2024</a:t>
          </a:r>
        </a:p>
      </dgm:t>
    </dgm:pt>
    <dgm:pt modelId="{CE396A4C-1546-4C1F-8DC9-D00C7926AC29}" type="parTrans" cxnId="{816E5EB2-0A5A-4126-9EFB-1DDD57F4BCDE}">
      <dgm:prSet/>
      <dgm:spPr/>
      <dgm:t>
        <a:bodyPr/>
        <a:lstStyle/>
        <a:p>
          <a:endParaRPr lang="pt-BR"/>
        </a:p>
      </dgm:t>
    </dgm:pt>
    <dgm:pt modelId="{6E8037FA-7498-461C-B876-E7857B1F2F49}" type="sibTrans" cxnId="{816E5EB2-0A5A-4126-9EFB-1DDD57F4BCDE}">
      <dgm:prSet/>
      <dgm:spPr/>
      <dgm:t>
        <a:bodyPr/>
        <a:lstStyle/>
        <a:p>
          <a:endParaRPr lang="pt-BR"/>
        </a:p>
      </dgm:t>
    </dgm:pt>
    <dgm:pt modelId="{122CFFC7-6FAA-437D-8C0C-F4EA76012BC5}" type="pres">
      <dgm:prSet presAssocID="{181C2A1F-06A1-479F-95FC-AF234D01CA33}" presName="Name0" presStyleCnt="0">
        <dgm:presLayoutVars>
          <dgm:dir/>
          <dgm:animLvl val="lvl"/>
          <dgm:resizeHandles val="exact"/>
        </dgm:presLayoutVars>
      </dgm:prSet>
      <dgm:spPr/>
    </dgm:pt>
    <dgm:pt modelId="{2396DED2-E648-49D0-9939-5CA5D51371FC}" type="pres">
      <dgm:prSet presAssocID="{6F50902E-AD5A-48F5-873D-0C018BADCA59}" presName="parTxOnly" presStyleLbl="node1" presStyleIdx="0" presStyleCnt="20">
        <dgm:presLayoutVars>
          <dgm:chMax val="0"/>
          <dgm:chPref val="0"/>
          <dgm:bulletEnabled val="1"/>
        </dgm:presLayoutVars>
      </dgm:prSet>
      <dgm:spPr/>
    </dgm:pt>
    <dgm:pt modelId="{B21B9D7E-5CEC-4DF9-BDD2-8D945040E52A}" type="pres">
      <dgm:prSet presAssocID="{0B34CD38-E1C8-47D4-80DC-3D16069927C8}" presName="parTxOnlySpace" presStyleCnt="0"/>
      <dgm:spPr/>
    </dgm:pt>
    <dgm:pt modelId="{FEDEEE17-E2F6-48D4-B72C-5A71A08D3933}" type="pres">
      <dgm:prSet presAssocID="{FD5CACEE-76B2-4B52-A2E7-828D5F299456}" presName="parTxOnly" presStyleLbl="node1" presStyleIdx="1" presStyleCnt="20">
        <dgm:presLayoutVars>
          <dgm:chMax val="0"/>
          <dgm:chPref val="0"/>
          <dgm:bulletEnabled val="1"/>
        </dgm:presLayoutVars>
      </dgm:prSet>
      <dgm:spPr/>
    </dgm:pt>
    <dgm:pt modelId="{22707752-A98F-40DD-A03F-AB171FA820B0}" type="pres">
      <dgm:prSet presAssocID="{EE081102-6B00-42F7-A4C3-424E442D074C}" presName="parTxOnlySpace" presStyleCnt="0"/>
      <dgm:spPr/>
    </dgm:pt>
    <dgm:pt modelId="{FC1BF680-A0B8-40EC-A1A1-62BF4ADD6214}" type="pres">
      <dgm:prSet presAssocID="{4470E318-F835-4304-AAEC-57F1DF512710}" presName="parTxOnly" presStyleLbl="node1" presStyleIdx="2" presStyleCnt="20">
        <dgm:presLayoutVars>
          <dgm:chMax val="0"/>
          <dgm:chPref val="0"/>
          <dgm:bulletEnabled val="1"/>
        </dgm:presLayoutVars>
      </dgm:prSet>
      <dgm:spPr/>
    </dgm:pt>
    <dgm:pt modelId="{CCB4A15D-992A-4D23-B3A7-CFB9E80469E7}" type="pres">
      <dgm:prSet presAssocID="{31A00BBE-8DF1-4FFF-8421-B5E11813A7A7}" presName="parTxOnlySpace" presStyleCnt="0"/>
      <dgm:spPr/>
    </dgm:pt>
    <dgm:pt modelId="{08017301-64FD-4865-920B-3D28CBC69C28}" type="pres">
      <dgm:prSet presAssocID="{A0943184-0335-4401-9E28-57C6DC8C3495}" presName="parTxOnly" presStyleLbl="node1" presStyleIdx="3" presStyleCnt="20">
        <dgm:presLayoutVars>
          <dgm:chMax val="0"/>
          <dgm:chPref val="0"/>
          <dgm:bulletEnabled val="1"/>
        </dgm:presLayoutVars>
      </dgm:prSet>
      <dgm:spPr/>
    </dgm:pt>
    <dgm:pt modelId="{9E137598-AEB9-4343-B8BE-941DC8762E7B}" type="pres">
      <dgm:prSet presAssocID="{7C1BA6F1-E6D1-40C6-945D-139A43EF44BD}" presName="parTxOnlySpace" presStyleCnt="0"/>
      <dgm:spPr/>
    </dgm:pt>
    <dgm:pt modelId="{77F172B0-8084-41F4-8064-B80483EA77BA}" type="pres">
      <dgm:prSet presAssocID="{5F2704A6-38EF-49AF-B8EF-895BEB46A7F6}" presName="parTxOnly" presStyleLbl="node1" presStyleIdx="4" presStyleCnt="20">
        <dgm:presLayoutVars>
          <dgm:chMax val="0"/>
          <dgm:chPref val="0"/>
          <dgm:bulletEnabled val="1"/>
        </dgm:presLayoutVars>
      </dgm:prSet>
      <dgm:spPr/>
    </dgm:pt>
    <dgm:pt modelId="{07F7E634-CD1E-44D2-9D4A-939B0712533A}" type="pres">
      <dgm:prSet presAssocID="{52DBF92A-9D2F-4B89-83E6-6E6C64A33D10}" presName="parTxOnlySpace" presStyleCnt="0"/>
      <dgm:spPr/>
    </dgm:pt>
    <dgm:pt modelId="{CF8063FB-A026-45C0-9CBB-A9357781DB82}" type="pres">
      <dgm:prSet presAssocID="{6DD753B3-94B3-4847-8668-C0C9C6F785A4}" presName="parTxOnly" presStyleLbl="node1" presStyleIdx="5" presStyleCnt="20">
        <dgm:presLayoutVars>
          <dgm:chMax val="0"/>
          <dgm:chPref val="0"/>
          <dgm:bulletEnabled val="1"/>
        </dgm:presLayoutVars>
      </dgm:prSet>
      <dgm:spPr/>
    </dgm:pt>
    <dgm:pt modelId="{51153E5B-9E66-42EB-9BE2-771FC41260C6}" type="pres">
      <dgm:prSet presAssocID="{B258CCBF-1F6A-4ADD-82D6-B229869838EA}" presName="parTxOnlySpace" presStyleCnt="0"/>
      <dgm:spPr/>
    </dgm:pt>
    <dgm:pt modelId="{A6C747F9-EA3A-4021-8BD9-7885A20FEF19}" type="pres">
      <dgm:prSet presAssocID="{116423D7-2488-4BFF-9912-E844693E7F63}" presName="parTxOnly" presStyleLbl="node1" presStyleIdx="6" presStyleCnt="20">
        <dgm:presLayoutVars>
          <dgm:chMax val="0"/>
          <dgm:chPref val="0"/>
          <dgm:bulletEnabled val="1"/>
        </dgm:presLayoutVars>
      </dgm:prSet>
      <dgm:spPr/>
    </dgm:pt>
    <dgm:pt modelId="{B61BEF03-B852-460F-8C5D-A978B1CDA81A}" type="pres">
      <dgm:prSet presAssocID="{F6B19BD8-2BB3-4E0E-B7E0-C95624C0F783}" presName="parTxOnlySpace" presStyleCnt="0"/>
      <dgm:spPr/>
    </dgm:pt>
    <dgm:pt modelId="{2D647B16-E49F-4CD1-ABAB-09479DCBD66B}" type="pres">
      <dgm:prSet presAssocID="{FA900443-BF7B-4327-B5FA-28A664B4EA9F}" presName="parTxOnly" presStyleLbl="node1" presStyleIdx="7" presStyleCnt="20">
        <dgm:presLayoutVars>
          <dgm:chMax val="0"/>
          <dgm:chPref val="0"/>
          <dgm:bulletEnabled val="1"/>
        </dgm:presLayoutVars>
      </dgm:prSet>
      <dgm:spPr/>
    </dgm:pt>
    <dgm:pt modelId="{3B3FE3BC-EA8D-4166-88FE-4EECCEAD1BFF}" type="pres">
      <dgm:prSet presAssocID="{07DFC107-80A5-4562-9F12-6E87761E66AE}" presName="parTxOnlySpace" presStyleCnt="0"/>
      <dgm:spPr/>
    </dgm:pt>
    <dgm:pt modelId="{A5E64613-D4B9-4796-AA7F-9DC05ABDFB76}" type="pres">
      <dgm:prSet presAssocID="{BF497083-DC53-43AF-B426-E04D9E51B74B}" presName="parTxOnly" presStyleLbl="node1" presStyleIdx="8" presStyleCnt="20">
        <dgm:presLayoutVars>
          <dgm:chMax val="0"/>
          <dgm:chPref val="0"/>
          <dgm:bulletEnabled val="1"/>
        </dgm:presLayoutVars>
      </dgm:prSet>
      <dgm:spPr/>
    </dgm:pt>
    <dgm:pt modelId="{22506BDF-32F8-4AE8-B554-145ACF701943}" type="pres">
      <dgm:prSet presAssocID="{10492B8D-3F5A-45C3-B9DC-EF2FD2744AB9}" presName="parTxOnlySpace" presStyleCnt="0"/>
      <dgm:spPr/>
    </dgm:pt>
    <dgm:pt modelId="{CFC69E0E-B286-44C1-B0E5-A9E214EF8DA3}" type="pres">
      <dgm:prSet presAssocID="{7AA403C9-F52A-4AD6-B94A-2DE7C26335EB}" presName="parTxOnly" presStyleLbl="node1" presStyleIdx="9" presStyleCnt="20">
        <dgm:presLayoutVars>
          <dgm:chMax val="0"/>
          <dgm:chPref val="0"/>
          <dgm:bulletEnabled val="1"/>
        </dgm:presLayoutVars>
      </dgm:prSet>
      <dgm:spPr/>
    </dgm:pt>
    <dgm:pt modelId="{92F54ECA-43BA-4EDA-AC48-83E6595AAF22}" type="pres">
      <dgm:prSet presAssocID="{533EE270-3C15-4845-8C5F-E5A05D0DAA79}" presName="parTxOnlySpace" presStyleCnt="0"/>
      <dgm:spPr/>
    </dgm:pt>
    <dgm:pt modelId="{E576DA13-E4FE-4118-978F-65D3FE10907F}" type="pres">
      <dgm:prSet presAssocID="{B6DF0FE0-CF9F-4606-98B8-8E0512FE05ED}" presName="parTxOnly" presStyleLbl="node1" presStyleIdx="10" presStyleCnt="20">
        <dgm:presLayoutVars>
          <dgm:chMax val="0"/>
          <dgm:chPref val="0"/>
          <dgm:bulletEnabled val="1"/>
        </dgm:presLayoutVars>
      </dgm:prSet>
      <dgm:spPr/>
    </dgm:pt>
    <dgm:pt modelId="{E5B04D96-DD1E-4F1A-A4E8-B3CA889A2AAF}" type="pres">
      <dgm:prSet presAssocID="{FED3CEE3-7E66-4FA9-826F-317CBA352134}" presName="parTxOnlySpace" presStyleCnt="0"/>
      <dgm:spPr/>
    </dgm:pt>
    <dgm:pt modelId="{8AE67534-0D17-48E3-8DC7-D662AB031B33}" type="pres">
      <dgm:prSet presAssocID="{A30206A5-6CF9-44D8-9E90-E0DAAADBF787}" presName="parTxOnly" presStyleLbl="node1" presStyleIdx="11" presStyleCnt="20">
        <dgm:presLayoutVars>
          <dgm:chMax val="0"/>
          <dgm:chPref val="0"/>
          <dgm:bulletEnabled val="1"/>
        </dgm:presLayoutVars>
      </dgm:prSet>
      <dgm:spPr/>
    </dgm:pt>
    <dgm:pt modelId="{437753B2-4A7C-47E4-9BF4-B80FBE639DC1}" type="pres">
      <dgm:prSet presAssocID="{873E8ECE-484C-486A-8EC9-F925CD902C1F}" presName="parTxOnlySpace" presStyleCnt="0"/>
      <dgm:spPr/>
    </dgm:pt>
    <dgm:pt modelId="{28B0699E-90BD-4DBF-BB86-9DE4D391A083}" type="pres">
      <dgm:prSet presAssocID="{D7751996-29B9-4B7B-B072-0284A2CAC42B}" presName="parTxOnly" presStyleLbl="node1" presStyleIdx="12" presStyleCnt="20">
        <dgm:presLayoutVars>
          <dgm:chMax val="0"/>
          <dgm:chPref val="0"/>
          <dgm:bulletEnabled val="1"/>
        </dgm:presLayoutVars>
      </dgm:prSet>
      <dgm:spPr/>
    </dgm:pt>
    <dgm:pt modelId="{72761FB5-89C8-4EF0-BCCD-2E7BAB3B2DD7}" type="pres">
      <dgm:prSet presAssocID="{6FD36601-578E-4A64-AE15-D6BCB3635F6B}" presName="parTxOnlySpace" presStyleCnt="0"/>
      <dgm:spPr/>
    </dgm:pt>
    <dgm:pt modelId="{FB2ECF19-E0C7-4D6C-84DC-AC75EEECAE07}" type="pres">
      <dgm:prSet presAssocID="{3DE9703C-ADD8-4B8B-8960-C9112A154CCE}" presName="parTxOnly" presStyleLbl="node1" presStyleIdx="13" presStyleCnt="20">
        <dgm:presLayoutVars>
          <dgm:chMax val="0"/>
          <dgm:chPref val="0"/>
          <dgm:bulletEnabled val="1"/>
        </dgm:presLayoutVars>
      </dgm:prSet>
      <dgm:spPr/>
    </dgm:pt>
    <dgm:pt modelId="{2974BD0C-B3FC-425D-AA83-75B2AB312347}" type="pres">
      <dgm:prSet presAssocID="{0839900B-D2AA-4795-B695-8C15214B4A7E}" presName="parTxOnlySpace" presStyleCnt="0"/>
      <dgm:spPr/>
    </dgm:pt>
    <dgm:pt modelId="{66BBCD7C-19A4-438E-93EF-826A1E8B5D82}" type="pres">
      <dgm:prSet presAssocID="{625EB771-DB1E-4CBA-9CA0-A50678D4CAB4}" presName="parTxOnly" presStyleLbl="node1" presStyleIdx="14" presStyleCnt="20">
        <dgm:presLayoutVars>
          <dgm:chMax val="0"/>
          <dgm:chPref val="0"/>
          <dgm:bulletEnabled val="1"/>
        </dgm:presLayoutVars>
      </dgm:prSet>
      <dgm:spPr/>
    </dgm:pt>
    <dgm:pt modelId="{8DD7878A-5C40-4F7B-A045-E51BFE0F6280}" type="pres">
      <dgm:prSet presAssocID="{0D13324B-F1AE-44E9-8911-503B8ED1C357}" presName="parTxOnlySpace" presStyleCnt="0"/>
      <dgm:spPr/>
    </dgm:pt>
    <dgm:pt modelId="{D2C44066-DEC2-4CBB-BE92-8EE381A06DB3}" type="pres">
      <dgm:prSet presAssocID="{DF62A17A-E440-4921-A16A-509B6F2CA2B5}" presName="parTxOnly" presStyleLbl="node1" presStyleIdx="15" presStyleCnt="20">
        <dgm:presLayoutVars>
          <dgm:chMax val="0"/>
          <dgm:chPref val="0"/>
          <dgm:bulletEnabled val="1"/>
        </dgm:presLayoutVars>
      </dgm:prSet>
      <dgm:spPr/>
    </dgm:pt>
    <dgm:pt modelId="{5DDA69EC-1470-46D3-A6C1-57746DAE3322}" type="pres">
      <dgm:prSet presAssocID="{F37183F6-139F-4646-A057-66230667739F}" presName="parTxOnlySpace" presStyleCnt="0"/>
      <dgm:spPr/>
    </dgm:pt>
    <dgm:pt modelId="{095FD03F-8409-4303-9B76-ECE86738D07E}" type="pres">
      <dgm:prSet presAssocID="{35985906-B697-4970-B381-9780DA2F0DD4}" presName="parTxOnly" presStyleLbl="node1" presStyleIdx="16" presStyleCnt="20">
        <dgm:presLayoutVars>
          <dgm:chMax val="0"/>
          <dgm:chPref val="0"/>
          <dgm:bulletEnabled val="1"/>
        </dgm:presLayoutVars>
      </dgm:prSet>
      <dgm:spPr/>
    </dgm:pt>
    <dgm:pt modelId="{8F8D8476-0948-4AE0-BA56-47CE38F51E2A}" type="pres">
      <dgm:prSet presAssocID="{07EC9A45-1CAB-4E94-A9DA-F16E635EE813}" presName="parTxOnlySpace" presStyleCnt="0"/>
      <dgm:spPr/>
    </dgm:pt>
    <dgm:pt modelId="{12491560-70EC-438D-A1D7-2E541CBB4D24}" type="pres">
      <dgm:prSet presAssocID="{1AFF72A6-CA41-4E79-8A2A-881670B88383}" presName="parTxOnly" presStyleLbl="node1" presStyleIdx="17" presStyleCnt="20">
        <dgm:presLayoutVars>
          <dgm:chMax val="0"/>
          <dgm:chPref val="0"/>
          <dgm:bulletEnabled val="1"/>
        </dgm:presLayoutVars>
      </dgm:prSet>
      <dgm:spPr/>
    </dgm:pt>
    <dgm:pt modelId="{443E27CE-1A4D-4001-8FB7-24486D8BC5EC}" type="pres">
      <dgm:prSet presAssocID="{E9D364AE-F726-4E88-ADE7-83BB527663DE}" presName="parTxOnlySpace" presStyleCnt="0"/>
      <dgm:spPr/>
    </dgm:pt>
    <dgm:pt modelId="{CC8F7406-C624-4EC2-A8FF-1F3A71CB19DD}" type="pres">
      <dgm:prSet presAssocID="{558D4A6A-5239-4D7A-90D3-DF9FF27A157C}" presName="parTxOnly" presStyleLbl="node1" presStyleIdx="18" presStyleCnt="20">
        <dgm:presLayoutVars>
          <dgm:chMax val="0"/>
          <dgm:chPref val="0"/>
          <dgm:bulletEnabled val="1"/>
        </dgm:presLayoutVars>
      </dgm:prSet>
      <dgm:spPr/>
    </dgm:pt>
    <dgm:pt modelId="{65C6EF61-8AD1-4C55-85FF-F6988ED61FA1}" type="pres">
      <dgm:prSet presAssocID="{2DB40271-0B63-4D48-82C1-1023CC07DA26}" presName="parTxOnlySpace" presStyleCnt="0"/>
      <dgm:spPr/>
    </dgm:pt>
    <dgm:pt modelId="{E4001355-AF4A-4E23-BB3F-606EA0D2BAE9}" type="pres">
      <dgm:prSet presAssocID="{B1032C50-3121-4042-9E74-F648E593F055}" presName="parTxOnly" presStyleLbl="node1" presStyleIdx="19" presStyleCnt="20">
        <dgm:presLayoutVars>
          <dgm:chMax val="0"/>
          <dgm:chPref val="0"/>
          <dgm:bulletEnabled val="1"/>
        </dgm:presLayoutVars>
      </dgm:prSet>
      <dgm:spPr/>
    </dgm:pt>
  </dgm:ptLst>
  <dgm:cxnLst>
    <dgm:cxn modelId="{0CD46201-B883-472C-B758-99ABE63A5F59}" type="presOf" srcId="{35985906-B697-4970-B381-9780DA2F0DD4}" destId="{095FD03F-8409-4303-9B76-ECE86738D07E}" srcOrd="0" destOrd="0" presId="urn:microsoft.com/office/officeart/2005/8/layout/chevron1"/>
    <dgm:cxn modelId="{44B56D04-812C-4303-A0E8-94230F82FDFC}" type="presOf" srcId="{6F50902E-AD5A-48F5-873D-0C018BADCA59}" destId="{2396DED2-E648-49D0-9939-5CA5D51371FC}" srcOrd="0" destOrd="0" presId="urn:microsoft.com/office/officeart/2005/8/layout/chevron1"/>
    <dgm:cxn modelId="{5F874E17-4727-4334-868B-9CAA5AF8000D}" srcId="{181C2A1F-06A1-479F-95FC-AF234D01CA33}" destId="{B6DF0FE0-CF9F-4606-98B8-8E0512FE05ED}" srcOrd="10" destOrd="0" parTransId="{94FD4137-D31A-4B91-91A4-8862D679EA61}" sibTransId="{FED3CEE3-7E66-4FA9-826F-317CBA352134}"/>
    <dgm:cxn modelId="{16384B24-928A-470E-9C5A-0E664916AF05}" type="presOf" srcId="{DF62A17A-E440-4921-A16A-509B6F2CA2B5}" destId="{D2C44066-DEC2-4CBB-BE92-8EE381A06DB3}" srcOrd="0" destOrd="0" presId="urn:microsoft.com/office/officeart/2005/8/layout/chevron1"/>
    <dgm:cxn modelId="{F9073128-A67A-4876-BE0E-F0BA320F6F40}" srcId="{181C2A1F-06A1-479F-95FC-AF234D01CA33}" destId="{3DE9703C-ADD8-4B8B-8960-C9112A154CCE}" srcOrd="13" destOrd="0" parTransId="{DC3610BA-D494-4D66-B16D-09205A26D354}" sibTransId="{0839900B-D2AA-4795-B695-8C15214B4A7E}"/>
    <dgm:cxn modelId="{761B1E29-D53E-4D2D-9CD2-5DE8D5F3D31B}" srcId="{181C2A1F-06A1-479F-95FC-AF234D01CA33}" destId="{7AA403C9-F52A-4AD6-B94A-2DE7C26335EB}" srcOrd="9" destOrd="0" parTransId="{06EEA4A8-2FA7-48B3-B3D7-E0392E22955B}" sibTransId="{533EE270-3C15-4845-8C5F-E5A05D0DAA79}"/>
    <dgm:cxn modelId="{78E70C2C-6F46-43BC-AB89-25CC0E55A574}" srcId="{181C2A1F-06A1-479F-95FC-AF234D01CA33}" destId="{35985906-B697-4970-B381-9780DA2F0DD4}" srcOrd="16" destOrd="0" parTransId="{13C152A4-965B-44F5-8D9E-D99411CAC8F1}" sibTransId="{07EC9A45-1CAB-4E94-A9DA-F16E635EE813}"/>
    <dgm:cxn modelId="{33DE9930-243E-4FB3-8DD1-BC3C03DB6544}" srcId="{181C2A1F-06A1-479F-95FC-AF234D01CA33}" destId="{A0943184-0335-4401-9E28-57C6DC8C3495}" srcOrd="3" destOrd="0" parTransId="{EA85EF5A-84CF-4151-8F01-F623941934DE}" sibTransId="{7C1BA6F1-E6D1-40C6-945D-139A43EF44BD}"/>
    <dgm:cxn modelId="{4D3B2740-4746-46AC-BEBC-FDE1782B1F5D}" srcId="{181C2A1F-06A1-479F-95FC-AF234D01CA33}" destId="{D7751996-29B9-4B7B-B072-0284A2CAC42B}" srcOrd="12" destOrd="0" parTransId="{1E753DDB-71C8-44C7-85FB-5248BB3B99D8}" sibTransId="{6FD36601-578E-4A64-AE15-D6BCB3635F6B}"/>
    <dgm:cxn modelId="{53A7015D-E142-4C81-951E-FDBA1FB6370A}" type="presOf" srcId="{6DD753B3-94B3-4847-8668-C0C9C6F785A4}" destId="{CF8063FB-A026-45C0-9CBB-A9357781DB82}" srcOrd="0" destOrd="0" presId="urn:microsoft.com/office/officeart/2005/8/layout/chevron1"/>
    <dgm:cxn modelId="{B52FC966-01E4-488E-B515-296F7BA4A141}" type="presOf" srcId="{BF497083-DC53-43AF-B426-E04D9E51B74B}" destId="{A5E64613-D4B9-4796-AA7F-9DC05ABDFB76}" srcOrd="0" destOrd="0" presId="urn:microsoft.com/office/officeart/2005/8/layout/chevron1"/>
    <dgm:cxn modelId="{C2116568-4B59-467D-A2BC-9A37F5CEAC7E}" type="presOf" srcId="{5F2704A6-38EF-49AF-B8EF-895BEB46A7F6}" destId="{77F172B0-8084-41F4-8064-B80483EA77BA}" srcOrd="0" destOrd="0" presId="urn:microsoft.com/office/officeart/2005/8/layout/chevron1"/>
    <dgm:cxn modelId="{3728426D-9D70-45A6-82BE-A9FCF64EA2A7}" type="presOf" srcId="{558D4A6A-5239-4D7A-90D3-DF9FF27A157C}" destId="{CC8F7406-C624-4EC2-A8FF-1F3A71CB19DD}" srcOrd="0" destOrd="0" presId="urn:microsoft.com/office/officeart/2005/8/layout/chevron1"/>
    <dgm:cxn modelId="{EE156B4E-1AC7-4716-BBBC-6B625365C240}" type="presOf" srcId="{B1032C50-3121-4042-9E74-F648E593F055}" destId="{E4001355-AF4A-4E23-BB3F-606EA0D2BAE9}" srcOrd="0" destOrd="0" presId="urn:microsoft.com/office/officeart/2005/8/layout/chevron1"/>
    <dgm:cxn modelId="{EC6C0A7F-89AE-47FA-B2F3-BD681047ACDA}" type="presOf" srcId="{1AFF72A6-CA41-4E79-8A2A-881670B88383}" destId="{12491560-70EC-438D-A1D7-2E541CBB4D24}" srcOrd="0" destOrd="0" presId="urn:microsoft.com/office/officeart/2005/8/layout/chevron1"/>
    <dgm:cxn modelId="{18CB6D7F-9DAC-422B-91AC-85096A877743}" type="presOf" srcId="{116423D7-2488-4BFF-9912-E844693E7F63}" destId="{A6C747F9-EA3A-4021-8BD9-7885A20FEF19}" srcOrd="0" destOrd="0" presId="urn:microsoft.com/office/officeart/2005/8/layout/chevron1"/>
    <dgm:cxn modelId="{C9DED583-49DF-4CE1-AD23-9E9257587D94}" srcId="{181C2A1F-06A1-479F-95FC-AF234D01CA33}" destId="{1AFF72A6-CA41-4E79-8A2A-881670B88383}" srcOrd="17" destOrd="0" parTransId="{61019376-5D5E-47AE-A7D6-29D91BF2422E}" sibTransId="{E9D364AE-F726-4E88-ADE7-83BB527663DE}"/>
    <dgm:cxn modelId="{CF956484-94AC-4626-AEB7-5145A9F38762}" srcId="{181C2A1F-06A1-479F-95FC-AF234D01CA33}" destId="{6DD753B3-94B3-4847-8668-C0C9C6F785A4}" srcOrd="5" destOrd="0" parTransId="{A0E10912-4F4C-4CCC-B84D-FC1E0F6D4E59}" sibTransId="{B258CCBF-1F6A-4ADD-82D6-B229869838EA}"/>
    <dgm:cxn modelId="{C3A96588-F28C-4063-9B91-E06B2B26E062}" srcId="{181C2A1F-06A1-479F-95FC-AF234D01CA33}" destId="{FA900443-BF7B-4327-B5FA-28A664B4EA9F}" srcOrd="7" destOrd="0" parTransId="{455E6136-372C-4BBB-8048-FFA44115CD6B}" sibTransId="{07DFC107-80A5-4562-9F12-6E87761E66AE}"/>
    <dgm:cxn modelId="{E2A12E8B-3F43-402D-9E61-C7838663BE19}" type="presOf" srcId="{3DE9703C-ADD8-4B8B-8960-C9112A154CCE}" destId="{FB2ECF19-E0C7-4D6C-84DC-AC75EEECAE07}" srcOrd="0" destOrd="0" presId="urn:microsoft.com/office/officeart/2005/8/layout/chevron1"/>
    <dgm:cxn modelId="{04A2DD8B-1CFA-46C9-9748-9719792C34E8}" srcId="{181C2A1F-06A1-479F-95FC-AF234D01CA33}" destId="{DF62A17A-E440-4921-A16A-509B6F2CA2B5}" srcOrd="15" destOrd="0" parTransId="{577D20CF-04EA-4371-B180-FCA459F715CF}" sibTransId="{F37183F6-139F-4646-A057-66230667739F}"/>
    <dgm:cxn modelId="{DB52EA90-9835-4D22-8BA7-6C436E94B6F1}" srcId="{181C2A1F-06A1-479F-95FC-AF234D01CA33}" destId="{625EB771-DB1E-4CBA-9CA0-A50678D4CAB4}" srcOrd="14" destOrd="0" parTransId="{9374FE42-8F71-4272-90CF-2C169F7ADD0D}" sibTransId="{0D13324B-F1AE-44E9-8911-503B8ED1C357}"/>
    <dgm:cxn modelId="{D8854595-34E3-4450-BB8A-1F1013E48AB8}" srcId="{181C2A1F-06A1-479F-95FC-AF234D01CA33}" destId="{4470E318-F835-4304-AAEC-57F1DF512710}" srcOrd="2" destOrd="0" parTransId="{6F86C2BC-7A5E-4E41-8328-B91DEA41F800}" sibTransId="{31A00BBE-8DF1-4FFF-8421-B5E11813A7A7}"/>
    <dgm:cxn modelId="{0A905297-3862-4B30-A248-C54B188EE7CF}" type="presOf" srcId="{D7751996-29B9-4B7B-B072-0284A2CAC42B}" destId="{28B0699E-90BD-4DBF-BB86-9DE4D391A083}" srcOrd="0" destOrd="0" presId="urn:microsoft.com/office/officeart/2005/8/layout/chevron1"/>
    <dgm:cxn modelId="{EAB77F97-29E9-4D47-B3BD-607868172ACE}" srcId="{181C2A1F-06A1-479F-95FC-AF234D01CA33}" destId="{116423D7-2488-4BFF-9912-E844693E7F63}" srcOrd="6" destOrd="0" parTransId="{AD7DC49C-B282-4271-B324-A8CB3AC13C1D}" sibTransId="{F6B19BD8-2BB3-4E0E-B7E0-C95624C0F783}"/>
    <dgm:cxn modelId="{310ABF9D-E726-42EA-A429-28F4BB2B66BD}" type="presOf" srcId="{FA900443-BF7B-4327-B5FA-28A664B4EA9F}" destId="{2D647B16-E49F-4CD1-ABAB-09479DCBD66B}" srcOrd="0" destOrd="0" presId="urn:microsoft.com/office/officeart/2005/8/layout/chevron1"/>
    <dgm:cxn modelId="{AA12869E-1445-475C-8E1B-2B2B5F4AF5E3}" srcId="{181C2A1F-06A1-479F-95FC-AF234D01CA33}" destId="{BF497083-DC53-43AF-B426-E04D9E51B74B}" srcOrd="8" destOrd="0" parTransId="{AB804BE5-4BB5-4E59-9352-9E2AF4E1E7CD}" sibTransId="{10492B8D-3F5A-45C3-B9DC-EF2FD2744AB9}"/>
    <dgm:cxn modelId="{FFFCF79E-833C-4D95-A271-26735F10AD61}" srcId="{181C2A1F-06A1-479F-95FC-AF234D01CA33}" destId="{FD5CACEE-76B2-4B52-A2E7-828D5F299456}" srcOrd="1" destOrd="0" parTransId="{EB92A3CC-0E49-496B-A90E-F8FBA531DD9B}" sibTransId="{EE081102-6B00-42F7-A4C3-424E442D074C}"/>
    <dgm:cxn modelId="{816E5EB2-0A5A-4126-9EFB-1DDD57F4BCDE}" srcId="{181C2A1F-06A1-479F-95FC-AF234D01CA33}" destId="{B1032C50-3121-4042-9E74-F648E593F055}" srcOrd="19" destOrd="0" parTransId="{CE396A4C-1546-4C1F-8DC9-D00C7926AC29}" sibTransId="{6E8037FA-7498-461C-B876-E7857B1F2F49}"/>
    <dgm:cxn modelId="{3C97E7B9-5E0D-4E86-B12A-2E5359A333E3}" srcId="{181C2A1F-06A1-479F-95FC-AF234D01CA33}" destId="{A30206A5-6CF9-44D8-9E90-E0DAAADBF787}" srcOrd="11" destOrd="0" parTransId="{2AC21E6E-B230-4AD2-B26C-3B181B8703D7}" sibTransId="{873E8ECE-484C-486A-8EC9-F925CD902C1F}"/>
    <dgm:cxn modelId="{3E14A3BB-B97D-4130-8A43-B2CC8BBB68B1}" srcId="{181C2A1F-06A1-479F-95FC-AF234D01CA33}" destId="{558D4A6A-5239-4D7A-90D3-DF9FF27A157C}" srcOrd="18" destOrd="0" parTransId="{541AD1B1-5F2F-4A1A-8651-6D7A9123458C}" sibTransId="{2DB40271-0B63-4D48-82C1-1023CC07DA26}"/>
    <dgm:cxn modelId="{70374AC5-68B7-4839-84E9-FD706A4BE28B}" type="presOf" srcId="{A0943184-0335-4401-9E28-57C6DC8C3495}" destId="{08017301-64FD-4865-920B-3D28CBC69C28}" srcOrd="0" destOrd="0" presId="urn:microsoft.com/office/officeart/2005/8/layout/chevron1"/>
    <dgm:cxn modelId="{DA6855CC-E371-4217-9ECD-9EF43628F634}" type="presOf" srcId="{FD5CACEE-76B2-4B52-A2E7-828D5F299456}" destId="{FEDEEE17-E2F6-48D4-B72C-5A71A08D3933}" srcOrd="0" destOrd="0" presId="urn:microsoft.com/office/officeart/2005/8/layout/chevron1"/>
    <dgm:cxn modelId="{C44BEFD7-9E9E-49A0-B5BF-3C7D7B937770}" type="presOf" srcId="{B6DF0FE0-CF9F-4606-98B8-8E0512FE05ED}" destId="{E576DA13-E4FE-4118-978F-65D3FE10907F}" srcOrd="0" destOrd="0" presId="urn:microsoft.com/office/officeart/2005/8/layout/chevron1"/>
    <dgm:cxn modelId="{D48749D8-F7FD-486E-97CC-9F26B1713881}" type="presOf" srcId="{A30206A5-6CF9-44D8-9E90-E0DAAADBF787}" destId="{8AE67534-0D17-48E3-8DC7-D662AB031B33}" srcOrd="0" destOrd="0" presId="urn:microsoft.com/office/officeart/2005/8/layout/chevron1"/>
    <dgm:cxn modelId="{DCC26BDB-1D9E-4A44-BED6-4843F60AA990}" srcId="{181C2A1F-06A1-479F-95FC-AF234D01CA33}" destId="{6F50902E-AD5A-48F5-873D-0C018BADCA59}" srcOrd="0" destOrd="0" parTransId="{4FAD4E66-AB91-4612-9518-5DDD8C216A6B}" sibTransId="{0B34CD38-E1C8-47D4-80DC-3D16069927C8}"/>
    <dgm:cxn modelId="{FB1092DC-3B13-4A5A-A861-F9F1C496DA36}" type="presOf" srcId="{181C2A1F-06A1-479F-95FC-AF234D01CA33}" destId="{122CFFC7-6FAA-437D-8C0C-F4EA76012BC5}" srcOrd="0" destOrd="0" presId="urn:microsoft.com/office/officeart/2005/8/layout/chevron1"/>
    <dgm:cxn modelId="{CCEF1FE1-7A92-4A45-8227-CEE70F765D07}" srcId="{181C2A1F-06A1-479F-95FC-AF234D01CA33}" destId="{5F2704A6-38EF-49AF-B8EF-895BEB46A7F6}" srcOrd="4" destOrd="0" parTransId="{0FE6EDAD-B9C9-4AFD-A63C-9A3762549252}" sibTransId="{52DBF92A-9D2F-4B89-83E6-6E6C64A33D10}"/>
    <dgm:cxn modelId="{99B6E5E5-6B34-4592-80AD-469B88457C23}" type="presOf" srcId="{7AA403C9-F52A-4AD6-B94A-2DE7C26335EB}" destId="{CFC69E0E-B286-44C1-B0E5-A9E214EF8DA3}" srcOrd="0" destOrd="0" presId="urn:microsoft.com/office/officeart/2005/8/layout/chevron1"/>
    <dgm:cxn modelId="{651C0EEC-BB65-47A8-ABD5-11D0607F3019}" type="presOf" srcId="{4470E318-F835-4304-AAEC-57F1DF512710}" destId="{FC1BF680-A0B8-40EC-A1A1-62BF4ADD6214}" srcOrd="0" destOrd="0" presId="urn:microsoft.com/office/officeart/2005/8/layout/chevron1"/>
    <dgm:cxn modelId="{BB2AA8EF-2C8A-48C4-A365-9D6911B431D3}" type="presOf" srcId="{625EB771-DB1E-4CBA-9CA0-A50678D4CAB4}" destId="{66BBCD7C-19A4-438E-93EF-826A1E8B5D82}" srcOrd="0" destOrd="0" presId="urn:microsoft.com/office/officeart/2005/8/layout/chevron1"/>
    <dgm:cxn modelId="{74E2C163-1A14-462E-9505-3CCDA1276B70}" type="presParOf" srcId="{122CFFC7-6FAA-437D-8C0C-F4EA76012BC5}" destId="{2396DED2-E648-49D0-9939-5CA5D51371FC}" srcOrd="0" destOrd="0" presId="urn:microsoft.com/office/officeart/2005/8/layout/chevron1"/>
    <dgm:cxn modelId="{63AF6157-D5EC-469C-807A-6C8E8877581B}" type="presParOf" srcId="{122CFFC7-6FAA-437D-8C0C-F4EA76012BC5}" destId="{B21B9D7E-5CEC-4DF9-BDD2-8D945040E52A}" srcOrd="1" destOrd="0" presId="urn:microsoft.com/office/officeart/2005/8/layout/chevron1"/>
    <dgm:cxn modelId="{C0519A71-4211-404F-A44E-4F04B1E47726}" type="presParOf" srcId="{122CFFC7-6FAA-437D-8C0C-F4EA76012BC5}" destId="{FEDEEE17-E2F6-48D4-B72C-5A71A08D3933}" srcOrd="2" destOrd="0" presId="urn:microsoft.com/office/officeart/2005/8/layout/chevron1"/>
    <dgm:cxn modelId="{8AF8B3DE-68E8-41CB-877E-010C06356146}" type="presParOf" srcId="{122CFFC7-6FAA-437D-8C0C-F4EA76012BC5}" destId="{22707752-A98F-40DD-A03F-AB171FA820B0}" srcOrd="3" destOrd="0" presId="urn:microsoft.com/office/officeart/2005/8/layout/chevron1"/>
    <dgm:cxn modelId="{4FD32E8E-16A6-46AB-A36B-00AEB17C72D1}" type="presParOf" srcId="{122CFFC7-6FAA-437D-8C0C-F4EA76012BC5}" destId="{FC1BF680-A0B8-40EC-A1A1-62BF4ADD6214}" srcOrd="4" destOrd="0" presId="urn:microsoft.com/office/officeart/2005/8/layout/chevron1"/>
    <dgm:cxn modelId="{3A707A6B-8A92-4221-88F7-8EC9D15DA0E6}" type="presParOf" srcId="{122CFFC7-6FAA-437D-8C0C-F4EA76012BC5}" destId="{CCB4A15D-992A-4D23-B3A7-CFB9E80469E7}" srcOrd="5" destOrd="0" presId="urn:microsoft.com/office/officeart/2005/8/layout/chevron1"/>
    <dgm:cxn modelId="{594B664B-209F-4DDE-9CA2-B498260C047A}" type="presParOf" srcId="{122CFFC7-6FAA-437D-8C0C-F4EA76012BC5}" destId="{08017301-64FD-4865-920B-3D28CBC69C28}" srcOrd="6" destOrd="0" presId="urn:microsoft.com/office/officeart/2005/8/layout/chevron1"/>
    <dgm:cxn modelId="{E28681BC-623A-4472-8219-FFA115ABC75C}" type="presParOf" srcId="{122CFFC7-6FAA-437D-8C0C-F4EA76012BC5}" destId="{9E137598-AEB9-4343-B8BE-941DC8762E7B}" srcOrd="7" destOrd="0" presId="urn:microsoft.com/office/officeart/2005/8/layout/chevron1"/>
    <dgm:cxn modelId="{F1F06439-A1D7-4301-BD87-5AE554F9E821}" type="presParOf" srcId="{122CFFC7-6FAA-437D-8C0C-F4EA76012BC5}" destId="{77F172B0-8084-41F4-8064-B80483EA77BA}" srcOrd="8" destOrd="0" presId="urn:microsoft.com/office/officeart/2005/8/layout/chevron1"/>
    <dgm:cxn modelId="{8CCA05BC-0A0D-4065-B9BB-BDB0940DE882}" type="presParOf" srcId="{122CFFC7-6FAA-437D-8C0C-F4EA76012BC5}" destId="{07F7E634-CD1E-44D2-9D4A-939B0712533A}" srcOrd="9" destOrd="0" presId="urn:microsoft.com/office/officeart/2005/8/layout/chevron1"/>
    <dgm:cxn modelId="{272A4353-8822-4602-A660-84E4C115D924}" type="presParOf" srcId="{122CFFC7-6FAA-437D-8C0C-F4EA76012BC5}" destId="{CF8063FB-A026-45C0-9CBB-A9357781DB82}" srcOrd="10" destOrd="0" presId="urn:microsoft.com/office/officeart/2005/8/layout/chevron1"/>
    <dgm:cxn modelId="{F38CB54E-385B-4FBE-9186-7828A1C1AC9F}" type="presParOf" srcId="{122CFFC7-6FAA-437D-8C0C-F4EA76012BC5}" destId="{51153E5B-9E66-42EB-9BE2-771FC41260C6}" srcOrd="11" destOrd="0" presId="urn:microsoft.com/office/officeart/2005/8/layout/chevron1"/>
    <dgm:cxn modelId="{DA042677-A177-45BF-86E7-121EEDDE03EF}" type="presParOf" srcId="{122CFFC7-6FAA-437D-8C0C-F4EA76012BC5}" destId="{A6C747F9-EA3A-4021-8BD9-7885A20FEF19}" srcOrd="12" destOrd="0" presId="urn:microsoft.com/office/officeart/2005/8/layout/chevron1"/>
    <dgm:cxn modelId="{F86BED22-E5C1-4CBF-ACF9-CE3EF49C2F6C}" type="presParOf" srcId="{122CFFC7-6FAA-437D-8C0C-F4EA76012BC5}" destId="{B61BEF03-B852-460F-8C5D-A978B1CDA81A}" srcOrd="13" destOrd="0" presId="urn:microsoft.com/office/officeart/2005/8/layout/chevron1"/>
    <dgm:cxn modelId="{A59A7CAB-F426-4E6D-9AB8-238D8F3328C4}" type="presParOf" srcId="{122CFFC7-6FAA-437D-8C0C-F4EA76012BC5}" destId="{2D647B16-E49F-4CD1-ABAB-09479DCBD66B}" srcOrd="14" destOrd="0" presId="urn:microsoft.com/office/officeart/2005/8/layout/chevron1"/>
    <dgm:cxn modelId="{39A48561-929F-46E5-83BC-40ED4182E196}" type="presParOf" srcId="{122CFFC7-6FAA-437D-8C0C-F4EA76012BC5}" destId="{3B3FE3BC-EA8D-4166-88FE-4EECCEAD1BFF}" srcOrd="15" destOrd="0" presId="urn:microsoft.com/office/officeart/2005/8/layout/chevron1"/>
    <dgm:cxn modelId="{789F2CE0-3731-4453-B17B-917B9FC4007C}" type="presParOf" srcId="{122CFFC7-6FAA-437D-8C0C-F4EA76012BC5}" destId="{A5E64613-D4B9-4796-AA7F-9DC05ABDFB76}" srcOrd="16" destOrd="0" presId="urn:microsoft.com/office/officeart/2005/8/layout/chevron1"/>
    <dgm:cxn modelId="{00B30DF0-EBE9-4897-B0A9-7FB44B9BC2C7}" type="presParOf" srcId="{122CFFC7-6FAA-437D-8C0C-F4EA76012BC5}" destId="{22506BDF-32F8-4AE8-B554-145ACF701943}" srcOrd="17" destOrd="0" presId="urn:microsoft.com/office/officeart/2005/8/layout/chevron1"/>
    <dgm:cxn modelId="{CCE10E0A-5CDF-440F-8DF2-1ADA162458A8}" type="presParOf" srcId="{122CFFC7-6FAA-437D-8C0C-F4EA76012BC5}" destId="{CFC69E0E-B286-44C1-B0E5-A9E214EF8DA3}" srcOrd="18" destOrd="0" presId="urn:microsoft.com/office/officeart/2005/8/layout/chevron1"/>
    <dgm:cxn modelId="{FE1DA705-255B-406C-B85A-A253A3D78416}" type="presParOf" srcId="{122CFFC7-6FAA-437D-8C0C-F4EA76012BC5}" destId="{92F54ECA-43BA-4EDA-AC48-83E6595AAF22}" srcOrd="19" destOrd="0" presId="urn:microsoft.com/office/officeart/2005/8/layout/chevron1"/>
    <dgm:cxn modelId="{C777F4F4-7BD1-48FB-8A4F-C92AF3402684}" type="presParOf" srcId="{122CFFC7-6FAA-437D-8C0C-F4EA76012BC5}" destId="{E576DA13-E4FE-4118-978F-65D3FE10907F}" srcOrd="20" destOrd="0" presId="urn:microsoft.com/office/officeart/2005/8/layout/chevron1"/>
    <dgm:cxn modelId="{53E8B3B6-8126-408F-A772-105568F058CC}" type="presParOf" srcId="{122CFFC7-6FAA-437D-8C0C-F4EA76012BC5}" destId="{E5B04D96-DD1E-4F1A-A4E8-B3CA889A2AAF}" srcOrd="21" destOrd="0" presId="urn:microsoft.com/office/officeart/2005/8/layout/chevron1"/>
    <dgm:cxn modelId="{750EFC0C-7421-45BC-AA79-23241A1C4ADB}" type="presParOf" srcId="{122CFFC7-6FAA-437D-8C0C-F4EA76012BC5}" destId="{8AE67534-0D17-48E3-8DC7-D662AB031B33}" srcOrd="22" destOrd="0" presId="urn:microsoft.com/office/officeart/2005/8/layout/chevron1"/>
    <dgm:cxn modelId="{543199CE-93E8-4360-BCA5-91B53B21A742}" type="presParOf" srcId="{122CFFC7-6FAA-437D-8C0C-F4EA76012BC5}" destId="{437753B2-4A7C-47E4-9BF4-B80FBE639DC1}" srcOrd="23" destOrd="0" presId="urn:microsoft.com/office/officeart/2005/8/layout/chevron1"/>
    <dgm:cxn modelId="{6F305AE7-714C-497B-9AC4-8E93AFBC7D8D}" type="presParOf" srcId="{122CFFC7-6FAA-437D-8C0C-F4EA76012BC5}" destId="{28B0699E-90BD-4DBF-BB86-9DE4D391A083}" srcOrd="24" destOrd="0" presId="urn:microsoft.com/office/officeart/2005/8/layout/chevron1"/>
    <dgm:cxn modelId="{8969813D-9E63-4AF5-94C7-02A099F26CD0}" type="presParOf" srcId="{122CFFC7-6FAA-437D-8C0C-F4EA76012BC5}" destId="{72761FB5-89C8-4EF0-BCCD-2E7BAB3B2DD7}" srcOrd="25" destOrd="0" presId="urn:microsoft.com/office/officeart/2005/8/layout/chevron1"/>
    <dgm:cxn modelId="{A780881F-A069-496B-8A0B-1DDE530F8A8B}" type="presParOf" srcId="{122CFFC7-6FAA-437D-8C0C-F4EA76012BC5}" destId="{FB2ECF19-E0C7-4D6C-84DC-AC75EEECAE07}" srcOrd="26" destOrd="0" presId="urn:microsoft.com/office/officeart/2005/8/layout/chevron1"/>
    <dgm:cxn modelId="{3E2712DF-5DFE-4011-8B9E-5E3B7E1A448C}" type="presParOf" srcId="{122CFFC7-6FAA-437D-8C0C-F4EA76012BC5}" destId="{2974BD0C-B3FC-425D-AA83-75B2AB312347}" srcOrd="27" destOrd="0" presId="urn:microsoft.com/office/officeart/2005/8/layout/chevron1"/>
    <dgm:cxn modelId="{C6DA9B9F-B84D-4F34-B880-8E44863DB689}" type="presParOf" srcId="{122CFFC7-6FAA-437D-8C0C-F4EA76012BC5}" destId="{66BBCD7C-19A4-438E-93EF-826A1E8B5D82}" srcOrd="28" destOrd="0" presId="urn:microsoft.com/office/officeart/2005/8/layout/chevron1"/>
    <dgm:cxn modelId="{6CB296AB-ED3E-49DD-BFB2-65AD2E508C67}" type="presParOf" srcId="{122CFFC7-6FAA-437D-8C0C-F4EA76012BC5}" destId="{8DD7878A-5C40-4F7B-A045-E51BFE0F6280}" srcOrd="29" destOrd="0" presId="urn:microsoft.com/office/officeart/2005/8/layout/chevron1"/>
    <dgm:cxn modelId="{FB9EB278-6C2A-42C3-AE0A-F189E9CE80C9}" type="presParOf" srcId="{122CFFC7-6FAA-437D-8C0C-F4EA76012BC5}" destId="{D2C44066-DEC2-4CBB-BE92-8EE381A06DB3}" srcOrd="30" destOrd="0" presId="urn:microsoft.com/office/officeart/2005/8/layout/chevron1"/>
    <dgm:cxn modelId="{82BDEFF1-F7A9-4766-AE38-6538A8DFFA5F}" type="presParOf" srcId="{122CFFC7-6FAA-437D-8C0C-F4EA76012BC5}" destId="{5DDA69EC-1470-46D3-A6C1-57746DAE3322}" srcOrd="31" destOrd="0" presId="urn:microsoft.com/office/officeart/2005/8/layout/chevron1"/>
    <dgm:cxn modelId="{9DA7EB91-3872-4BD6-9BE8-9F622BBF5F51}" type="presParOf" srcId="{122CFFC7-6FAA-437D-8C0C-F4EA76012BC5}" destId="{095FD03F-8409-4303-9B76-ECE86738D07E}" srcOrd="32" destOrd="0" presId="urn:microsoft.com/office/officeart/2005/8/layout/chevron1"/>
    <dgm:cxn modelId="{D9A5AF0A-EDCD-4114-993F-F0E2C7C8BAF9}" type="presParOf" srcId="{122CFFC7-6FAA-437D-8C0C-F4EA76012BC5}" destId="{8F8D8476-0948-4AE0-BA56-47CE38F51E2A}" srcOrd="33" destOrd="0" presId="urn:microsoft.com/office/officeart/2005/8/layout/chevron1"/>
    <dgm:cxn modelId="{64442867-A329-45AA-8DC4-0EA16040D78F}" type="presParOf" srcId="{122CFFC7-6FAA-437D-8C0C-F4EA76012BC5}" destId="{12491560-70EC-438D-A1D7-2E541CBB4D24}" srcOrd="34" destOrd="0" presId="urn:microsoft.com/office/officeart/2005/8/layout/chevron1"/>
    <dgm:cxn modelId="{80BF75C2-652B-47AB-ABF9-7C8BDE4F47F0}" type="presParOf" srcId="{122CFFC7-6FAA-437D-8C0C-F4EA76012BC5}" destId="{443E27CE-1A4D-4001-8FB7-24486D8BC5EC}" srcOrd="35" destOrd="0" presId="urn:microsoft.com/office/officeart/2005/8/layout/chevron1"/>
    <dgm:cxn modelId="{0EA1EAF4-F015-467D-9F1D-B0CE02ECD964}" type="presParOf" srcId="{122CFFC7-6FAA-437D-8C0C-F4EA76012BC5}" destId="{CC8F7406-C624-4EC2-A8FF-1F3A71CB19DD}" srcOrd="36" destOrd="0" presId="urn:microsoft.com/office/officeart/2005/8/layout/chevron1"/>
    <dgm:cxn modelId="{37BC50AB-77D1-4765-916D-57B623D89D1A}" type="presParOf" srcId="{122CFFC7-6FAA-437D-8C0C-F4EA76012BC5}" destId="{65C6EF61-8AD1-4C55-85FF-F6988ED61FA1}" srcOrd="37" destOrd="0" presId="urn:microsoft.com/office/officeart/2005/8/layout/chevron1"/>
    <dgm:cxn modelId="{5C43B0EA-EDCE-4236-BA4D-A072C35DC67C}" type="presParOf" srcId="{122CFFC7-6FAA-437D-8C0C-F4EA76012BC5}" destId="{E4001355-AF4A-4E23-BB3F-606EA0D2BAE9}" srcOrd="38" destOrd="0" presId="urn:microsoft.com/office/officeart/2005/8/layout/chevron1"/>
  </dgm:cxnLst>
  <dgm:bg>
    <a:noFill/>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396DED2-E648-49D0-9939-5CA5D51371FC}">
      <dsp:nvSpPr>
        <dsp:cNvPr id="0" name=""/>
        <dsp:cNvSpPr/>
      </dsp:nvSpPr>
      <dsp:spPr>
        <a:xfrm>
          <a:off x="1302" y="2004098"/>
          <a:ext cx="673447" cy="269378"/>
        </a:xfrm>
        <a:prstGeom prst="chevron">
          <a:avLst/>
        </a:prstGeom>
        <a:solidFill>
          <a:srgbClr val="007DA9"/>
        </a:solidFill>
        <a:ln w="12700" cap="flat" cmpd="sng" algn="ctr">
          <a:solidFill>
            <a:srgbClr val="007DA9"/>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4006" tIns="14669" rIns="14669" bIns="14669" numCol="1" spcCol="1270" anchor="ctr" anchorCtr="0">
          <a:noAutofit/>
        </a:bodyPr>
        <a:lstStyle/>
        <a:p>
          <a:pPr marL="0" lvl="0" indent="0" algn="ctr" defTabSz="488950">
            <a:lnSpc>
              <a:spcPct val="90000"/>
            </a:lnSpc>
            <a:spcBef>
              <a:spcPct val="0"/>
            </a:spcBef>
            <a:spcAft>
              <a:spcPct val="35000"/>
            </a:spcAft>
            <a:buNone/>
          </a:pPr>
          <a:r>
            <a:rPr lang="pt-BR" sz="1100" kern="1200" dirty="0"/>
            <a:t>2005’</a:t>
          </a:r>
        </a:p>
      </dsp:txBody>
      <dsp:txXfrm>
        <a:off x="135991" y="2004098"/>
        <a:ext cx="404069" cy="269378"/>
      </dsp:txXfrm>
    </dsp:sp>
    <dsp:sp modelId="{FEDEEE17-E2F6-48D4-B72C-5A71A08D3933}">
      <dsp:nvSpPr>
        <dsp:cNvPr id="0" name=""/>
        <dsp:cNvSpPr/>
      </dsp:nvSpPr>
      <dsp:spPr>
        <a:xfrm>
          <a:off x="607404" y="2004098"/>
          <a:ext cx="673447" cy="269378"/>
        </a:xfrm>
        <a:prstGeom prst="chevron">
          <a:avLst/>
        </a:prstGeom>
        <a:solidFill>
          <a:srgbClr val="007DA9"/>
        </a:solidFill>
        <a:ln w="12700" cap="flat" cmpd="sng" algn="ctr">
          <a:solidFill>
            <a:srgbClr val="007DA9"/>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4006" tIns="14669" rIns="14669" bIns="14669" numCol="1" spcCol="1270" anchor="ctr" anchorCtr="0">
          <a:noAutofit/>
        </a:bodyPr>
        <a:lstStyle/>
        <a:p>
          <a:pPr marL="0" lvl="0" indent="0" algn="ctr" defTabSz="488950">
            <a:lnSpc>
              <a:spcPct val="90000"/>
            </a:lnSpc>
            <a:spcBef>
              <a:spcPct val="0"/>
            </a:spcBef>
            <a:spcAft>
              <a:spcPct val="35000"/>
            </a:spcAft>
            <a:buNone/>
          </a:pPr>
          <a:r>
            <a:rPr lang="pt-BR" sz="1100" kern="1200" dirty="0"/>
            <a:t>2006</a:t>
          </a:r>
        </a:p>
      </dsp:txBody>
      <dsp:txXfrm>
        <a:off x="742093" y="2004098"/>
        <a:ext cx="404069" cy="269378"/>
      </dsp:txXfrm>
    </dsp:sp>
    <dsp:sp modelId="{FC1BF680-A0B8-40EC-A1A1-62BF4ADD6214}">
      <dsp:nvSpPr>
        <dsp:cNvPr id="0" name=""/>
        <dsp:cNvSpPr/>
      </dsp:nvSpPr>
      <dsp:spPr>
        <a:xfrm>
          <a:off x="1213507" y="2004098"/>
          <a:ext cx="673447" cy="269378"/>
        </a:xfrm>
        <a:prstGeom prst="chevron">
          <a:avLst/>
        </a:prstGeom>
        <a:solidFill>
          <a:srgbClr val="007DA9"/>
        </a:solidFill>
        <a:ln w="12700" cap="flat" cmpd="sng" algn="ctr">
          <a:solidFill>
            <a:srgbClr val="007DA9"/>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4006" tIns="14669" rIns="14669" bIns="14669" numCol="1" spcCol="1270" anchor="ctr" anchorCtr="0">
          <a:noAutofit/>
        </a:bodyPr>
        <a:lstStyle/>
        <a:p>
          <a:pPr marL="0" lvl="0" indent="0" algn="ctr" defTabSz="488950">
            <a:lnSpc>
              <a:spcPct val="90000"/>
            </a:lnSpc>
            <a:spcBef>
              <a:spcPct val="0"/>
            </a:spcBef>
            <a:spcAft>
              <a:spcPct val="35000"/>
            </a:spcAft>
            <a:buNone/>
          </a:pPr>
          <a:r>
            <a:rPr lang="pt-BR" sz="1100" kern="1200" dirty="0"/>
            <a:t>2007</a:t>
          </a:r>
        </a:p>
      </dsp:txBody>
      <dsp:txXfrm>
        <a:off x="1348196" y="2004098"/>
        <a:ext cx="404069" cy="269378"/>
      </dsp:txXfrm>
    </dsp:sp>
    <dsp:sp modelId="{08017301-64FD-4865-920B-3D28CBC69C28}">
      <dsp:nvSpPr>
        <dsp:cNvPr id="0" name=""/>
        <dsp:cNvSpPr/>
      </dsp:nvSpPr>
      <dsp:spPr>
        <a:xfrm>
          <a:off x="1819609" y="2004098"/>
          <a:ext cx="673447" cy="269378"/>
        </a:xfrm>
        <a:prstGeom prst="chevron">
          <a:avLst/>
        </a:prstGeom>
        <a:solidFill>
          <a:srgbClr val="007DA9"/>
        </a:solidFill>
        <a:ln w="12700" cap="flat" cmpd="sng" algn="ctr">
          <a:solidFill>
            <a:srgbClr val="007DA9"/>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4006" tIns="14669" rIns="14669" bIns="14669" numCol="1" spcCol="1270" anchor="ctr" anchorCtr="0">
          <a:noAutofit/>
        </a:bodyPr>
        <a:lstStyle/>
        <a:p>
          <a:pPr marL="0" lvl="0" indent="0" algn="ctr" defTabSz="488950">
            <a:lnSpc>
              <a:spcPct val="90000"/>
            </a:lnSpc>
            <a:spcBef>
              <a:spcPct val="0"/>
            </a:spcBef>
            <a:spcAft>
              <a:spcPct val="35000"/>
            </a:spcAft>
            <a:buNone/>
          </a:pPr>
          <a:r>
            <a:rPr lang="pt-BR" sz="1100" kern="1200" dirty="0"/>
            <a:t>2008</a:t>
          </a:r>
        </a:p>
      </dsp:txBody>
      <dsp:txXfrm>
        <a:off x="1954298" y="2004098"/>
        <a:ext cx="404069" cy="269378"/>
      </dsp:txXfrm>
    </dsp:sp>
    <dsp:sp modelId="{77F172B0-8084-41F4-8064-B80483EA77BA}">
      <dsp:nvSpPr>
        <dsp:cNvPr id="0" name=""/>
        <dsp:cNvSpPr/>
      </dsp:nvSpPr>
      <dsp:spPr>
        <a:xfrm>
          <a:off x="2425712" y="2004098"/>
          <a:ext cx="673447" cy="269378"/>
        </a:xfrm>
        <a:prstGeom prst="chevron">
          <a:avLst/>
        </a:prstGeom>
        <a:solidFill>
          <a:srgbClr val="007DA9"/>
        </a:solidFill>
        <a:ln w="12700" cap="flat" cmpd="sng" algn="ctr">
          <a:solidFill>
            <a:srgbClr val="007DA9"/>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4006" tIns="14669" rIns="14669" bIns="14669" numCol="1" spcCol="1270" anchor="ctr" anchorCtr="0">
          <a:noAutofit/>
        </a:bodyPr>
        <a:lstStyle/>
        <a:p>
          <a:pPr marL="0" lvl="0" indent="0" algn="ctr" defTabSz="488950">
            <a:lnSpc>
              <a:spcPct val="90000"/>
            </a:lnSpc>
            <a:spcBef>
              <a:spcPct val="0"/>
            </a:spcBef>
            <a:spcAft>
              <a:spcPct val="35000"/>
            </a:spcAft>
            <a:buNone/>
          </a:pPr>
          <a:r>
            <a:rPr lang="pt-BR" sz="1100" kern="1200" dirty="0"/>
            <a:t>2009</a:t>
          </a:r>
        </a:p>
      </dsp:txBody>
      <dsp:txXfrm>
        <a:off x="2560401" y="2004098"/>
        <a:ext cx="404069" cy="269378"/>
      </dsp:txXfrm>
    </dsp:sp>
    <dsp:sp modelId="{CF8063FB-A026-45C0-9CBB-A9357781DB82}">
      <dsp:nvSpPr>
        <dsp:cNvPr id="0" name=""/>
        <dsp:cNvSpPr/>
      </dsp:nvSpPr>
      <dsp:spPr>
        <a:xfrm>
          <a:off x="3031814" y="2004098"/>
          <a:ext cx="673447" cy="269378"/>
        </a:xfrm>
        <a:prstGeom prst="chevron">
          <a:avLst/>
        </a:prstGeom>
        <a:solidFill>
          <a:srgbClr val="007DA9"/>
        </a:solidFill>
        <a:ln w="12700" cap="flat" cmpd="sng" algn="ctr">
          <a:solidFill>
            <a:srgbClr val="007DA9"/>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4006" tIns="14669" rIns="14669" bIns="14669" numCol="1" spcCol="1270" anchor="ctr" anchorCtr="0">
          <a:noAutofit/>
        </a:bodyPr>
        <a:lstStyle/>
        <a:p>
          <a:pPr marL="0" lvl="0" indent="0" algn="ctr" defTabSz="488950">
            <a:lnSpc>
              <a:spcPct val="90000"/>
            </a:lnSpc>
            <a:spcBef>
              <a:spcPct val="0"/>
            </a:spcBef>
            <a:spcAft>
              <a:spcPct val="35000"/>
            </a:spcAft>
            <a:buNone/>
          </a:pPr>
          <a:r>
            <a:rPr lang="pt-BR" sz="1100" kern="1200" dirty="0"/>
            <a:t>2010</a:t>
          </a:r>
        </a:p>
      </dsp:txBody>
      <dsp:txXfrm>
        <a:off x="3166503" y="2004098"/>
        <a:ext cx="404069" cy="269378"/>
      </dsp:txXfrm>
    </dsp:sp>
    <dsp:sp modelId="{A6C747F9-EA3A-4021-8BD9-7885A20FEF19}">
      <dsp:nvSpPr>
        <dsp:cNvPr id="0" name=""/>
        <dsp:cNvSpPr/>
      </dsp:nvSpPr>
      <dsp:spPr>
        <a:xfrm>
          <a:off x="3637917" y="2004098"/>
          <a:ext cx="673447" cy="269378"/>
        </a:xfrm>
        <a:prstGeom prst="chevron">
          <a:avLst/>
        </a:prstGeom>
        <a:solidFill>
          <a:srgbClr val="007DA9"/>
        </a:solidFill>
        <a:ln w="12700" cap="flat" cmpd="sng" algn="ctr">
          <a:solidFill>
            <a:srgbClr val="007DA9"/>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4006" tIns="14669" rIns="14669" bIns="14669" numCol="1" spcCol="1270" anchor="ctr" anchorCtr="0">
          <a:noAutofit/>
        </a:bodyPr>
        <a:lstStyle/>
        <a:p>
          <a:pPr marL="0" lvl="0" indent="0" algn="ctr" defTabSz="488950">
            <a:lnSpc>
              <a:spcPct val="90000"/>
            </a:lnSpc>
            <a:spcBef>
              <a:spcPct val="0"/>
            </a:spcBef>
            <a:spcAft>
              <a:spcPct val="35000"/>
            </a:spcAft>
            <a:buNone/>
          </a:pPr>
          <a:r>
            <a:rPr lang="pt-BR" sz="1100" kern="1200" dirty="0"/>
            <a:t>2011</a:t>
          </a:r>
        </a:p>
      </dsp:txBody>
      <dsp:txXfrm>
        <a:off x="3772606" y="2004098"/>
        <a:ext cx="404069" cy="269378"/>
      </dsp:txXfrm>
    </dsp:sp>
    <dsp:sp modelId="{2D647B16-E49F-4CD1-ABAB-09479DCBD66B}">
      <dsp:nvSpPr>
        <dsp:cNvPr id="0" name=""/>
        <dsp:cNvSpPr/>
      </dsp:nvSpPr>
      <dsp:spPr>
        <a:xfrm>
          <a:off x="4244020" y="2004098"/>
          <a:ext cx="673447" cy="269378"/>
        </a:xfrm>
        <a:prstGeom prst="chevron">
          <a:avLst/>
        </a:prstGeom>
        <a:solidFill>
          <a:srgbClr val="007DA9"/>
        </a:solidFill>
        <a:ln w="12700" cap="flat" cmpd="sng" algn="ctr">
          <a:solidFill>
            <a:srgbClr val="007DA9"/>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4006" tIns="14669" rIns="14669" bIns="14669" numCol="1" spcCol="1270" anchor="ctr" anchorCtr="0">
          <a:noAutofit/>
        </a:bodyPr>
        <a:lstStyle/>
        <a:p>
          <a:pPr marL="0" lvl="0" indent="0" algn="ctr" defTabSz="488950">
            <a:lnSpc>
              <a:spcPct val="90000"/>
            </a:lnSpc>
            <a:spcBef>
              <a:spcPct val="0"/>
            </a:spcBef>
            <a:spcAft>
              <a:spcPct val="35000"/>
            </a:spcAft>
            <a:buNone/>
          </a:pPr>
          <a:r>
            <a:rPr lang="pt-BR" sz="1100" kern="1200" dirty="0"/>
            <a:t>2012</a:t>
          </a:r>
        </a:p>
      </dsp:txBody>
      <dsp:txXfrm>
        <a:off x="4378709" y="2004098"/>
        <a:ext cx="404069" cy="269378"/>
      </dsp:txXfrm>
    </dsp:sp>
    <dsp:sp modelId="{A5E64613-D4B9-4796-AA7F-9DC05ABDFB76}">
      <dsp:nvSpPr>
        <dsp:cNvPr id="0" name=""/>
        <dsp:cNvSpPr/>
      </dsp:nvSpPr>
      <dsp:spPr>
        <a:xfrm>
          <a:off x="4850122" y="2004098"/>
          <a:ext cx="673447" cy="269378"/>
        </a:xfrm>
        <a:prstGeom prst="chevron">
          <a:avLst/>
        </a:prstGeom>
        <a:solidFill>
          <a:srgbClr val="007DA9"/>
        </a:solidFill>
        <a:ln w="12700" cap="flat" cmpd="sng" algn="ctr">
          <a:solidFill>
            <a:srgbClr val="007DA9"/>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4006" tIns="14669" rIns="14669" bIns="14669" numCol="1" spcCol="1270" anchor="ctr" anchorCtr="0">
          <a:noAutofit/>
        </a:bodyPr>
        <a:lstStyle/>
        <a:p>
          <a:pPr marL="0" lvl="0" indent="0" algn="ctr" defTabSz="488950">
            <a:lnSpc>
              <a:spcPct val="90000"/>
            </a:lnSpc>
            <a:spcBef>
              <a:spcPct val="0"/>
            </a:spcBef>
            <a:spcAft>
              <a:spcPct val="35000"/>
            </a:spcAft>
            <a:buNone/>
          </a:pPr>
          <a:r>
            <a:rPr lang="pt-BR" sz="1100" kern="1200" dirty="0"/>
            <a:t>2013</a:t>
          </a:r>
        </a:p>
      </dsp:txBody>
      <dsp:txXfrm>
        <a:off x="4984811" y="2004098"/>
        <a:ext cx="404069" cy="269378"/>
      </dsp:txXfrm>
    </dsp:sp>
    <dsp:sp modelId="{CFC69E0E-B286-44C1-B0E5-A9E214EF8DA3}">
      <dsp:nvSpPr>
        <dsp:cNvPr id="0" name=""/>
        <dsp:cNvSpPr/>
      </dsp:nvSpPr>
      <dsp:spPr>
        <a:xfrm>
          <a:off x="5456225" y="2004098"/>
          <a:ext cx="673447" cy="269378"/>
        </a:xfrm>
        <a:prstGeom prst="chevron">
          <a:avLst/>
        </a:prstGeom>
        <a:solidFill>
          <a:srgbClr val="007DA9"/>
        </a:solidFill>
        <a:ln w="12700" cap="flat" cmpd="sng" algn="ctr">
          <a:solidFill>
            <a:srgbClr val="007DA9"/>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4006" tIns="14669" rIns="14669" bIns="14669" numCol="1" spcCol="1270" anchor="ctr" anchorCtr="0">
          <a:noAutofit/>
        </a:bodyPr>
        <a:lstStyle/>
        <a:p>
          <a:pPr marL="0" lvl="0" indent="0" algn="ctr" defTabSz="488950">
            <a:lnSpc>
              <a:spcPct val="90000"/>
            </a:lnSpc>
            <a:spcBef>
              <a:spcPct val="0"/>
            </a:spcBef>
            <a:spcAft>
              <a:spcPct val="35000"/>
            </a:spcAft>
            <a:buNone/>
          </a:pPr>
          <a:r>
            <a:rPr lang="pt-BR" sz="1100" kern="1200" dirty="0"/>
            <a:t>2014</a:t>
          </a:r>
        </a:p>
      </dsp:txBody>
      <dsp:txXfrm>
        <a:off x="5590914" y="2004098"/>
        <a:ext cx="404069" cy="269378"/>
      </dsp:txXfrm>
    </dsp:sp>
    <dsp:sp modelId="{E576DA13-E4FE-4118-978F-65D3FE10907F}">
      <dsp:nvSpPr>
        <dsp:cNvPr id="0" name=""/>
        <dsp:cNvSpPr/>
      </dsp:nvSpPr>
      <dsp:spPr>
        <a:xfrm>
          <a:off x="6062327" y="2004098"/>
          <a:ext cx="673447" cy="269378"/>
        </a:xfrm>
        <a:prstGeom prst="chevron">
          <a:avLst/>
        </a:prstGeom>
        <a:solidFill>
          <a:srgbClr val="007DA9"/>
        </a:solidFill>
        <a:ln w="12700" cap="flat" cmpd="sng" algn="ctr">
          <a:solidFill>
            <a:srgbClr val="007DA9"/>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4006" tIns="14669" rIns="14669" bIns="14669" numCol="1" spcCol="1270" anchor="ctr" anchorCtr="0">
          <a:noAutofit/>
        </a:bodyPr>
        <a:lstStyle/>
        <a:p>
          <a:pPr marL="0" lvl="0" indent="0" algn="ctr" defTabSz="488950">
            <a:lnSpc>
              <a:spcPct val="90000"/>
            </a:lnSpc>
            <a:spcBef>
              <a:spcPct val="0"/>
            </a:spcBef>
            <a:spcAft>
              <a:spcPct val="35000"/>
            </a:spcAft>
            <a:buNone/>
          </a:pPr>
          <a:r>
            <a:rPr lang="pt-BR" sz="1100" kern="1200" dirty="0"/>
            <a:t>2015</a:t>
          </a:r>
        </a:p>
      </dsp:txBody>
      <dsp:txXfrm>
        <a:off x="6197016" y="2004098"/>
        <a:ext cx="404069" cy="269378"/>
      </dsp:txXfrm>
    </dsp:sp>
    <dsp:sp modelId="{8AE67534-0D17-48E3-8DC7-D662AB031B33}">
      <dsp:nvSpPr>
        <dsp:cNvPr id="0" name=""/>
        <dsp:cNvSpPr/>
      </dsp:nvSpPr>
      <dsp:spPr>
        <a:xfrm>
          <a:off x="6668430" y="2004098"/>
          <a:ext cx="673447" cy="269378"/>
        </a:xfrm>
        <a:prstGeom prst="chevron">
          <a:avLst/>
        </a:prstGeom>
        <a:solidFill>
          <a:srgbClr val="007DA9"/>
        </a:solidFill>
        <a:ln w="12700" cap="flat" cmpd="sng" algn="ctr">
          <a:solidFill>
            <a:srgbClr val="007DA9"/>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4006" tIns="14669" rIns="14669" bIns="14669" numCol="1" spcCol="1270" anchor="ctr" anchorCtr="0">
          <a:noAutofit/>
        </a:bodyPr>
        <a:lstStyle/>
        <a:p>
          <a:pPr marL="0" lvl="0" indent="0" algn="ctr" defTabSz="488950">
            <a:lnSpc>
              <a:spcPct val="90000"/>
            </a:lnSpc>
            <a:spcBef>
              <a:spcPct val="0"/>
            </a:spcBef>
            <a:spcAft>
              <a:spcPct val="35000"/>
            </a:spcAft>
            <a:buNone/>
          </a:pPr>
          <a:r>
            <a:rPr lang="pt-BR" sz="1100" kern="1200" dirty="0"/>
            <a:t>2016</a:t>
          </a:r>
        </a:p>
      </dsp:txBody>
      <dsp:txXfrm>
        <a:off x="6803119" y="2004098"/>
        <a:ext cx="404069" cy="269378"/>
      </dsp:txXfrm>
    </dsp:sp>
    <dsp:sp modelId="{28B0699E-90BD-4DBF-BB86-9DE4D391A083}">
      <dsp:nvSpPr>
        <dsp:cNvPr id="0" name=""/>
        <dsp:cNvSpPr/>
      </dsp:nvSpPr>
      <dsp:spPr>
        <a:xfrm>
          <a:off x="7274532" y="2004098"/>
          <a:ext cx="673447" cy="269378"/>
        </a:xfrm>
        <a:prstGeom prst="chevron">
          <a:avLst/>
        </a:prstGeom>
        <a:solidFill>
          <a:srgbClr val="007DA9"/>
        </a:solidFill>
        <a:ln w="12700" cap="flat" cmpd="sng" algn="ctr">
          <a:solidFill>
            <a:srgbClr val="007DA9"/>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4006" tIns="14669" rIns="14669" bIns="14669" numCol="1" spcCol="1270" anchor="ctr" anchorCtr="0">
          <a:noAutofit/>
        </a:bodyPr>
        <a:lstStyle/>
        <a:p>
          <a:pPr marL="0" lvl="0" indent="0" algn="ctr" defTabSz="488950">
            <a:lnSpc>
              <a:spcPct val="90000"/>
            </a:lnSpc>
            <a:spcBef>
              <a:spcPct val="0"/>
            </a:spcBef>
            <a:spcAft>
              <a:spcPct val="35000"/>
            </a:spcAft>
            <a:buNone/>
          </a:pPr>
          <a:r>
            <a:rPr lang="pt-BR" sz="1100" kern="1200" dirty="0"/>
            <a:t>2017</a:t>
          </a:r>
        </a:p>
      </dsp:txBody>
      <dsp:txXfrm>
        <a:off x="7409221" y="2004098"/>
        <a:ext cx="404069" cy="269378"/>
      </dsp:txXfrm>
    </dsp:sp>
    <dsp:sp modelId="{FB2ECF19-E0C7-4D6C-84DC-AC75EEECAE07}">
      <dsp:nvSpPr>
        <dsp:cNvPr id="0" name=""/>
        <dsp:cNvSpPr/>
      </dsp:nvSpPr>
      <dsp:spPr>
        <a:xfrm>
          <a:off x="7880635" y="2004098"/>
          <a:ext cx="673447" cy="269378"/>
        </a:xfrm>
        <a:prstGeom prst="chevron">
          <a:avLst/>
        </a:prstGeom>
        <a:solidFill>
          <a:srgbClr val="007DA9"/>
        </a:solidFill>
        <a:ln w="12700" cap="flat" cmpd="sng" algn="ctr">
          <a:solidFill>
            <a:srgbClr val="007DA9"/>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4006" tIns="14669" rIns="14669" bIns="14669" numCol="1" spcCol="1270" anchor="ctr" anchorCtr="0">
          <a:noAutofit/>
        </a:bodyPr>
        <a:lstStyle/>
        <a:p>
          <a:pPr marL="0" lvl="0" indent="0" algn="ctr" defTabSz="488950">
            <a:lnSpc>
              <a:spcPct val="90000"/>
            </a:lnSpc>
            <a:spcBef>
              <a:spcPct val="0"/>
            </a:spcBef>
            <a:spcAft>
              <a:spcPct val="35000"/>
            </a:spcAft>
            <a:buNone/>
          </a:pPr>
          <a:r>
            <a:rPr lang="pt-BR" sz="1100" kern="1200" dirty="0"/>
            <a:t>2018</a:t>
          </a:r>
        </a:p>
      </dsp:txBody>
      <dsp:txXfrm>
        <a:off x="8015324" y="2004098"/>
        <a:ext cx="404069" cy="269378"/>
      </dsp:txXfrm>
    </dsp:sp>
    <dsp:sp modelId="{66BBCD7C-19A4-438E-93EF-826A1E8B5D82}">
      <dsp:nvSpPr>
        <dsp:cNvPr id="0" name=""/>
        <dsp:cNvSpPr/>
      </dsp:nvSpPr>
      <dsp:spPr>
        <a:xfrm>
          <a:off x="8486737" y="2004098"/>
          <a:ext cx="673447" cy="269378"/>
        </a:xfrm>
        <a:prstGeom prst="chevron">
          <a:avLst/>
        </a:prstGeom>
        <a:solidFill>
          <a:srgbClr val="007DA9"/>
        </a:solidFill>
        <a:ln w="12700" cap="flat" cmpd="sng" algn="ctr">
          <a:solidFill>
            <a:srgbClr val="007DA9"/>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4006" tIns="14669" rIns="14669" bIns="14669" numCol="1" spcCol="1270" anchor="ctr" anchorCtr="0">
          <a:noAutofit/>
        </a:bodyPr>
        <a:lstStyle/>
        <a:p>
          <a:pPr marL="0" lvl="0" indent="0" algn="ctr" defTabSz="488950">
            <a:lnSpc>
              <a:spcPct val="90000"/>
            </a:lnSpc>
            <a:spcBef>
              <a:spcPct val="0"/>
            </a:spcBef>
            <a:spcAft>
              <a:spcPct val="35000"/>
            </a:spcAft>
            <a:buNone/>
          </a:pPr>
          <a:r>
            <a:rPr lang="pt-BR" sz="1100" kern="1200" dirty="0"/>
            <a:t>2019</a:t>
          </a:r>
        </a:p>
      </dsp:txBody>
      <dsp:txXfrm>
        <a:off x="8621426" y="2004098"/>
        <a:ext cx="404069" cy="269378"/>
      </dsp:txXfrm>
    </dsp:sp>
    <dsp:sp modelId="{D2C44066-DEC2-4CBB-BE92-8EE381A06DB3}">
      <dsp:nvSpPr>
        <dsp:cNvPr id="0" name=""/>
        <dsp:cNvSpPr/>
      </dsp:nvSpPr>
      <dsp:spPr>
        <a:xfrm>
          <a:off x="9092840" y="2004098"/>
          <a:ext cx="673447" cy="269378"/>
        </a:xfrm>
        <a:prstGeom prst="chevron">
          <a:avLst/>
        </a:prstGeom>
        <a:solidFill>
          <a:srgbClr val="007DA9"/>
        </a:solidFill>
        <a:ln w="12700" cap="flat" cmpd="sng" algn="ctr">
          <a:solidFill>
            <a:srgbClr val="007DA9"/>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4006" tIns="14669" rIns="14669" bIns="14669" numCol="1" spcCol="1270" anchor="ctr" anchorCtr="0">
          <a:noAutofit/>
        </a:bodyPr>
        <a:lstStyle/>
        <a:p>
          <a:pPr marL="0" lvl="0" indent="0" algn="ctr" defTabSz="488950">
            <a:lnSpc>
              <a:spcPct val="90000"/>
            </a:lnSpc>
            <a:spcBef>
              <a:spcPct val="0"/>
            </a:spcBef>
            <a:spcAft>
              <a:spcPct val="35000"/>
            </a:spcAft>
            <a:buNone/>
          </a:pPr>
          <a:r>
            <a:rPr lang="pt-BR" sz="1100" kern="1200" dirty="0"/>
            <a:t>2020</a:t>
          </a:r>
        </a:p>
      </dsp:txBody>
      <dsp:txXfrm>
        <a:off x="9227529" y="2004098"/>
        <a:ext cx="404069" cy="269378"/>
      </dsp:txXfrm>
    </dsp:sp>
    <dsp:sp modelId="{095FD03F-8409-4303-9B76-ECE86738D07E}">
      <dsp:nvSpPr>
        <dsp:cNvPr id="0" name=""/>
        <dsp:cNvSpPr/>
      </dsp:nvSpPr>
      <dsp:spPr>
        <a:xfrm>
          <a:off x="9698942" y="2004098"/>
          <a:ext cx="673447" cy="269378"/>
        </a:xfrm>
        <a:prstGeom prst="chevron">
          <a:avLst/>
        </a:prstGeom>
        <a:solidFill>
          <a:srgbClr val="007DA9"/>
        </a:solidFill>
        <a:ln w="12700" cap="flat" cmpd="sng" algn="ctr">
          <a:solidFill>
            <a:srgbClr val="007DA9"/>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4006" tIns="14669" rIns="14669" bIns="14669" numCol="1" spcCol="1270" anchor="ctr" anchorCtr="0">
          <a:noAutofit/>
        </a:bodyPr>
        <a:lstStyle/>
        <a:p>
          <a:pPr marL="0" lvl="0" indent="0" algn="ctr" defTabSz="488950">
            <a:lnSpc>
              <a:spcPct val="90000"/>
            </a:lnSpc>
            <a:spcBef>
              <a:spcPct val="0"/>
            </a:spcBef>
            <a:spcAft>
              <a:spcPct val="35000"/>
            </a:spcAft>
            <a:buNone/>
          </a:pPr>
          <a:r>
            <a:rPr lang="pt-BR" sz="1100" kern="1200" dirty="0"/>
            <a:t>2021</a:t>
          </a:r>
        </a:p>
      </dsp:txBody>
      <dsp:txXfrm>
        <a:off x="9833631" y="2004098"/>
        <a:ext cx="404069" cy="269378"/>
      </dsp:txXfrm>
    </dsp:sp>
    <dsp:sp modelId="{12491560-70EC-438D-A1D7-2E541CBB4D24}">
      <dsp:nvSpPr>
        <dsp:cNvPr id="0" name=""/>
        <dsp:cNvSpPr/>
      </dsp:nvSpPr>
      <dsp:spPr>
        <a:xfrm>
          <a:off x="10305045" y="2004098"/>
          <a:ext cx="673447" cy="269378"/>
        </a:xfrm>
        <a:prstGeom prst="chevron">
          <a:avLst/>
        </a:prstGeom>
        <a:solidFill>
          <a:srgbClr val="007DA9"/>
        </a:solidFill>
        <a:ln w="12700" cap="flat" cmpd="sng" algn="ctr">
          <a:solidFill>
            <a:srgbClr val="007DA9"/>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4006" tIns="14669" rIns="14669" bIns="14669" numCol="1" spcCol="1270" anchor="ctr" anchorCtr="0">
          <a:noAutofit/>
        </a:bodyPr>
        <a:lstStyle/>
        <a:p>
          <a:pPr marL="0" lvl="0" indent="0" algn="ctr" defTabSz="488950">
            <a:lnSpc>
              <a:spcPct val="90000"/>
            </a:lnSpc>
            <a:spcBef>
              <a:spcPct val="0"/>
            </a:spcBef>
            <a:spcAft>
              <a:spcPct val="35000"/>
            </a:spcAft>
            <a:buNone/>
          </a:pPr>
          <a:r>
            <a:rPr lang="pt-BR" sz="1100" kern="1200" dirty="0"/>
            <a:t>2022</a:t>
          </a:r>
        </a:p>
      </dsp:txBody>
      <dsp:txXfrm>
        <a:off x="10439734" y="2004098"/>
        <a:ext cx="404069" cy="269378"/>
      </dsp:txXfrm>
    </dsp:sp>
    <dsp:sp modelId="{CC8F7406-C624-4EC2-A8FF-1F3A71CB19DD}">
      <dsp:nvSpPr>
        <dsp:cNvPr id="0" name=""/>
        <dsp:cNvSpPr/>
      </dsp:nvSpPr>
      <dsp:spPr>
        <a:xfrm>
          <a:off x="10911147" y="2004098"/>
          <a:ext cx="673447" cy="269378"/>
        </a:xfrm>
        <a:prstGeom prst="chevron">
          <a:avLst/>
        </a:prstGeom>
        <a:solidFill>
          <a:srgbClr val="007DA9"/>
        </a:solidFill>
        <a:ln w="12700" cap="flat" cmpd="sng" algn="ctr">
          <a:solidFill>
            <a:srgbClr val="007DA9"/>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4006" tIns="14669" rIns="14669" bIns="14669" numCol="1" spcCol="1270" anchor="ctr" anchorCtr="0">
          <a:noAutofit/>
        </a:bodyPr>
        <a:lstStyle/>
        <a:p>
          <a:pPr marL="0" lvl="0" indent="0" algn="ctr" defTabSz="488950">
            <a:lnSpc>
              <a:spcPct val="90000"/>
            </a:lnSpc>
            <a:spcBef>
              <a:spcPct val="0"/>
            </a:spcBef>
            <a:spcAft>
              <a:spcPct val="35000"/>
            </a:spcAft>
            <a:buNone/>
          </a:pPr>
          <a:r>
            <a:rPr lang="pt-BR" sz="1100" kern="1200" dirty="0"/>
            <a:t>2023</a:t>
          </a:r>
        </a:p>
      </dsp:txBody>
      <dsp:txXfrm>
        <a:off x="11045836" y="2004098"/>
        <a:ext cx="404069" cy="269378"/>
      </dsp:txXfrm>
    </dsp:sp>
    <dsp:sp modelId="{E4001355-AF4A-4E23-BB3F-606EA0D2BAE9}">
      <dsp:nvSpPr>
        <dsp:cNvPr id="0" name=""/>
        <dsp:cNvSpPr/>
      </dsp:nvSpPr>
      <dsp:spPr>
        <a:xfrm>
          <a:off x="11517250" y="2004098"/>
          <a:ext cx="673447" cy="269378"/>
        </a:xfrm>
        <a:prstGeom prst="chevron">
          <a:avLst/>
        </a:prstGeom>
        <a:solidFill>
          <a:srgbClr val="007DA9"/>
        </a:solidFill>
        <a:ln w="12700" cap="flat" cmpd="sng" algn="ctr">
          <a:solidFill>
            <a:srgbClr val="007DA9"/>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4006" tIns="14669" rIns="14669" bIns="14669" numCol="1" spcCol="1270" anchor="ctr" anchorCtr="0">
          <a:noAutofit/>
        </a:bodyPr>
        <a:lstStyle/>
        <a:p>
          <a:pPr marL="0" lvl="0" indent="0" algn="ctr" defTabSz="488950">
            <a:lnSpc>
              <a:spcPct val="90000"/>
            </a:lnSpc>
            <a:spcBef>
              <a:spcPct val="0"/>
            </a:spcBef>
            <a:spcAft>
              <a:spcPct val="35000"/>
            </a:spcAft>
            <a:buNone/>
          </a:pPr>
          <a:r>
            <a:rPr lang="pt-BR" sz="1100" kern="1200" dirty="0"/>
            <a:t>2024</a:t>
          </a:r>
        </a:p>
      </dsp:txBody>
      <dsp:txXfrm>
        <a:off x="11651939" y="2004098"/>
        <a:ext cx="404069" cy="269378"/>
      </dsp:txXfrm>
    </dsp:sp>
  </dsp:spTree>
</dsp:drawing>
</file>

<file path=ppt/diagrams/layout1.xml><?xml version="1.0" encoding="utf-8"?>
<dgm:layoutDef xmlns:dgm="http://schemas.openxmlformats.org/drawingml/2006/diagram" xmlns:a="http://schemas.openxmlformats.org/drawingml/2006/main" uniqueId="urn:microsoft.com/office/officeart/2005/8/layout/chevron1">
  <dgm:title val=""/>
  <dgm:desc val=""/>
  <dgm:catLst>
    <dgm:cat type="process" pri="9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hoose name="Name4">
      <dgm:if name="Name5" axis="des" func="maxDepth" op="gte" val="2">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1.5"/>
          <dgm:constr type="h" for="des" forName="desTx" refType="primFontSz" refFor="des" refForName="parTx" fact="0.5"/>
          <dgm:constr type="w" for="ch" forName="space" op="equ" val="-6"/>
        </dgm:constrLst>
        <dgm:ruleLst>
          <dgm:rule type="w" for="ch" forName="composite" val="0" fact="NaN" max="NaN"/>
          <dgm:rule type="primFontSz" for="des" forName="parTx" val="5" fact="NaN" max="NaN"/>
        </dgm:ruleLst>
        <dgm:forEach name="Name6" axis="ch" ptType="node">
          <dgm:layoutNode name="composite">
            <dgm:alg type="composite"/>
            <dgm:shape xmlns:r="http://schemas.openxmlformats.org/officeDocument/2006/relationships" r:blip="">
              <dgm:adjLst/>
            </dgm:shape>
            <dgm:presOf/>
            <dgm:choose name="Name7">
              <dgm:if name="Name8" func="var" arg="dir" op="equ" val="norm">
                <dgm:constrLst>
                  <dgm:constr type="l" for="ch" forName="parTx"/>
                  <dgm:constr type="w" for="ch" forName="parTx" refType="w"/>
                  <dgm:constr type="t" for="ch" forName="parTx"/>
                  <dgm:constr type="l" for="ch" forName="desTx"/>
                  <dgm:constr type="w" for="ch" forName="desTx" refType="w" refFor="ch" refForName="parTx" fact="0.8"/>
                  <dgm:constr type="t" for="ch" forName="desTx" refType="h" refFor="ch" refForName="parTx" fact="1.125"/>
                </dgm:constrLst>
              </dgm:if>
              <dgm:else name="Name9">
                <dgm:constrLst>
                  <dgm:constr type="l" for="ch" forName="parTx"/>
                  <dgm:constr type="w" for="ch" forName="parTx" refType="w"/>
                  <dgm:constr type="t" for="ch" forName="parTx"/>
                  <dgm:constr type="l" for="ch" forName="desTx" refType="w" fact="0.2"/>
                  <dgm:constr type="w" for="ch" forName="desTx" refType="w" refFor="ch" refForName="parTx" fact="0.8"/>
                  <dgm:constr type="t" for="ch" forName="desTx" refType="h" refFor="ch" refForName="parTx" fact="1.125"/>
                </dgm:constrLst>
              </dgm:else>
            </dgm:choose>
            <dgm:ruleLst>
              <dgm:rule type="h" val="INF" fact="NaN" max="NaN"/>
            </dgm:ruleLst>
            <dgm:layoutNode name="parTx">
              <dgm:varLst>
                <dgm:chMax val="0"/>
                <dgm:chPref val="0"/>
                <dgm:bulletEnabled val="1"/>
              </dgm:varLst>
              <dgm:alg type="tx"/>
              <dgm:choose name="Name10">
                <dgm:if name="Name11" func="var" arg="dir" op="equ" val="norm">
                  <dgm:shape xmlns:r="http://schemas.openxmlformats.org/officeDocument/2006/relationships" type="chevron" r:blip="">
                    <dgm:adjLst/>
                  </dgm:shape>
                </dgm:if>
                <dgm:else name="Name12">
                  <dgm:shape xmlns:r="http://schemas.openxmlformats.org/officeDocument/2006/relationships" rot="180" type="chevron" r:blip="">
                    <dgm:adjLst/>
                  </dgm:shape>
                </dgm:else>
              </dgm:choose>
              <dgm:presOf axis="self" ptType="node"/>
              <dgm:choose name="Name13">
                <dgm:if name="Name14" func="var" arg="dir" op="equ" val="norm">
                  <dgm:constrLst>
                    <dgm:constr type="h" refType="w" op="lte" fact="0.4"/>
                    <dgm:constr type="h"/>
                    <dgm:constr type="tMarg" refType="primFontSz" fact="0.105"/>
                    <dgm:constr type="bMarg" refType="primFontSz" fact="0.105"/>
                    <dgm:constr type="lMarg" refType="primFontSz" fact="0.315"/>
                    <dgm:constr type="rMarg" refType="primFontSz" fact="0.105"/>
                  </dgm:constrLst>
                </dgm:if>
                <dgm:else name="Name15">
                  <dgm:constrLst>
                    <dgm:constr type="h" refType="w" op="lte" fact="0.4"/>
                    <dgm:constr type="h"/>
                    <dgm:constr type="tMarg" refType="primFontSz" fact="0.105"/>
                    <dgm:constr type="bMarg" refType="primFontSz" fact="0.105"/>
                    <dgm:constr type="lMarg" refType="primFontSz" fact="0.105"/>
                    <dgm:constr type="rMarg" refType="primFontSz" fact="0.315"/>
                  </dgm:constrLst>
                </dgm:else>
              </dgm:choose>
              <dgm:ruleLst>
                <dgm:rule type="h" val="INF" fact="NaN" max="NaN"/>
              </dgm:ruleLst>
            </dgm:layoutNode>
            <dgm:layoutNode name="desTx" styleLbl="revTx">
              <dgm:varLst>
                <dgm:bulletEnabled val="1"/>
              </dgm:varLst>
              <dgm:alg type="tx">
                <dgm:param type="stBulletLvl" val="1"/>
              </dgm:alg>
              <dgm:choose name="Name16">
                <dgm:if name="Name17" axis="ch" ptType="node" func="cnt" op="gte" val="1">
                  <dgm:shape xmlns:r="http://schemas.openxmlformats.org/officeDocument/2006/relationships" type="rect" r:blip="">
                    <dgm:adjLst/>
                  </dgm:shape>
                </dgm:if>
                <dgm:else name="Name18">
                  <dgm:shape xmlns:r="http://schemas.openxmlformats.org/officeDocument/2006/relationships" type="rect" r:blip="" hideGeom="1">
                    <dgm:adjLst/>
                  </dgm:shape>
                </dgm:else>
              </dgm:choose>
              <dgm:presOf axis="des" ptType="node"/>
              <dgm:constrLst>
                <dgm:constr type="secFontSz" val="65"/>
                <dgm:constr type="primFontSz" refType="secFontSz"/>
                <dgm:constr type="h"/>
                <dgm:constr type="tMarg"/>
                <dgm:constr type="bMarg"/>
                <dgm:constr type="rMarg"/>
                <dgm:constr type="lMarg"/>
              </dgm:constrLst>
              <dgm:ruleLst>
                <dgm:rule type="h" val="INF" fact="NaN" max="NaN"/>
              </dgm:ruleLst>
            </dgm:layoutNode>
          </dgm:layoutNode>
          <dgm:forEach name="Name19" axis="followSib" ptType="sibTrans" cnt="1">
            <dgm:layoutNode name="space">
              <dgm:alg type="sp"/>
              <dgm:shape xmlns:r="http://schemas.openxmlformats.org/officeDocument/2006/relationships" r:blip="">
                <dgm:adjLst/>
              </dgm:shape>
              <dgm:presOf/>
              <dgm:constrLst/>
              <dgm:ruleLst/>
            </dgm:layoutNode>
          </dgm:forEach>
        </dgm:forEach>
      </dgm:if>
      <dgm:else name="Name20">
        <dgm:constrLst>
          <dgm:constr type="w" for="ch" forName="parTxOnly" refType="w"/>
          <dgm:constr type="h" for="des" forName="parTxOnly" op="equ"/>
          <dgm:constr type="primFontSz" for="des" forName="parTxOnly" op="equ" val="65"/>
          <dgm:constr type="w" for="ch" forName="parTxOnlySpace" refType="w" refFor="ch" refForName="parTxOnly" fact="-0.1"/>
        </dgm:constrLst>
        <dgm:ruleLst/>
        <dgm:forEach name="Name21" axis="ch" ptType="node">
          <dgm:layoutNode name="parTxOnly">
            <dgm:varLst>
              <dgm:chMax val="0"/>
              <dgm:chPref val="0"/>
              <dgm:bulletEnabled val="1"/>
            </dgm:varLst>
            <dgm:alg type="tx"/>
            <dgm:choose name="Name22">
              <dgm:if name="Name23" func="var" arg="dir" op="equ" val="norm">
                <dgm:shape xmlns:r="http://schemas.openxmlformats.org/officeDocument/2006/relationships" type="chevron" r:blip="">
                  <dgm:adjLst/>
                </dgm:shape>
              </dgm:if>
              <dgm:else name="Name24">
                <dgm:shape xmlns:r="http://schemas.openxmlformats.org/officeDocument/2006/relationships" rot="180" type="chevron" r:blip="">
                  <dgm:adjLst/>
                </dgm:shape>
              </dgm:else>
            </dgm:choose>
            <dgm:presOf axis="self" ptType="node"/>
            <dgm:choose name="Name25">
              <dgm:if name="Name26" func="var" arg="dir" op="equ" val="norm">
                <dgm:constrLst>
                  <dgm:constr type="h" refType="w" op="equ" fact="0.4"/>
                  <dgm:constr type="tMarg" refType="primFontSz" fact="0.105"/>
                  <dgm:constr type="bMarg" refType="primFontSz" fact="0.105"/>
                  <dgm:constr type="lMarg" refType="primFontSz" fact="0.315"/>
                  <dgm:constr type="rMarg" refType="primFontSz" fact="0.105"/>
                </dgm:constrLst>
              </dgm:if>
              <dgm:else name="Name27">
                <dgm:constrLst>
                  <dgm:constr type="h" refType="w" op="equ" fact="0.4"/>
                  <dgm:constr type="tMarg" refType="primFontSz" fact="0.105"/>
                  <dgm:constr type="bMarg" refType="primFontSz" fact="0.105"/>
                  <dgm:constr type="lMarg" refType="primFontSz" fact="0.105"/>
                  <dgm:constr type="rMarg" refType="primFontSz" fact="0.315"/>
                </dgm:constrLst>
              </dgm:else>
            </dgm:choose>
            <dgm:ruleLst>
              <dgm:rule type="primFontSz" val="5" fact="NaN" max="NaN"/>
            </dgm:ruleLst>
          </dgm:layoutNode>
          <dgm:forEach name="Name28" axis="followSib" ptType="sibTrans" cnt="1">
            <dgm:layoutNode name="parTxOnlySpace">
              <dgm:alg type="sp"/>
              <dgm:shape xmlns:r="http://schemas.openxmlformats.org/officeDocument/2006/relationships" r:blip="">
                <dgm:adjLst/>
              </dgm:shape>
              <dgm:presOf/>
              <dgm:constrLst/>
              <dgm:ruleLst/>
            </dgm:layoutNode>
          </dgm:forEach>
        </dgm:forEach>
      </dgm:else>
    </dgm:choose>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pt-BR"/>
          </a:p>
        </p:txBody>
      </p:sp>
      <p:sp>
        <p:nvSpPr>
          <p:cNvPr id="3" name="Espaço Reservado para Dat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101FB92-3B40-4CEB-8EF6-98192792E525}" type="datetimeFigureOut">
              <a:rPr lang="pt-BR" smtClean="0"/>
              <a:t>05/09/2024</a:t>
            </a:fld>
            <a:endParaRPr lang="pt-BR"/>
          </a:p>
        </p:txBody>
      </p:sp>
      <p:sp>
        <p:nvSpPr>
          <p:cNvPr id="4" name="Espaço Reservado para Imagem de Slide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pt-BR"/>
          </a:p>
        </p:txBody>
      </p:sp>
      <p:sp>
        <p:nvSpPr>
          <p:cNvPr id="5" name="Espaço Reservado para Anotaçõ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6" name="Espaço Reservado para Rodapé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pt-BR"/>
          </a:p>
        </p:txBody>
      </p:sp>
      <p:sp>
        <p:nvSpPr>
          <p:cNvPr id="7" name="Espaço Reservado para Número de Slid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29531D7-9345-481B-A252-EED700AD3DD7}" type="slidenum">
              <a:rPr lang="pt-BR" smtClean="0"/>
              <a:t>‹nº›</a:t>
            </a:fld>
            <a:endParaRPr lang="pt-BR"/>
          </a:p>
        </p:txBody>
      </p:sp>
    </p:spTree>
    <p:extLst>
      <p:ext uri="{BB962C8B-B14F-4D97-AF65-F5344CB8AC3E}">
        <p14:creationId xmlns:p14="http://schemas.microsoft.com/office/powerpoint/2010/main" val="6415316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Para abordar a estrutura de dados, integrando conceitos de HDFS, DBFS, fundamentos do Apache Spark, programação em Apache Spark, e processamento de dados em grande escala, você pode seguir uma abordagem estruturada que conecta todos esses elementos de forma coesa. Aqui está um guia de como organizar essa explicação:</a:t>
            </a:r>
          </a:p>
          <a:p>
            <a:r>
              <a:rPr lang="pt-BR" dirty="0"/>
              <a:t>1. Introdução à Estrutura de Dados</a:t>
            </a:r>
          </a:p>
          <a:p>
            <a:r>
              <a:rPr lang="pt-BR" dirty="0"/>
              <a:t>Definição: Estruturas de dados são maneiras organizadas de armazenar e gerenciar dados, fundamentais para o desenvolvimento de algoritmos eficientes. Exemplos incluem </a:t>
            </a:r>
            <a:r>
              <a:rPr lang="pt-BR" dirty="0" err="1"/>
              <a:t>arrays</a:t>
            </a:r>
            <a:r>
              <a:rPr lang="pt-BR" dirty="0"/>
              <a:t>, listas, filas, pilhas, árvores e grafos.</a:t>
            </a:r>
          </a:p>
          <a:p>
            <a:r>
              <a:rPr lang="pt-BR" dirty="0"/>
              <a:t>Importância no Big Data: Em ambientes de Big Data, a escolha da estrutura de dados afeta diretamente a escalabilidade e o desempenho. Estruturas de dados precisam ser adaptadas para funcionar eficientemente em sistemas distribuídos, como HDFS e DBFS.</a:t>
            </a:r>
          </a:p>
          <a:p>
            <a:r>
              <a:rPr lang="pt-BR" dirty="0"/>
              <a:t>2. HDFS (</a:t>
            </a:r>
            <a:r>
              <a:rPr lang="pt-BR" dirty="0" err="1"/>
              <a:t>Hadoop</a:t>
            </a:r>
            <a:r>
              <a:rPr lang="pt-BR" dirty="0"/>
              <a:t> </a:t>
            </a:r>
            <a:r>
              <a:rPr lang="pt-BR" dirty="0" err="1"/>
              <a:t>Distributed</a:t>
            </a:r>
            <a:r>
              <a:rPr lang="pt-BR" dirty="0"/>
              <a:t> File System)</a:t>
            </a:r>
          </a:p>
          <a:p>
            <a:r>
              <a:rPr lang="pt-BR" dirty="0"/>
              <a:t>Visão Geral: HDFS é o sistema de arquivos distribuído utilizado pelo Apache </a:t>
            </a:r>
            <a:r>
              <a:rPr lang="pt-BR" dirty="0" err="1"/>
              <a:t>Hadoop</a:t>
            </a:r>
            <a:r>
              <a:rPr lang="pt-BR" dirty="0"/>
              <a:t>. Ele gerencia grandes volumes de dados distribuindo-os em vários nós de um cluster.</a:t>
            </a:r>
          </a:p>
          <a:p>
            <a:r>
              <a:rPr lang="pt-BR" dirty="0"/>
              <a:t>Estruturas de Dados no HDFS:</a:t>
            </a:r>
          </a:p>
          <a:p>
            <a:r>
              <a:rPr lang="pt-BR" dirty="0"/>
              <a:t>Blocos: Os arquivos são divididos em blocos grandes que são replicados em diferentes </a:t>
            </a:r>
            <a:r>
              <a:rPr lang="pt-BR" dirty="0" err="1"/>
              <a:t>DataNodes</a:t>
            </a:r>
            <a:r>
              <a:rPr lang="pt-BR" dirty="0"/>
              <a:t>. Esse conceito pode ser comparado a uma lista distribuída onde cada bloco é um elemento.</a:t>
            </a:r>
          </a:p>
          <a:p>
            <a:r>
              <a:rPr lang="pt-BR" dirty="0"/>
              <a:t>Índices Distribuídos: O </a:t>
            </a:r>
            <a:r>
              <a:rPr lang="pt-BR" dirty="0" err="1"/>
              <a:t>NameNode</a:t>
            </a:r>
            <a:r>
              <a:rPr lang="pt-BR" dirty="0"/>
              <a:t> gerencia os metadados, que funcionam como índices em uma estrutura de dados, permitindo o acesso rápido aos dados distribuídos.</a:t>
            </a:r>
          </a:p>
          <a:p>
            <a:r>
              <a:rPr lang="pt-BR" dirty="0"/>
              <a:t>Aplicação: Ideal para armazenar e processar grandes volumes de dados em lote, como logs, dados de sensores e arquivos de dados massivos.</a:t>
            </a:r>
          </a:p>
          <a:p>
            <a:r>
              <a:rPr lang="pt-BR" dirty="0"/>
              <a:t>3. DBFS (Databricks File System)</a:t>
            </a:r>
          </a:p>
          <a:p>
            <a:r>
              <a:rPr lang="pt-BR" dirty="0"/>
              <a:t>Introdução: DBFS é o sistema de arquivos distribuído da plataforma Databricks, otimizado para integração com Apache Spark.</a:t>
            </a:r>
          </a:p>
          <a:p>
            <a:r>
              <a:rPr lang="pt-BR" dirty="0"/>
              <a:t>Estruturas de Dados no DBFS:</a:t>
            </a:r>
          </a:p>
          <a:p>
            <a:r>
              <a:rPr lang="pt-BR" dirty="0"/>
              <a:t>Abstração de Armazenamento: DBFS abstrai o armazenamento subjacente, seja em S3, Azure </a:t>
            </a:r>
            <a:r>
              <a:rPr lang="pt-BR" dirty="0" err="1"/>
              <a:t>Blob</a:t>
            </a:r>
            <a:r>
              <a:rPr lang="pt-BR" dirty="0"/>
              <a:t>, ou outro, permitindo que os dados sejam tratados como arquivos locais, mas com a eficiência e resiliência de um sistema distribuído.</a:t>
            </a:r>
          </a:p>
          <a:p>
            <a:r>
              <a:rPr lang="pt-BR" dirty="0"/>
              <a:t>Relação com Apache Spark: DBFS facilita a leitura e gravação de dados em formatos como Parquet, </a:t>
            </a:r>
            <a:r>
              <a:rPr lang="pt-BR" dirty="0" err="1"/>
              <a:t>Avro</a:t>
            </a:r>
            <a:r>
              <a:rPr lang="pt-BR" dirty="0"/>
              <a:t> e ORC, que são essencialmente representações eficientes de estruturas de dados como tabelas e grafos.</a:t>
            </a:r>
          </a:p>
          <a:p>
            <a:r>
              <a:rPr lang="pt-BR" dirty="0"/>
              <a:t>Aplicação: Usado em pipelines de dados em tempo real e análises interativas em grandes volumes de dados.</a:t>
            </a:r>
          </a:p>
          <a:p>
            <a:r>
              <a:rPr lang="pt-BR" dirty="0"/>
              <a:t>4. Fundamentos do Apache Spark</a:t>
            </a:r>
          </a:p>
          <a:p>
            <a:r>
              <a:rPr lang="pt-BR" dirty="0"/>
              <a:t>O que é: Apache Spark é um mecanismo de processamento distribuído projetado para execução rápida de tarefas em grandes volumes de dados.</a:t>
            </a:r>
          </a:p>
          <a:p>
            <a:r>
              <a:rPr lang="pt-BR" dirty="0"/>
              <a:t>Estruturas de Dados no Spark:</a:t>
            </a:r>
          </a:p>
          <a:p>
            <a:r>
              <a:rPr lang="pt-BR" dirty="0" err="1"/>
              <a:t>RDDs</a:t>
            </a:r>
            <a:r>
              <a:rPr lang="pt-BR" dirty="0"/>
              <a:t> (</a:t>
            </a:r>
            <a:r>
              <a:rPr lang="pt-BR" dirty="0" err="1"/>
              <a:t>Resilient</a:t>
            </a:r>
            <a:r>
              <a:rPr lang="pt-BR" dirty="0"/>
              <a:t> </a:t>
            </a:r>
            <a:r>
              <a:rPr lang="pt-BR" dirty="0" err="1"/>
              <a:t>Distributed</a:t>
            </a:r>
            <a:r>
              <a:rPr lang="pt-BR" dirty="0"/>
              <a:t> </a:t>
            </a:r>
            <a:r>
              <a:rPr lang="pt-BR" dirty="0" err="1"/>
              <a:t>Datasets</a:t>
            </a:r>
            <a:r>
              <a:rPr lang="pt-BR" dirty="0"/>
              <a:t>): São a estrutura de dados fundamental do Spark, permitindo o processamento distribuído de grandes conjuntos de dados. Eles podem ser vistos como listas distribuídas com suporte a operações paralelas.</a:t>
            </a:r>
          </a:p>
          <a:p>
            <a:r>
              <a:rPr lang="pt-BR" dirty="0" err="1"/>
              <a:t>DataFrames</a:t>
            </a:r>
            <a:r>
              <a:rPr lang="pt-BR" dirty="0"/>
              <a:t> e </a:t>
            </a:r>
            <a:r>
              <a:rPr lang="pt-BR" dirty="0" err="1"/>
              <a:t>Datasets</a:t>
            </a:r>
            <a:r>
              <a:rPr lang="pt-BR" dirty="0"/>
              <a:t>: Construções de alto nível baseadas em </a:t>
            </a:r>
            <a:r>
              <a:rPr lang="pt-BR" dirty="0" err="1"/>
              <a:t>RDDs</a:t>
            </a:r>
            <a:r>
              <a:rPr lang="pt-BR" dirty="0"/>
              <a:t>, permitindo a manipulação de dados em tabelas distribuídas com suporte a operações SQL e otimizações automáticas.</a:t>
            </a:r>
          </a:p>
          <a:p>
            <a:r>
              <a:rPr lang="pt-BR" dirty="0"/>
              <a:t>Benefícios: A combinação de </a:t>
            </a:r>
            <a:r>
              <a:rPr lang="pt-BR" dirty="0" err="1"/>
              <a:t>RDDs</a:t>
            </a:r>
            <a:r>
              <a:rPr lang="pt-BR" dirty="0"/>
              <a:t>, </a:t>
            </a:r>
            <a:r>
              <a:rPr lang="pt-BR" dirty="0" err="1"/>
              <a:t>DataFrames</a:t>
            </a:r>
            <a:r>
              <a:rPr lang="pt-BR" dirty="0"/>
              <a:t> e </a:t>
            </a:r>
            <a:r>
              <a:rPr lang="pt-BR" dirty="0" err="1"/>
              <a:t>Datasets</a:t>
            </a:r>
            <a:r>
              <a:rPr lang="pt-BR" dirty="0"/>
              <a:t> permite ao Spark processar dados em grande escala com tolerância a falhas e otimizações baseadas em consultas.</a:t>
            </a:r>
          </a:p>
          <a:p>
            <a:r>
              <a:rPr lang="pt-BR" dirty="0"/>
              <a:t>5. Programação em Apache Spark</a:t>
            </a:r>
          </a:p>
          <a:p>
            <a:r>
              <a:rPr lang="pt-BR" dirty="0"/>
              <a:t>Linguagens Suportadas: Spark suporta Python, Scala, Java, e R, cada uma oferecendo diferentes APIs para manipulação de </a:t>
            </a:r>
            <a:r>
              <a:rPr lang="pt-BR" dirty="0" err="1"/>
              <a:t>RDDs</a:t>
            </a:r>
            <a:r>
              <a:rPr lang="pt-BR" dirty="0"/>
              <a:t>, </a:t>
            </a:r>
            <a:r>
              <a:rPr lang="pt-BR" dirty="0" err="1"/>
              <a:t>DataFrames</a:t>
            </a:r>
            <a:r>
              <a:rPr lang="pt-BR" dirty="0"/>
              <a:t>, e </a:t>
            </a:r>
            <a:r>
              <a:rPr lang="pt-BR" dirty="0" err="1"/>
              <a:t>Datasets</a:t>
            </a:r>
            <a:r>
              <a:rPr lang="pt-BR" dirty="0"/>
              <a:t>.</a:t>
            </a:r>
          </a:p>
          <a:p>
            <a:r>
              <a:rPr lang="pt-BR" dirty="0"/>
              <a:t>Operações em </a:t>
            </a:r>
            <a:r>
              <a:rPr lang="pt-BR" dirty="0" err="1"/>
              <a:t>RDDs</a:t>
            </a:r>
            <a:r>
              <a:rPr lang="pt-BR" dirty="0"/>
              <a:t>:</a:t>
            </a:r>
          </a:p>
          <a:p>
            <a:r>
              <a:rPr lang="pt-BR" dirty="0"/>
              <a:t>Transformações: Operações como </a:t>
            </a:r>
            <a:r>
              <a:rPr lang="pt-BR" dirty="0" err="1"/>
              <a:t>map</a:t>
            </a:r>
            <a:r>
              <a:rPr lang="pt-BR" dirty="0"/>
              <a:t>, </a:t>
            </a:r>
            <a:r>
              <a:rPr lang="pt-BR" dirty="0" err="1"/>
              <a:t>filter</a:t>
            </a:r>
            <a:r>
              <a:rPr lang="pt-BR" dirty="0"/>
              <a:t>, </a:t>
            </a:r>
            <a:r>
              <a:rPr lang="pt-BR" dirty="0" err="1"/>
              <a:t>reduceByKey</a:t>
            </a:r>
            <a:r>
              <a:rPr lang="pt-BR" dirty="0"/>
              <a:t>, que são aplicadas de forma preguiçosa, resultando em novos </a:t>
            </a:r>
            <a:r>
              <a:rPr lang="pt-BR" dirty="0" err="1"/>
              <a:t>RDDs</a:t>
            </a:r>
            <a:r>
              <a:rPr lang="pt-BR" dirty="0"/>
              <a:t>.</a:t>
            </a:r>
          </a:p>
          <a:p>
            <a:r>
              <a:rPr lang="pt-BR" dirty="0"/>
              <a:t>Ações: Operações como </a:t>
            </a:r>
            <a:r>
              <a:rPr lang="pt-BR" dirty="0" err="1"/>
              <a:t>collect</a:t>
            </a:r>
            <a:r>
              <a:rPr lang="pt-BR" dirty="0"/>
              <a:t>, </a:t>
            </a:r>
            <a:r>
              <a:rPr lang="pt-BR" dirty="0" err="1"/>
              <a:t>count</a:t>
            </a:r>
            <a:r>
              <a:rPr lang="pt-BR" dirty="0"/>
              <a:t>, </a:t>
            </a:r>
            <a:r>
              <a:rPr lang="pt-BR" dirty="0" err="1"/>
              <a:t>saveAsTextFile</a:t>
            </a:r>
            <a:r>
              <a:rPr lang="pt-BR" dirty="0"/>
              <a:t>, que desencadeiam a execução das transformações em toda a estrutura de dados distribuída.</a:t>
            </a:r>
          </a:p>
          <a:p>
            <a:r>
              <a:rPr lang="pt-BR" dirty="0" err="1"/>
              <a:t>DataFrames</a:t>
            </a:r>
            <a:r>
              <a:rPr lang="pt-BR" dirty="0"/>
              <a:t> e SQL: Permite consultas SQL sobre </a:t>
            </a:r>
            <a:r>
              <a:rPr lang="pt-BR" dirty="0" err="1"/>
              <a:t>DataFrames</a:t>
            </a:r>
            <a:r>
              <a:rPr lang="pt-BR" dirty="0"/>
              <a:t>, facilitando o trabalho com dados estruturados em um formato distribuído.</a:t>
            </a:r>
          </a:p>
          <a:p>
            <a:r>
              <a:rPr lang="pt-BR" dirty="0"/>
              <a:t>6. Processamento de Dados em Grande Escala</a:t>
            </a:r>
          </a:p>
          <a:p>
            <a:r>
              <a:rPr lang="pt-BR" dirty="0"/>
              <a:t>Desafios:</a:t>
            </a:r>
          </a:p>
          <a:p>
            <a:r>
              <a:rPr lang="pt-BR" dirty="0"/>
              <a:t>Volume: Lidar com </a:t>
            </a:r>
            <a:r>
              <a:rPr lang="pt-BR" dirty="0" err="1"/>
              <a:t>petabytes</a:t>
            </a:r>
            <a:r>
              <a:rPr lang="pt-BR" dirty="0"/>
              <a:t> ou </a:t>
            </a:r>
            <a:r>
              <a:rPr lang="pt-BR" dirty="0" err="1"/>
              <a:t>exabytes</a:t>
            </a:r>
            <a:r>
              <a:rPr lang="pt-BR" dirty="0"/>
              <a:t> de dados.</a:t>
            </a:r>
          </a:p>
          <a:p>
            <a:r>
              <a:rPr lang="pt-BR" dirty="0"/>
              <a:t>Velocidade: Processar e analisar esses dados em tempo quase real.</a:t>
            </a:r>
          </a:p>
          <a:p>
            <a:r>
              <a:rPr lang="pt-BR" dirty="0"/>
              <a:t>Variedade: Trabalhar com diferentes tipos de dados, como textos, vídeos, logs, etc.</a:t>
            </a:r>
          </a:p>
          <a:p>
            <a:r>
              <a:rPr lang="pt-BR" dirty="0"/>
              <a:t>Soluções com Apache Spark:</a:t>
            </a:r>
          </a:p>
          <a:p>
            <a:r>
              <a:rPr lang="pt-BR" dirty="0"/>
              <a:t>Spark Streaming: Para processamento em tempo real de fluxos de dados.</a:t>
            </a:r>
          </a:p>
          <a:p>
            <a:r>
              <a:rPr lang="pt-BR" dirty="0" err="1"/>
              <a:t>MLlib</a:t>
            </a:r>
            <a:r>
              <a:rPr lang="pt-BR" dirty="0"/>
              <a:t>: Biblioteca de aprendizado de máquina distribuído.</a:t>
            </a:r>
          </a:p>
          <a:p>
            <a:r>
              <a:rPr lang="pt-BR" dirty="0" err="1"/>
              <a:t>GraphX</a:t>
            </a:r>
            <a:r>
              <a:rPr lang="pt-BR" dirty="0"/>
              <a:t>: Para análise de grafos em grande escala.</a:t>
            </a:r>
          </a:p>
          <a:p>
            <a:r>
              <a:rPr lang="pt-BR" dirty="0"/>
              <a:t>Integração com HDFS e DBFS: Spark lê e escreve dados diretamente no HDFS e DBFS, permitindo que o processamento seja escalável e eficiente, independentemente do volume de dados.</a:t>
            </a:r>
          </a:p>
          <a:p>
            <a:r>
              <a:rPr lang="pt-BR" dirty="0"/>
              <a:t>7. Conclusão</a:t>
            </a:r>
          </a:p>
          <a:p>
            <a:r>
              <a:rPr lang="pt-BR" dirty="0"/>
              <a:t>Interligação dos Conceitos: A estrutura de dados é a base sobre a qual sistemas como HDFS, DBFS e Apache Spark constroem soluções de processamento em grande escala. Cada um desses sistemas adapta estruturas de dados fundamentais para funcionar de forma distribuída, escalável e resiliente.</a:t>
            </a:r>
          </a:p>
          <a:p>
            <a:r>
              <a:rPr lang="pt-BR" dirty="0"/>
              <a:t>Aplicações no Mundo Real: De análise de grandes conjuntos de dados a processamento em tempo real e aprendizado de máquina, esses conceitos são fundamentais para qualquer aplicação moderna de Big Data.</a:t>
            </a:r>
          </a:p>
          <a:p>
            <a:r>
              <a:rPr lang="pt-BR" dirty="0"/>
              <a:t>Essa abordagem não só explica os conceitos de estrutura de dados, mas também mostra como eles se aplicam diretamente em tecnologias de Big Data, como HDFS, DBFS e Apache Spark, oferecendo uma visão prática e interligada desses tópicos.</a:t>
            </a:r>
          </a:p>
          <a:p>
            <a:endParaRPr lang="pt-BR"/>
          </a:p>
          <a:p>
            <a:endParaRPr lang="pt-BR"/>
          </a:p>
        </p:txBody>
      </p:sp>
      <p:sp>
        <p:nvSpPr>
          <p:cNvPr id="4" name="Espaço Reservado para Número de Slide 3"/>
          <p:cNvSpPr>
            <a:spLocks noGrp="1"/>
          </p:cNvSpPr>
          <p:nvPr>
            <p:ph type="sldNum" sz="quarter" idx="5"/>
          </p:nvPr>
        </p:nvSpPr>
        <p:spPr/>
        <p:txBody>
          <a:bodyPr/>
          <a:lstStyle/>
          <a:p>
            <a:fld id="{429531D7-9345-481B-A252-EED700AD3DD7}" type="slidenum">
              <a:rPr lang="pt-BR" smtClean="0"/>
              <a:t>9</a:t>
            </a:fld>
            <a:endParaRPr lang="pt-BR"/>
          </a:p>
        </p:txBody>
      </p:sp>
    </p:spTree>
    <p:extLst>
      <p:ext uri="{BB962C8B-B14F-4D97-AF65-F5344CB8AC3E}">
        <p14:creationId xmlns:p14="http://schemas.microsoft.com/office/powerpoint/2010/main" val="261550848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Quando olhamos para essa imagem, é certo ou errado dizer que a estrutura de dados está concluída?</a:t>
            </a:r>
          </a:p>
          <a:p>
            <a:endParaRPr lang="pt-BR" dirty="0"/>
          </a:p>
          <a:p>
            <a:r>
              <a:rPr lang="pt-BR" dirty="0"/>
              <a:t>Quando falamos de dados, podemos afirmar que dados são informações...</a:t>
            </a:r>
          </a:p>
          <a:p>
            <a:endParaRPr lang="pt-BR" dirty="0"/>
          </a:p>
          <a:p>
            <a:r>
              <a:rPr lang="pt-BR" dirty="0"/>
              <a:t>Vamos aprender a montar estruturas com essas informações, ou seja, com os dados que temos...</a:t>
            </a:r>
          </a:p>
          <a:p>
            <a:endParaRPr lang="pt-BR" dirty="0"/>
          </a:p>
          <a:p>
            <a:r>
              <a:rPr lang="pt-BR" dirty="0"/>
              <a:t>Precisamos saber como colocar um novo dado, onde colocar, como retirar, de onde retiro, como eu consulto os dados que estão na minha estrutura, quais são os formatos da minha estrutura..</a:t>
            </a:r>
          </a:p>
          <a:p>
            <a:endParaRPr lang="pt-BR" dirty="0"/>
          </a:p>
          <a:p>
            <a:r>
              <a:rPr lang="pt-BR" dirty="0"/>
              <a:t>Ou seja, vamos pegar as informações e acomodá-las em estruturas</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429531D7-9345-481B-A252-EED700AD3DD7}" type="slidenum">
              <a:rPr lang="pt-BR" smtClean="0"/>
              <a:t>10</a:t>
            </a:fld>
            <a:endParaRPr lang="pt-BR"/>
          </a:p>
        </p:txBody>
      </p:sp>
    </p:spTree>
    <p:extLst>
      <p:ext uri="{BB962C8B-B14F-4D97-AF65-F5344CB8AC3E}">
        <p14:creationId xmlns:p14="http://schemas.microsoft.com/office/powerpoint/2010/main" val="332951525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429531D7-9345-481B-A252-EED700AD3DD7}" type="slidenum">
              <a:rPr lang="pt-BR" smtClean="0"/>
              <a:t>13</a:t>
            </a:fld>
            <a:endParaRPr lang="pt-BR"/>
          </a:p>
        </p:txBody>
      </p:sp>
    </p:spTree>
    <p:extLst>
      <p:ext uri="{BB962C8B-B14F-4D97-AF65-F5344CB8AC3E}">
        <p14:creationId xmlns:p14="http://schemas.microsoft.com/office/powerpoint/2010/main" val="276216790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429531D7-9345-481B-A252-EED700AD3DD7}" type="slidenum">
              <a:rPr lang="pt-BR" smtClean="0"/>
              <a:t>14</a:t>
            </a:fld>
            <a:endParaRPr lang="pt-BR"/>
          </a:p>
        </p:txBody>
      </p:sp>
    </p:spTree>
    <p:extLst>
      <p:ext uri="{BB962C8B-B14F-4D97-AF65-F5344CB8AC3E}">
        <p14:creationId xmlns:p14="http://schemas.microsoft.com/office/powerpoint/2010/main" val="152224157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5A6E591-8BF2-1E1B-8025-F25382391A18}"/>
              </a:ext>
            </a:extLst>
          </p:cNvPr>
          <p:cNvSpPr>
            <a:spLocks noGrp="1"/>
          </p:cNvSpPr>
          <p:nvPr>
            <p:ph type="ctrTitle"/>
          </p:nvPr>
        </p:nvSpPr>
        <p:spPr>
          <a:xfrm>
            <a:off x="1524000" y="1122363"/>
            <a:ext cx="9144000" cy="2387600"/>
          </a:xfrm>
        </p:spPr>
        <p:txBody>
          <a:bodyPr anchor="b"/>
          <a:lstStyle>
            <a:lvl1pPr algn="ctr">
              <a:defRPr sz="6000"/>
            </a:lvl1pPr>
          </a:lstStyle>
          <a:p>
            <a:r>
              <a:rPr lang="pt-BR"/>
              <a:t>Clique para editar o título Mestre</a:t>
            </a:r>
          </a:p>
        </p:txBody>
      </p:sp>
      <p:sp>
        <p:nvSpPr>
          <p:cNvPr id="3" name="Subtítulo 2">
            <a:extLst>
              <a:ext uri="{FF2B5EF4-FFF2-40B4-BE49-F238E27FC236}">
                <a16:creationId xmlns:a16="http://schemas.microsoft.com/office/drawing/2014/main" id="{DAE662D8-EDCB-92CC-A1E8-C6AB01DA963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t-BR"/>
              <a:t>Clique para editar o estilo do subtítulo Mestre</a:t>
            </a:r>
          </a:p>
        </p:txBody>
      </p:sp>
      <p:sp>
        <p:nvSpPr>
          <p:cNvPr id="4" name="Espaço Reservado para Data 3">
            <a:extLst>
              <a:ext uri="{FF2B5EF4-FFF2-40B4-BE49-F238E27FC236}">
                <a16:creationId xmlns:a16="http://schemas.microsoft.com/office/drawing/2014/main" id="{3B89E76F-FD1A-5C07-6C8B-22FA09A5B247}"/>
              </a:ext>
            </a:extLst>
          </p:cNvPr>
          <p:cNvSpPr>
            <a:spLocks noGrp="1"/>
          </p:cNvSpPr>
          <p:nvPr>
            <p:ph type="dt" sz="half" idx="10"/>
          </p:nvPr>
        </p:nvSpPr>
        <p:spPr/>
        <p:txBody>
          <a:bodyPr/>
          <a:lstStyle/>
          <a:p>
            <a:fld id="{13015A94-D9CB-470F-A58C-5F43E2446D83}" type="datetimeFigureOut">
              <a:rPr lang="pt-BR" smtClean="0"/>
              <a:t>05/09/2024</a:t>
            </a:fld>
            <a:endParaRPr lang="pt-BR"/>
          </a:p>
        </p:txBody>
      </p:sp>
      <p:sp>
        <p:nvSpPr>
          <p:cNvPr id="5" name="Espaço Reservado para Rodapé 4">
            <a:extLst>
              <a:ext uri="{FF2B5EF4-FFF2-40B4-BE49-F238E27FC236}">
                <a16:creationId xmlns:a16="http://schemas.microsoft.com/office/drawing/2014/main" id="{9F75D406-A207-69C0-4841-2C8A656D1C9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B539DA89-BAF9-BAB8-48A0-E5B04E9649F2}"/>
              </a:ext>
            </a:extLst>
          </p:cNvPr>
          <p:cNvSpPr>
            <a:spLocks noGrp="1"/>
          </p:cNvSpPr>
          <p:nvPr>
            <p:ph type="sldNum" sz="quarter" idx="12"/>
          </p:nvPr>
        </p:nvSpPr>
        <p:spPr/>
        <p:txBody>
          <a:bodyPr/>
          <a:lstStyle/>
          <a:p>
            <a:fld id="{703B0A60-F06B-4941-80F4-6152928E476F}" type="slidenum">
              <a:rPr lang="pt-BR" smtClean="0"/>
              <a:t>‹nº›</a:t>
            </a:fld>
            <a:endParaRPr lang="pt-BR"/>
          </a:p>
        </p:txBody>
      </p:sp>
    </p:spTree>
    <p:extLst>
      <p:ext uri="{BB962C8B-B14F-4D97-AF65-F5344CB8AC3E}">
        <p14:creationId xmlns:p14="http://schemas.microsoft.com/office/powerpoint/2010/main" val="203692565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08A5052-9B90-6542-0FE7-522F584D4A9B}"/>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087DC472-5FBB-0E78-F908-63ABE7C0C645}"/>
              </a:ext>
            </a:extLst>
          </p:cNvPr>
          <p:cNvSpPr>
            <a:spLocks noGrp="1"/>
          </p:cNvSpPr>
          <p:nvPr>
            <p:ph idx="1"/>
          </p:nvPr>
        </p:nvSpPr>
        <p:spPr/>
        <p:txBody>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9B1FF4C9-E274-C1FC-5C08-B99A8DF4584C}"/>
              </a:ext>
            </a:extLst>
          </p:cNvPr>
          <p:cNvSpPr>
            <a:spLocks noGrp="1"/>
          </p:cNvSpPr>
          <p:nvPr>
            <p:ph type="dt" sz="half" idx="10"/>
          </p:nvPr>
        </p:nvSpPr>
        <p:spPr/>
        <p:txBody>
          <a:bodyPr/>
          <a:lstStyle/>
          <a:p>
            <a:fld id="{13015A94-D9CB-470F-A58C-5F43E2446D83}" type="datetimeFigureOut">
              <a:rPr lang="pt-BR" smtClean="0"/>
              <a:t>05/09/2024</a:t>
            </a:fld>
            <a:endParaRPr lang="pt-BR"/>
          </a:p>
        </p:txBody>
      </p:sp>
      <p:sp>
        <p:nvSpPr>
          <p:cNvPr id="5" name="Espaço Reservado para Rodapé 4">
            <a:extLst>
              <a:ext uri="{FF2B5EF4-FFF2-40B4-BE49-F238E27FC236}">
                <a16:creationId xmlns:a16="http://schemas.microsoft.com/office/drawing/2014/main" id="{402CB93B-1F23-71F1-278F-DA4850511840}"/>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3D6AC0DB-B096-03E4-7A70-CA1A7EC2DEFB}"/>
              </a:ext>
            </a:extLst>
          </p:cNvPr>
          <p:cNvSpPr>
            <a:spLocks noGrp="1"/>
          </p:cNvSpPr>
          <p:nvPr>
            <p:ph type="sldNum" sz="quarter" idx="12"/>
          </p:nvPr>
        </p:nvSpPr>
        <p:spPr/>
        <p:txBody>
          <a:bodyPr/>
          <a:lstStyle/>
          <a:p>
            <a:fld id="{703B0A60-F06B-4941-80F4-6152928E476F}" type="slidenum">
              <a:rPr lang="pt-BR" smtClean="0"/>
              <a:t>‹nº›</a:t>
            </a:fld>
            <a:endParaRPr lang="pt-BR"/>
          </a:p>
        </p:txBody>
      </p:sp>
    </p:spTree>
    <p:extLst>
      <p:ext uri="{BB962C8B-B14F-4D97-AF65-F5344CB8AC3E}">
        <p14:creationId xmlns:p14="http://schemas.microsoft.com/office/powerpoint/2010/main" val="286024155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EA8E39B-0B93-59EC-2EEF-79A0BF757B10}"/>
              </a:ext>
            </a:extLst>
          </p:cNvPr>
          <p:cNvSpPr>
            <a:spLocks noGrp="1"/>
          </p:cNvSpPr>
          <p:nvPr>
            <p:ph type="title"/>
          </p:nvPr>
        </p:nvSpPr>
        <p:spPr>
          <a:xfrm>
            <a:off x="831850" y="1709738"/>
            <a:ext cx="10515600" cy="2852737"/>
          </a:xfrm>
        </p:spPr>
        <p:txBody>
          <a:bodyPr anchor="b"/>
          <a:lstStyle>
            <a:lvl1pPr>
              <a:defRPr sz="6000"/>
            </a:lvl1pPr>
          </a:lstStyle>
          <a:p>
            <a:r>
              <a:rPr lang="pt-BR"/>
              <a:t>Clique para editar o título Mestre</a:t>
            </a:r>
          </a:p>
        </p:txBody>
      </p:sp>
      <p:sp>
        <p:nvSpPr>
          <p:cNvPr id="3" name="Espaço Reservado para Texto 2">
            <a:extLst>
              <a:ext uri="{FF2B5EF4-FFF2-40B4-BE49-F238E27FC236}">
                <a16:creationId xmlns:a16="http://schemas.microsoft.com/office/drawing/2014/main" id="{73B7E1EE-EA5F-4B81-FDFE-A6010AB232A6}"/>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pt-BR"/>
              <a:t>Clique para editar os estilos de texto Mestres</a:t>
            </a:r>
          </a:p>
        </p:txBody>
      </p:sp>
      <p:sp>
        <p:nvSpPr>
          <p:cNvPr id="4" name="Espaço Reservado para Data 3">
            <a:extLst>
              <a:ext uri="{FF2B5EF4-FFF2-40B4-BE49-F238E27FC236}">
                <a16:creationId xmlns:a16="http://schemas.microsoft.com/office/drawing/2014/main" id="{7D34AC63-5429-D2F8-4A10-A17AB56FF2DD}"/>
              </a:ext>
            </a:extLst>
          </p:cNvPr>
          <p:cNvSpPr>
            <a:spLocks noGrp="1"/>
          </p:cNvSpPr>
          <p:nvPr>
            <p:ph type="dt" sz="half" idx="10"/>
          </p:nvPr>
        </p:nvSpPr>
        <p:spPr/>
        <p:txBody>
          <a:bodyPr/>
          <a:lstStyle/>
          <a:p>
            <a:fld id="{13015A94-D9CB-470F-A58C-5F43E2446D83}" type="datetimeFigureOut">
              <a:rPr lang="pt-BR" smtClean="0"/>
              <a:t>05/09/2024</a:t>
            </a:fld>
            <a:endParaRPr lang="pt-BR"/>
          </a:p>
        </p:txBody>
      </p:sp>
      <p:sp>
        <p:nvSpPr>
          <p:cNvPr id="5" name="Espaço Reservado para Rodapé 4">
            <a:extLst>
              <a:ext uri="{FF2B5EF4-FFF2-40B4-BE49-F238E27FC236}">
                <a16:creationId xmlns:a16="http://schemas.microsoft.com/office/drawing/2014/main" id="{875E4887-F1BA-8E51-295B-2A0422D637CC}"/>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AF2202B-33FA-65E6-03F1-B205EB447455}"/>
              </a:ext>
            </a:extLst>
          </p:cNvPr>
          <p:cNvSpPr>
            <a:spLocks noGrp="1"/>
          </p:cNvSpPr>
          <p:nvPr>
            <p:ph type="sldNum" sz="quarter" idx="12"/>
          </p:nvPr>
        </p:nvSpPr>
        <p:spPr/>
        <p:txBody>
          <a:bodyPr/>
          <a:lstStyle/>
          <a:p>
            <a:fld id="{703B0A60-F06B-4941-80F4-6152928E476F}" type="slidenum">
              <a:rPr lang="pt-BR" smtClean="0"/>
              <a:t>‹nº›</a:t>
            </a:fld>
            <a:endParaRPr lang="pt-BR"/>
          </a:p>
        </p:txBody>
      </p:sp>
    </p:spTree>
    <p:extLst>
      <p:ext uri="{BB962C8B-B14F-4D97-AF65-F5344CB8AC3E}">
        <p14:creationId xmlns:p14="http://schemas.microsoft.com/office/powerpoint/2010/main" val="326425805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F66175F-07C7-B189-C6D2-846DF13C4362}"/>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A647C0C4-9236-989B-8B1C-F29A2F96E738}"/>
              </a:ext>
            </a:extLst>
          </p:cNvPr>
          <p:cNvSpPr>
            <a:spLocks noGrp="1"/>
          </p:cNvSpPr>
          <p:nvPr>
            <p:ph sz="half" idx="1"/>
          </p:nvPr>
        </p:nvSpPr>
        <p:spPr>
          <a:xfrm>
            <a:off x="838200" y="1825625"/>
            <a:ext cx="5181600" cy="4351338"/>
          </a:xfrm>
        </p:spPr>
        <p:txBody>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Conteúdo 3">
            <a:extLst>
              <a:ext uri="{FF2B5EF4-FFF2-40B4-BE49-F238E27FC236}">
                <a16:creationId xmlns:a16="http://schemas.microsoft.com/office/drawing/2014/main" id="{D994BCE8-3185-DAAA-5594-FFAAFACB2E84}"/>
              </a:ext>
            </a:extLst>
          </p:cNvPr>
          <p:cNvSpPr>
            <a:spLocks noGrp="1"/>
          </p:cNvSpPr>
          <p:nvPr>
            <p:ph sz="half" idx="2"/>
          </p:nvPr>
        </p:nvSpPr>
        <p:spPr>
          <a:xfrm>
            <a:off x="6172200" y="1825625"/>
            <a:ext cx="5181600" cy="4351338"/>
          </a:xfrm>
        </p:spPr>
        <p:txBody>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Data 4">
            <a:extLst>
              <a:ext uri="{FF2B5EF4-FFF2-40B4-BE49-F238E27FC236}">
                <a16:creationId xmlns:a16="http://schemas.microsoft.com/office/drawing/2014/main" id="{A31F6762-3126-175D-EE38-B4B85364F406}"/>
              </a:ext>
            </a:extLst>
          </p:cNvPr>
          <p:cNvSpPr>
            <a:spLocks noGrp="1"/>
          </p:cNvSpPr>
          <p:nvPr>
            <p:ph type="dt" sz="half" idx="10"/>
          </p:nvPr>
        </p:nvSpPr>
        <p:spPr/>
        <p:txBody>
          <a:bodyPr/>
          <a:lstStyle/>
          <a:p>
            <a:fld id="{13015A94-D9CB-470F-A58C-5F43E2446D83}" type="datetimeFigureOut">
              <a:rPr lang="pt-BR" smtClean="0"/>
              <a:t>05/09/2024</a:t>
            </a:fld>
            <a:endParaRPr lang="pt-BR"/>
          </a:p>
        </p:txBody>
      </p:sp>
      <p:sp>
        <p:nvSpPr>
          <p:cNvPr id="6" name="Espaço Reservado para Rodapé 5">
            <a:extLst>
              <a:ext uri="{FF2B5EF4-FFF2-40B4-BE49-F238E27FC236}">
                <a16:creationId xmlns:a16="http://schemas.microsoft.com/office/drawing/2014/main" id="{18A55956-DD2C-B8BF-4EDB-55488043855E}"/>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876B4FC4-A6CC-0355-21D8-8378B64ED822}"/>
              </a:ext>
            </a:extLst>
          </p:cNvPr>
          <p:cNvSpPr>
            <a:spLocks noGrp="1"/>
          </p:cNvSpPr>
          <p:nvPr>
            <p:ph type="sldNum" sz="quarter" idx="12"/>
          </p:nvPr>
        </p:nvSpPr>
        <p:spPr/>
        <p:txBody>
          <a:bodyPr/>
          <a:lstStyle/>
          <a:p>
            <a:fld id="{703B0A60-F06B-4941-80F4-6152928E476F}" type="slidenum">
              <a:rPr lang="pt-BR" smtClean="0"/>
              <a:t>‹nº›</a:t>
            </a:fld>
            <a:endParaRPr lang="pt-BR"/>
          </a:p>
        </p:txBody>
      </p:sp>
    </p:spTree>
    <p:extLst>
      <p:ext uri="{BB962C8B-B14F-4D97-AF65-F5344CB8AC3E}">
        <p14:creationId xmlns:p14="http://schemas.microsoft.com/office/powerpoint/2010/main" val="279913503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969E234-EA9D-531E-B59E-58164DCE2562}"/>
              </a:ext>
            </a:extLst>
          </p:cNvPr>
          <p:cNvSpPr>
            <a:spLocks noGrp="1"/>
          </p:cNvSpPr>
          <p:nvPr>
            <p:ph type="title"/>
          </p:nvPr>
        </p:nvSpPr>
        <p:spPr>
          <a:xfrm>
            <a:off x="839788" y="365125"/>
            <a:ext cx="10515600" cy="1325563"/>
          </a:xfrm>
        </p:spPr>
        <p:txBody>
          <a:bodyPr/>
          <a:lstStyle/>
          <a:p>
            <a:r>
              <a:rPr lang="pt-BR"/>
              <a:t>Clique para editar o título Mestre</a:t>
            </a:r>
          </a:p>
        </p:txBody>
      </p:sp>
      <p:sp>
        <p:nvSpPr>
          <p:cNvPr id="3" name="Espaço Reservado para Texto 2">
            <a:extLst>
              <a:ext uri="{FF2B5EF4-FFF2-40B4-BE49-F238E27FC236}">
                <a16:creationId xmlns:a16="http://schemas.microsoft.com/office/drawing/2014/main" id="{571433BD-4B56-566B-3CE2-38FF7F8D087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Clique para editar os estilos de texto Mestres</a:t>
            </a:r>
          </a:p>
        </p:txBody>
      </p:sp>
      <p:sp>
        <p:nvSpPr>
          <p:cNvPr id="4" name="Espaço Reservado para Conteúdo 3">
            <a:extLst>
              <a:ext uri="{FF2B5EF4-FFF2-40B4-BE49-F238E27FC236}">
                <a16:creationId xmlns:a16="http://schemas.microsoft.com/office/drawing/2014/main" id="{D079FD1D-56DC-898D-ADB8-C4CD0FCC3899}"/>
              </a:ext>
            </a:extLst>
          </p:cNvPr>
          <p:cNvSpPr>
            <a:spLocks noGrp="1"/>
          </p:cNvSpPr>
          <p:nvPr>
            <p:ph sz="half" idx="2"/>
          </p:nvPr>
        </p:nvSpPr>
        <p:spPr>
          <a:xfrm>
            <a:off x="839788" y="2505075"/>
            <a:ext cx="5157787" cy="3684588"/>
          </a:xfrm>
        </p:spPr>
        <p:txBody>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Texto 4">
            <a:extLst>
              <a:ext uri="{FF2B5EF4-FFF2-40B4-BE49-F238E27FC236}">
                <a16:creationId xmlns:a16="http://schemas.microsoft.com/office/drawing/2014/main" id="{BB8B18BD-8194-1930-4436-AB7278B9FFB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Clique para editar os estilos de texto Mestres</a:t>
            </a:r>
          </a:p>
        </p:txBody>
      </p:sp>
      <p:sp>
        <p:nvSpPr>
          <p:cNvPr id="6" name="Espaço Reservado para Conteúdo 5">
            <a:extLst>
              <a:ext uri="{FF2B5EF4-FFF2-40B4-BE49-F238E27FC236}">
                <a16:creationId xmlns:a16="http://schemas.microsoft.com/office/drawing/2014/main" id="{292871FB-A56A-D112-CC01-E6F255757E1C}"/>
              </a:ext>
            </a:extLst>
          </p:cNvPr>
          <p:cNvSpPr>
            <a:spLocks noGrp="1"/>
          </p:cNvSpPr>
          <p:nvPr>
            <p:ph sz="quarter" idx="4"/>
          </p:nvPr>
        </p:nvSpPr>
        <p:spPr>
          <a:xfrm>
            <a:off x="6172200" y="2505075"/>
            <a:ext cx="5183188" cy="3684588"/>
          </a:xfrm>
        </p:spPr>
        <p:txBody>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7" name="Espaço Reservado para Data 6">
            <a:extLst>
              <a:ext uri="{FF2B5EF4-FFF2-40B4-BE49-F238E27FC236}">
                <a16:creationId xmlns:a16="http://schemas.microsoft.com/office/drawing/2014/main" id="{6FF1948C-406D-EE6F-3C5F-E90BF51AB4E3}"/>
              </a:ext>
            </a:extLst>
          </p:cNvPr>
          <p:cNvSpPr>
            <a:spLocks noGrp="1"/>
          </p:cNvSpPr>
          <p:nvPr>
            <p:ph type="dt" sz="half" idx="10"/>
          </p:nvPr>
        </p:nvSpPr>
        <p:spPr/>
        <p:txBody>
          <a:bodyPr/>
          <a:lstStyle/>
          <a:p>
            <a:fld id="{13015A94-D9CB-470F-A58C-5F43E2446D83}" type="datetimeFigureOut">
              <a:rPr lang="pt-BR" smtClean="0"/>
              <a:t>05/09/2024</a:t>
            </a:fld>
            <a:endParaRPr lang="pt-BR"/>
          </a:p>
        </p:txBody>
      </p:sp>
      <p:sp>
        <p:nvSpPr>
          <p:cNvPr id="8" name="Espaço Reservado para Rodapé 7">
            <a:extLst>
              <a:ext uri="{FF2B5EF4-FFF2-40B4-BE49-F238E27FC236}">
                <a16:creationId xmlns:a16="http://schemas.microsoft.com/office/drawing/2014/main" id="{194862ED-A532-891D-D147-4EC6A9B0E2DF}"/>
              </a:ext>
            </a:extLst>
          </p:cNvPr>
          <p:cNvSpPr>
            <a:spLocks noGrp="1"/>
          </p:cNvSpPr>
          <p:nvPr>
            <p:ph type="ftr" sz="quarter" idx="11"/>
          </p:nvPr>
        </p:nvSpPr>
        <p:spPr/>
        <p:txBody>
          <a:bodyPr/>
          <a:lstStyle/>
          <a:p>
            <a:endParaRPr lang="pt-BR"/>
          </a:p>
        </p:txBody>
      </p:sp>
      <p:sp>
        <p:nvSpPr>
          <p:cNvPr id="9" name="Espaço Reservado para Número de Slide 8">
            <a:extLst>
              <a:ext uri="{FF2B5EF4-FFF2-40B4-BE49-F238E27FC236}">
                <a16:creationId xmlns:a16="http://schemas.microsoft.com/office/drawing/2014/main" id="{9C0EFAAC-ADB6-3912-9E3D-9487A4C26FF8}"/>
              </a:ext>
            </a:extLst>
          </p:cNvPr>
          <p:cNvSpPr>
            <a:spLocks noGrp="1"/>
          </p:cNvSpPr>
          <p:nvPr>
            <p:ph type="sldNum" sz="quarter" idx="12"/>
          </p:nvPr>
        </p:nvSpPr>
        <p:spPr/>
        <p:txBody>
          <a:bodyPr/>
          <a:lstStyle/>
          <a:p>
            <a:fld id="{703B0A60-F06B-4941-80F4-6152928E476F}" type="slidenum">
              <a:rPr lang="pt-BR" smtClean="0"/>
              <a:t>‹nº›</a:t>
            </a:fld>
            <a:endParaRPr lang="pt-BR"/>
          </a:p>
        </p:txBody>
      </p:sp>
    </p:spTree>
    <p:extLst>
      <p:ext uri="{BB962C8B-B14F-4D97-AF65-F5344CB8AC3E}">
        <p14:creationId xmlns:p14="http://schemas.microsoft.com/office/powerpoint/2010/main" val="77673479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5B2FDE6-6521-231B-3FED-E8D59251AF8D}"/>
              </a:ext>
            </a:extLst>
          </p:cNvPr>
          <p:cNvSpPr>
            <a:spLocks noGrp="1"/>
          </p:cNvSpPr>
          <p:nvPr>
            <p:ph type="title"/>
          </p:nvPr>
        </p:nvSpPr>
        <p:spPr/>
        <p:txBody>
          <a:bodyPr/>
          <a:lstStyle/>
          <a:p>
            <a:r>
              <a:rPr lang="pt-BR"/>
              <a:t>Clique para editar o título Mestre</a:t>
            </a:r>
          </a:p>
        </p:txBody>
      </p:sp>
      <p:sp>
        <p:nvSpPr>
          <p:cNvPr id="3" name="Espaço Reservado para Data 2">
            <a:extLst>
              <a:ext uri="{FF2B5EF4-FFF2-40B4-BE49-F238E27FC236}">
                <a16:creationId xmlns:a16="http://schemas.microsoft.com/office/drawing/2014/main" id="{07BD3A4D-BC87-B45C-CAE6-791C6A9C967B}"/>
              </a:ext>
            </a:extLst>
          </p:cNvPr>
          <p:cNvSpPr>
            <a:spLocks noGrp="1"/>
          </p:cNvSpPr>
          <p:nvPr>
            <p:ph type="dt" sz="half" idx="10"/>
          </p:nvPr>
        </p:nvSpPr>
        <p:spPr/>
        <p:txBody>
          <a:bodyPr/>
          <a:lstStyle/>
          <a:p>
            <a:fld id="{13015A94-D9CB-470F-A58C-5F43E2446D83}" type="datetimeFigureOut">
              <a:rPr lang="pt-BR" smtClean="0"/>
              <a:t>05/09/2024</a:t>
            </a:fld>
            <a:endParaRPr lang="pt-BR"/>
          </a:p>
        </p:txBody>
      </p:sp>
      <p:sp>
        <p:nvSpPr>
          <p:cNvPr id="4" name="Espaço Reservado para Rodapé 3">
            <a:extLst>
              <a:ext uri="{FF2B5EF4-FFF2-40B4-BE49-F238E27FC236}">
                <a16:creationId xmlns:a16="http://schemas.microsoft.com/office/drawing/2014/main" id="{FB87D20E-C272-B318-AE90-0E29D7810E7F}"/>
              </a:ext>
            </a:extLst>
          </p:cNvPr>
          <p:cNvSpPr>
            <a:spLocks noGrp="1"/>
          </p:cNvSpPr>
          <p:nvPr>
            <p:ph type="ftr" sz="quarter" idx="11"/>
          </p:nvPr>
        </p:nvSpPr>
        <p:spPr/>
        <p:txBody>
          <a:bodyPr/>
          <a:lstStyle/>
          <a:p>
            <a:endParaRPr lang="pt-BR"/>
          </a:p>
        </p:txBody>
      </p:sp>
      <p:sp>
        <p:nvSpPr>
          <p:cNvPr id="5" name="Espaço Reservado para Número de Slide 4">
            <a:extLst>
              <a:ext uri="{FF2B5EF4-FFF2-40B4-BE49-F238E27FC236}">
                <a16:creationId xmlns:a16="http://schemas.microsoft.com/office/drawing/2014/main" id="{CE3F8965-B8E9-0B29-4D66-9042E233E8CA}"/>
              </a:ext>
            </a:extLst>
          </p:cNvPr>
          <p:cNvSpPr>
            <a:spLocks noGrp="1"/>
          </p:cNvSpPr>
          <p:nvPr>
            <p:ph type="sldNum" sz="quarter" idx="12"/>
          </p:nvPr>
        </p:nvSpPr>
        <p:spPr/>
        <p:txBody>
          <a:bodyPr/>
          <a:lstStyle/>
          <a:p>
            <a:fld id="{703B0A60-F06B-4941-80F4-6152928E476F}" type="slidenum">
              <a:rPr lang="pt-BR" smtClean="0"/>
              <a:t>‹nº›</a:t>
            </a:fld>
            <a:endParaRPr lang="pt-BR"/>
          </a:p>
        </p:txBody>
      </p:sp>
    </p:spTree>
    <p:extLst>
      <p:ext uri="{BB962C8B-B14F-4D97-AF65-F5344CB8AC3E}">
        <p14:creationId xmlns:p14="http://schemas.microsoft.com/office/powerpoint/2010/main" val="21719425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Espaço Reservado para Data 1">
            <a:extLst>
              <a:ext uri="{FF2B5EF4-FFF2-40B4-BE49-F238E27FC236}">
                <a16:creationId xmlns:a16="http://schemas.microsoft.com/office/drawing/2014/main" id="{B7BCF0AE-793A-9F93-98E4-13A7FB456BC5}"/>
              </a:ext>
            </a:extLst>
          </p:cNvPr>
          <p:cNvSpPr>
            <a:spLocks noGrp="1"/>
          </p:cNvSpPr>
          <p:nvPr>
            <p:ph type="dt" sz="half" idx="10"/>
          </p:nvPr>
        </p:nvSpPr>
        <p:spPr/>
        <p:txBody>
          <a:bodyPr/>
          <a:lstStyle/>
          <a:p>
            <a:fld id="{13015A94-D9CB-470F-A58C-5F43E2446D83}" type="datetimeFigureOut">
              <a:rPr lang="pt-BR" smtClean="0"/>
              <a:t>05/09/2024</a:t>
            </a:fld>
            <a:endParaRPr lang="pt-BR"/>
          </a:p>
        </p:txBody>
      </p:sp>
      <p:sp>
        <p:nvSpPr>
          <p:cNvPr id="3" name="Espaço Reservado para Rodapé 2">
            <a:extLst>
              <a:ext uri="{FF2B5EF4-FFF2-40B4-BE49-F238E27FC236}">
                <a16:creationId xmlns:a16="http://schemas.microsoft.com/office/drawing/2014/main" id="{25D0F490-DD3E-3BF3-D63D-0F6D59E8A23D}"/>
              </a:ext>
            </a:extLst>
          </p:cNvPr>
          <p:cNvSpPr>
            <a:spLocks noGrp="1"/>
          </p:cNvSpPr>
          <p:nvPr>
            <p:ph type="ftr" sz="quarter" idx="11"/>
          </p:nvPr>
        </p:nvSpPr>
        <p:spPr/>
        <p:txBody>
          <a:bodyPr/>
          <a:lstStyle/>
          <a:p>
            <a:endParaRPr lang="pt-BR"/>
          </a:p>
        </p:txBody>
      </p:sp>
      <p:sp>
        <p:nvSpPr>
          <p:cNvPr id="4" name="Espaço Reservado para Número de Slide 3">
            <a:extLst>
              <a:ext uri="{FF2B5EF4-FFF2-40B4-BE49-F238E27FC236}">
                <a16:creationId xmlns:a16="http://schemas.microsoft.com/office/drawing/2014/main" id="{AF06D652-0D1C-562C-0413-4DABFC19D88F}"/>
              </a:ext>
            </a:extLst>
          </p:cNvPr>
          <p:cNvSpPr>
            <a:spLocks noGrp="1"/>
          </p:cNvSpPr>
          <p:nvPr>
            <p:ph type="sldNum" sz="quarter" idx="12"/>
          </p:nvPr>
        </p:nvSpPr>
        <p:spPr/>
        <p:txBody>
          <a:bodyPr/>
          <a:lstStyle/>
          <a:p>
            <a:fld id="{703B0A60-F06B-4941-80F4-6152928E476F}" type="slidenum">
              <a:rPr lang="pt-BR" smtClean="0"/>
              <a:t>‹nº›</a:t>
            </a:fld>
            <a:endParaRPr lang="pt-BR"/>
          </a:p>
        </p:txBody>
      </p:sp>
    </p:spTree>
    <p:extLst>
      <p:ext uri="{BB962C8B-B14F-4D97-AF65-F5344CB8AC3E}">
        <p14:creationId xmlns:p14="http://schemas.microsoft.com/office/powerpoint/2010/main" val="13461916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BB41D19-43EB-4B0A-5D24-CF3083CBABE0}"/>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Conteúdo 2">
            <a:extLst>
              <a:ext uri="{FF2B5EF4-FFF2-40B4-BE49-F238E27FC236}">
                <a16:creationId xmlns:a16="http://schemas.microsoft.com/office/drawing/2014/main" id="{D7704726-FE48-E8FE-A1BF-C33A03D1378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Texto 3">
            <a:extLst>
              <a:ext uri="{FF2B5EF4-FFF2-40B4-BE49-F238E27FC236}">
                <a16:creationId xmlns:a16="http://schemas.microsoft.com/office/drawing/2014/main" id="{C2E050BF-FBE2-7735-DF7C-31948BC94B7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Clique para editar os estilos de texto Mestres</a:t>
            </a:r>
          </a:p>
        </p:txBody>
      </p:sp>
      <p:sp>
        <p:nvSpPr>
          <p:cNvPr id="5" name="Espaço Reservado para Data 4">
            <a:extLst>
              <a:ext uri="{FF2B5EF4-FFF2-40B4-BE49-F238E27FC236}">
                <a16:creationId xmlns:a16="http://schemas.microsoft.com/office/drawing/2014/main" id="{BEFC99A8-5C8D-7A2F-838B-94D5603723A5}"/>
              </a:ext>
            </a:extLst>
          </p:cNvPr>
          <p:cNvSpPr>
            <a:spLocks noGrp="1"/>
          </p:cNvSpPr>
          <p:nvPr>
            <p:ph type="dt" sz="half" idx="10"/>
          </p:nvPr>
        </p:nvSpPr>
        <p:spPr/>
        <p:txBody>
          <a:bodyPr/>
          <a:lstStyle/>
          <a:p>
            <a:fld id="{13015A94-D9CB-470F-A58C-5F43E2446D83}" type="datetimeFigureOut">
              <a:rPr lang="pt-BR" smtClean="0"/>
              <a:t>05/09/2024</a:t>
            </a:fld>
            <a:endParaRPr lang="pt-BR"/>
          </a:p>
        </p:txBody>
      </p:sp>
      <p:sp>
        <p:nvSpPr>
          <p:cNvPr id="6" name="Espaço Reservado para Rodapé 5">
            <a:extLst>
              <a:ext uri="{FF2B5EF4-FFF2-40B4-BE49-F238E27FC236}">
                <a16:creationId xmlns:a16="http://schemas.microsoft.com/office/drawing/2014/main" id="{BF3F7BBD-E693-CBF8-6F45-94A4EF6EAA80}"/>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F1F47F14-BCDC-68B7-E86F-B59C968297D3}"/>
              </a:ext>
            </a:extLst>
          </p:cNvPr>
          <p:cNvSpPr>
            <a:spLocks noGrp="1"/>
          </p:cNvSpPr>
          <p:nvPr>
            <p:ph type="sldNum" sz="quarter" idx="12"/>
          </p:nvPr>
        </p:nvSpPr>
        <p:spPr/>
        <p:txBody>
          <a:bodyPr/>
          <a:lstStyle/>
          <a:p>
            <a:fld id="{703B0A60-F06B-4941-80F4-6152928E476F}" type="slidenum">
              <a:rPr lang="pt-BR" smtClean="0"/>
              <a:t>‹nº›</a:t>
            </a:fld>
            <a:endParaRPr lang="pt-BR"/>
          </a:p>
        </p:txBody>
      </p:sp>
    </p:spTree>
    <p:extLst>
      <p:ext uri="{BB962C8B-B14F-4D97-AF65-F5344CB8AC3E}">
        <p14:creationId xmlns:p14="http://schemas.microsoft.com/office/powerpoint/2010/main" val="172511947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5C5175D-2BED-7FF4-3AEB-D138286FB870}"/>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Imagem 2">
            <a:extLst>
              <a:ext uri="{FF2B5EF4-FFF2-40B4-BE49-F238E27FC236}">
                <a16:creationId xmlns:a16="http://schemas.microsoft.com/office/drawing/2014/main" id="{2252A6A0-671C-30E7-314F-070120A6C99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Espaço Reservado para Texto 3">
            <a:extLst>
              <a:ext uri="{FF2B5EF4-FFF2-40B4-BE49-F238E27FC236}">
                <a16:creationId xmlns:a16="http://schemas.microsoft.com/office/drawing/2014/main" id="{944DECC8-13B1-A90C-5083-F2647A686EC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Clique para editar os estilos de texto Mestres</a:t>
            </a:r>
          </a:p>
        </p:txBody>
      </p:sp>
      <p:sp>
        <p:nvSpPr>
          <p:cNvPr id="5" name="Espaço Reservado para Data 4">
            <a:extLst>
              <a:ext uri="{FF2B5EF4-FFF2-40B4-BE49-F238E27FC236}">
                <a16:creationId xmlns:a16="http://schemas.microsoft.com/office/drawing/2014/main" id="{0F9A45B4-C952-17B4-ECB9-F5D0A430EF1E}"/>
              </a:ext>
            </a:extLst>
          </p:cNvPr>
          <p:cNvSpPr>
            <a:spLocks noGrp="1"/>
          </p:cNvSpPr>
          <p:nvPr>
            <p:ph type="dt" sz="half" idx="10"/>
          </p:nvPr>
        </p:nvSpPr>
        <p:spPr/>
        <p:txBody>
          <a:bodyPr/>
          <a:lstStyle/>
          <a:p>
            <a:fld id="{13015A94-D9CB-470F-A58C-5F43E2446D83}" type="datetimeFigureOut">
              <a:rPr lang="pt-BR" smtClean="0"/>
              <a:t>05/09/2024</a:t>
            </a:fld>
            <a:endParaRPr lang="pt-BR"/>
          </a:p>
        </p:txBody>
      </p:sp>
      <p:sp>
        <p:nvSpPr>
          <p:cNvPr id="6" name="Espaço Reservado para Rodapé 5">
            <a:extLst>
              <a:ext uri="{FF2B5EF4-FFF2-40B4-BE49-F238E27FC236}">
                <a16:creationId xmlns:a16="http://schemas.microsoft.com/office/drawing/2014/main" id="{97458819-76AC-FDA3-8960-BEFB675DAAD6}"/>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7D76C2E7-7BE6-1ADB-0D93-53C55ACBE772}"/>
              </a:ext>
            </a:extLst>
          </p:cNvPr>
          <p:cNvSpPr>
            <a:spLocks noGrp="1"/>
          </p:cNvSpPr>
          <p:nvPr>
            <p:ph type="sldNum" sz="quarter" idx="12"/>
          </p:nvPr>
        </p:nvSpPr>
        <p:spPr/>
        <p:txBody>
          <a:bodyPr/>
          <a:lstStyle/>
          <a:p>
            <a:fld id="{703B0A60-F06B-4941-80F4-6152928E476F}" type="slidenum">
              <a:rPr lang="pt-BR" smtClean="0"/>
              <a:t>‹nº›</a:t>
            </a:fld>
            <a:endParaRPr lang="pt-BR"/>
          </a:p>
        </p:txBody>
      </p:sp>
    </p:spTree>
    <p:extLst>
      <p:ext uri="{BB962C8B-B14F-4D97-AF65-F5344CB8AC3E}">
        <p14:creationId xmlns:p14="http://schemas.microsoft.com/office/powerpoint/2010/main" val="112366649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72D2F65-DD74-FC2D-9FD4-4CC391085446}"/>
              </a:ext>
            </a:extLst>
          </p:cNvPr>
          <p:cNvSpPr>
            <a:spLocks noGrp="1"/>
          </p:cNvSpPr>
          <p:nvPr>
            <p:ph type="title"/>
          </p:nvPr>
        </p:nvSpPr>
        <p:spPr/>
        <p:txBody>
          <a:bodyPr/>
          <a:lstStyle/>
          <a:p>
            <a:r>
              <a:rPr lang="pt-BR"/>
              <a:t>Clique para editar o título Mestre</a:t>
            </a:r>
          </a:p>
        </p:txBody>
      </p:sp>
      <p:sp>
        <p:nvSpPr>
          <p:cNvPr id="3" name="Espaço Reservado para Texto Vertical 2">
            <a:extLst>
              <a:ext uri="{FF2B5EF4-FFF2-40B4-BE49-F238E27FC236}">
                <a16:creationId xmlns:a16="http://schemas.microsoft.com/office/drawing/2014/main" id="{7CF3E820-6CA4-1CC5-BBD3-EF46D5961AEC}"/>
              </a:ext>
            </a:extLst>
          </p:cNvPr>
          <p:cNvSpPr>
            <a:spLocks noGrp="1"/>
          </p:cNvSpPr>
          <p:nvPr>
            <p:ph type="body" orient="vert" idx="1"/>
          </p:nvPr>
        </p:nvSpPr>
        <p:spPr/>
        <p:txBody>
          <a:bodyPr vert="eaVert"/>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77193013-3EAB-DA14-0648-33C4E701B067}"/>
              </a:ext>
            </a:extLst>
          </p:cNvPr>
          <p:cNvSpPr>
            <a:spLocks noGrp="1"/>
          </p:cNvSpPr>
          <p:nvPr>
            <p:ph type="dt" sz="half" idx="10"/>
          </p:nvPr>
        </p:nvSpPr>
        <p:spPr/>
        <p:txBody>
          <a:bodyPr/>
          <a:lstStyle/>
          <a:p>
            <a:fld id="{13015A94-D9CB-470F-A58C-5F43E2446D83}" type="datetimeFigureOut">
              <a:rPr lang="pt-BR" smtClean="0"/>
              <a:t>05/09/2024</a:t>
            </a:fld>
            <a:endParaRPr lang="pt-BR"/>
          </a:p>
        </p:txBody>
      </p:sp>
      <p:sp>
        <p:nvSpPr>
          <p:cNvPr id="5" name="Espaço Reservado para Rodapé 4">
            <a:extLst>
              <a:ext uri="{FF2B5EF4-FFF2-40B4-BE49-F238E27FC236}">
                <a16:creationId xmlns:a16="http://schemas.microsoft.com/office/drawing/2014/main" id="{7DDA0E4A-F232-79F3-722F-EDD5294C4808}"/>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7BA2F8B1-87C3-DAA8-CFE5-251472565768}"/>
              </a:ext>
            </a:extLst>
          </p:cNvPr>
          <p:cNvSpPr>
            <a:spLocks noGrp="1"/>
          </p:cNvSpPr>
          <p:nvPr>
            <p:ph type="sldNum" sz="quarter" idx="12"/>
          </p:nvPr>
        </p:nvSpPr>
        <p:spPr/>
        <p:txBody>
          <a:bodyPr/>
          <a:lstStyle/>
          <a:p>
            <a:fld id="{703B0A60-F06B-4941-80F4-6152928E476F}" type="slidenum">
              <a:rPr lang="pt-BR" smtClean="0"/>
              <a:t>‹nº›</a:t>
            </a:fld>
            <a:endParaRPr lang="pt-BR"/>
          </a:p>
        </p:txBody>
      </p:sp>
    </p:spTree>
    <p:extLst>
      <p:ext uri="{BB962C8B-B14F-4D97-AF65-F5344CB8AC3E}">
        <p14:creationId xmlns:p14="http://schemas.microsoft.com/office/powerpoint/2010/main" val="410934643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exto e Título Vertical">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A5A81B49-7FBA-E668-9CD6-9EA2AF0A4AAB}"/>
              </a:ext>
            </a:extLst>
          </p:cNvPr>
          <p:cNvSpPr>
            <a:spLocks noGrp="1"/>
          </p:cNvSpPr>
          <p:nvPr>
            <p:ph type="title" orient="vert"/>
          </p:nvPr>
        </p:nvSpPr>
        <p:spPr>
          <a:xfrm>
            <a:off x="8724900" y="365125"/>
            <a:ext cx="2628900" cy="5811838"/>
          </a:xfrm>
        </p:spPr>
        <p:txBody>
          <a:bodyPr vert="eaVert"/>
          <a:lstStyle/>
          <a:p>
            <a:r>
              <a:rPr lang="pt-BR"/>
              <a:t>Clique para editar o título Mestre</a:t>
            </a:r>
          </a:p>
        </p:txBody>
      </p:sp>
      <p:sp>
        <p:nvSpPr>
          <p:cNvPr id="3" name="Espaço Reservado para Texto Vertical 2">
            <a:extLst>
              <a:ext uri="{FF2B5EF4-FFF2-40B4-BE49-F238E27FC236}">
                <a16:creationId xmlns:a16="http://schemas.microsoft.com/office/drawing/2014/main" id="{6CC7DACA-8415-4AD0-AED9-AF3EB5C0E98D}"/>
              </a:ext>
            </a:extLst>
          </p:cNvPr>
          <p:cNvSpPr>
            <a:spLocks noGrp="1"/>
          </p:cNvSpPr>
          <p:nvPr>
            <p:ph type="body" orient="vert" idx="1"/>
          </p:nvPr>
        </p:nvSpPr>
        <p:spPr>
          <a:xfrm>
            <a:off x="838200" y="365125"/>
            <a:ext cx="7734300" cy="5811838"/>
          </a:xfrm>
        </p:spPr>
        <p:txBody>
          <a:bodyPr vert="eaVert"/>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FC5ED9E4-238A-DF6B-7F29-9D9F54550F05}"/>
              </a:ext>
            </a:extLst>
          </p:cNvPr>
          <p:cNvSpPr>
            <a:spLocks noGrp="1"/>
          </p:cNvSpPr>
          <p:nvPr>
            <p:ph type="dt" sz="half" idx="10"/>
          </p:nvPr>
        </p:nvSpPr>
        <p:spPr/>
        <p:txBody>
          <a:bodyPr/>
          <a:lstStyle/>
          <a:p>
            <a:fld id="{13015A94-D9CB-470F-A58C-5F43E2446D83}" type="datetimeFigureOut">
              <a:rPr lang="pt-BR" smtClean="0"/>
              <a:t>05/09/2024</a:t>
            </a:fld>
            <a:endParaRPr lang="pt-BR"/>
          </a:p>
        </p:txBody>
      </p:sp>
      <p:sp>
        <p:nvSpPr>
          <p:cNvPr id="5" name="Espaço Reservado para Rodapé 4">
            <a:extLst>
              <a:ext uri="{FF2B5EF4-FFF2-40B4-BE49-F238E27FC236}">
                <a16:creationId xmlns:a16="http://schemas.microsoft.com/office/drawing/2014/main" id="{FF4389C7-6D86-8AA7-DF70-9D43BA1C980E}"/>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11081AD3-1C74-18CF-D2D1-A377C90C6C3E}"/>
              </a:ext>
            </a:extLst>
          </p:cNvPr>
          <p:cNvSpPr>
            <a:spLocks noGrp="1"/>
          </p:cNvSpPr>
          <p:nvPr>
            <p:ph type="sldNum" sz="quarter" idx="12"/>
          </p:nvPr>
        </p:nvSpPr>
        <p:spPr/>
        <p:txBody>
          <a:bodyPr/>
          <a:lstStyle/>
          <a:p>
            <a:fld id="{703B0A60-F06B-4941-80F4-6152928E476F}" type="slidenum">
              <a:rPr lang="pt-BR" smtClean="0"/>
              <a:t>‹nº›</a:t>
            </a:fld>
            <a:endParaRPr lang="pt-BR"/>
          </a:p>
        </p:txBody>
      </p:sp>
    </p:spTree>
    <p:extLst>
      <p:ext uri="{BB962C8B-B14F-4D97-AF65-F5344CB8AC3E}">
        <p14:creationId xmlns:p14="http://schemas.microsoft.com/office/powerpoint/2010/main" val="195224615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Título 1">
            <a:extLst>
              <a:ext uri="{FF2B5EF4-FFF2-40B4-BE49-F238E27FC236}">
                <a16:creationId xmlns:a16="http://schemas.microsoft.com/office/drawing/2014/main" id="{E1A93EA9-7B75-7075-EBA7-092D9820398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pt-BR"/>
              <a:t>Clique para editar o título Mestre</a:t>
            </a:r>
          </a:p>
        </p:txBody>
      </p:sp>
      <p:sp>
        <p:nvSpPr>
          <p:cNvPr id="3" name="Espaço Reservado para Texto 2">
            <a:extLst>
              <a:ext uri="{FF2B5EF4-FFF2-40B4-BE49-F238E27FC236}">
                <a16:creationId xmlns:a16="http://schemas.microsoft.com/office/drawing/2014/main" id="{E4269631-6FEA-3203-19AD-05B356A7D8F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F3FB7B25-5952-61A2-DE4A-E34AAB7F4D8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3015A94-D9CB-470F-A58C-5F43E2446D83}" type="datetimeFigureOut">
              <a:rPr lang="pt-BR" smtClean="0"/>
              <a:t>05/09/2024</a:t>
            </a:fld>
            <a:endParaRPr lang="pt-BR"/>
          </a:p>
        </p:txBody>
      </p:sp>
      <p:sp>
        <p:nvSpPr>
          <p:cNvPr id="5" name="Espaço Reservado para Rodapé 4">
            <a:extLst>
              <a:ext uri="{FF2B5EF4-FFF2-40B4-BE49-F238E27FC236}">
                <a16:creationId xmlns:a16="http://schemas.microsoft.com/office/drawing/2014/main" id="{76A8F785-F69C-4AF4-600B-AD9B75BF2A9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pt-BR"/>
          </a:p>
        </p:txBody>
      </p:sp>
      <p:sp>
        <p:nvSpPr>
          <p:cNvPr id="6" name="Espaço Reservado para Número de Slide 5">
            <a:extLst>
              <a:ext uri="{FF2B5EF4-FFF2-40B4-BE49-F238E27FC236}">
                <a16:creationId xmlns:a16="http://schemas.microsoft.com/office/drawing/2014/main" id="{36E0D13E-EDFA-2475-9B9B-A0AB59BD049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703B0A60-F06B-4941-80F4-6152928E476F}" type="slidenum">
              <a:rPr lang="pt-BR" smtClean="0"/>
              <a:t>‹nº›</a:t>
            </a:fld>
            <a:endParaRPr lang="pt-BR"/>
          </a:p>
        </p:txBody>
      </p:sp>
    </p:spTree>
    <p:extLst>
      <p:ext uri="{BB962C8B-B14F-4D97-AF65-F5344CB8AC3E}">
        <p14:creationId xmlns:p14="http://schemas.microsoft.com/office/powerpoint/2010/main" val="32030358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3.png"/><Relationship Id="rId7" Type="http://schemas.openxmlformats.org/officeDocument/2006/relationships/image" Target="../media/image7.png"/><Relationship Id="rId2" Type="http://schemas.openxmlformats.org/officeDocument/2006/relationships/image" Target="../media/image2.png"/><Relationship Id="rId1" Type="http://schemas.openxmlformats.org/officeDocument/2006/relationships/slideLayout" Target="../slideLayouts/slideLayout1.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 Id="rId9" Type="http://schemas.openxmlformats.org/officeDocument/2006/relationships/image" Target="../media/image9.png"/></Relationships>
</file>

<file path=ppt/slides/_rels/slide4.xml.rels><?xml version="1.0" encoding="UTF-8" standalone="yes"?>
<Relationships xmlns="http://schemas.openxmlformats.org/package/2006/relationships"><Relationship Id="rId8" Type="http://schemas.openxmlformats.org/officeDocument/2006/relationships/image" Target="../media/image11.jpeg"/><Relationship Id="rId13" Type="http://schemas.openxmlformats.org/officeDocument/2006/relationships/image" Target="../media/image16.jpeg"/><Relationship Id="rId18" Type="http://schemas.openxmlformats.org/officeDocument/2006/relationships/image" Target="../media/image21.jpeg"/><Relationship Id="rId26" Type="http://schemas.openxmlformats.org/officeDocument/2006/relationships/image" Target="../media/image29.png"/><Relationship Id="rId3" Type="http://schemas.openxmlformats.org/officeDocument/2006/relationships/diagramLayout" Target="../diagrams/layout1.xml"/><Relationship Id="rId21" Type="http://schemas.openxmlformats.org/officeDocument/2006/relationships/image" Target="../media/image24.png"/><Relationship Id="rId7" Type="http://schemas.openxmlformats.org/officeDocument/2006/relationships/image" Target="../media/image10.png"/><Relationship Id="rId12" Type="http://schemas.openxmlformats.org/officeDocument/2006/relationships/image" Target="../media/image15.jpeg"/><Relationship Id="rId17" Type="http://schemas.openxmlformats.org/officeDocument/2006/relationships/image" Target="../media/image20.jpeg"/><Relationship Id="rId25" Type="http://schemas.openxmlformats.org/officeDocument/2006/relationships/image" Target="../media/image28.jpeg"/><Relationship Id="rId2" Type="http://schemas.openxmlformats.org/officeDocument/2006/relationships/diagramData" Target="../diagrams/data1.xml"/><Relationship Id="rId16" Type="http://schemas.openxmlformats.org/officeDocument/2006/relationships/image" Target="../media/image19.jpeg"/><Relationship Id="rId20" Type="http://schemas.openxmlformats.org/officeDocument/2006/relationships/image" Target="../media/image23.png"/><Relationship Id="rId1" Type="http://schemas.openxmlformats.org/officeDocument/2006/relationships/slideLayout" Target="../slideLayouts/slideLayout1.xml"/><Relationship Id="rId6" Type="http://schemas.microsoft.com/office/2007/relationships/diagramDrawing" Target="../diagrams/drawing1.xml"/><Relationship Id="rId11" Type="http://schemas.openxmlformats.org/officeDocument/2006/relationships/image" Target="../media/image14.jpeg"/><Relationship Id="rId24" Type="http://schemas.openxmlformats.org/officeDocument/2006/relationships/image" Target="../media/image27.png"/><Relationship Id="rId5" Type="http://schemas.openxmlformats.org/officeDocument/2006/relationships/diagramColors" Target="../diagrams/colors1.xml"/><Relationship Id="rId15" Type="http://schemas.openxmlformats.org/officeDocument/2006/relationships/image" Target="../media/image18.jpeg"/><Relationship Id="rId23" Type="http://schemas.openxmlformats.org/officeDocument/2006/relationships/image" Target="../media/image26.png"/><Relationship Id="rId10" Type="http://schemas.openxmlformats.org/officeDocument/2006/relationships/image" Target="../media/image13.jpeg"/><Relationship Id="rId19" Type="http://schemas.openxmlformats.org/officeDocument/2006/relationships/image" Target="../media/image22.png"/><Relationship Id="rId4" Type="http://schemas.openxmlformats.org/officeDocument/2006/relationships/diagramQuickStyle" Target="../diagrams/quickStyle1.xml"/><Relationship Id="rId9" Type="http://schemas.openxmlformats.org/officeDocument/2006/relationships/image" Target="../media/image12.jpeg"/><Relationship Id="rId14" Type="http://schemas.openxmlformats.org/officeDocument/2006/relationships/image" Target="../media/image17.jpeg"/><Relationship Id="rId22" Type="http://schemas.openxmlformats.org/officeDocument/2006/relationships/image" Target="../media/image25.png"/></Relationships>
</file>

<file path=ppt/slides/_rels/slide5.xml.rels><?xml version="1.0" encoding="UTF-8" standalone="yes"?>
<Relationships xmlns="http://schemas.openxmlformats.org/package/2006/relationships"><Relationship Id="rId3" Type="http://schemas.openxmlformats.org/officeDocument/2006/relationships/image" Target="../media/image31.jpeg"/><Relationship Id="rId7" Type="http://schemas.openxmlformats.org/officeDocument/2006/relationships/image" Target="../media/image35.png"/><Relationship Id="rId2" Type="http://schemas.openxmlformats.org/officeDocument/2006/relationships/image" Target="../media/image30.png"/><Relationship Id="rId1" Type="http://schemas.openxmlformats.org/officeDocument/2006/relationships/slideLayout" Target="../slideLayouts/slideLayout1.xml"/><Relationship Id="rId6" Type="http://schemas.openxmlformats.org/officeDocument/2006/relationships/image" Target="../media/image34.png"/><Relationship Id="rId5" Type="http://schemas.openxmlformats.org/officeDocument/2006/relationships/image" Target="../media/image33.png"/><Relationship Id="rId4" Type="http://schemas.openxmlformats.org/officeDocument/2006/relationships/image" Target="../media/image32.jpe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image" Target="../media/image3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3.xml"/><Relationship Id="rId1" Type="http://schemas.openxmlformats.org/officeDocument/2006/relationships/slideLayout" Target="../slideLayouts/slideLayout1.xml"/><Relationship Id="rId5" Type="http://schemas.openxmlformats.org/officeDocument/2006/relationships/image" Target="../media/image39.jpeg"/><Relationship Id="rId4" Type="http://schemas.microsoft.com/office/2007/relationships/hdphoto" Target="../media/hdphoto1.wdp"/></Relationships>
</file>

<file path=ppt/slides/_rels/slide14.xml.rels><?xml version="1.0" encoding="UTF-8" standalone="yes"?>
<Relationships xmlns="http://schemas.openxmlformats.org/package/2006/relationships"><Relationship Id="rId3" Type="http://schemas.openxmlformats.org/officeDocument/2006/relationships/image" Target="../media/image40.png"/><Relationship Id="rId7" Type="http://schemas.openxmlformats.org/officeDocument/2006/relationships/image" Target="../media/image44.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43.png"/><Relationship Id="rId5" Type="http://schemas.openxmlformats.org/officeDocument/2006/relationships/image" Target="../media/image42.png"/><Relationship Id="rId4" Type="http://schemas.openxmlformats.org/officeDocument/2006/relationships/image" Target="../media/image41.png"/></Relationships>
</file>

<file path=ppt/slides/_rels/slide15.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5.png"/><Relationship Id="rId1" Type="http://schemas.openxmlformats.org/officeDocument/2006/relationships/slideLayout" Target="../slideLayouts/slideLayout1.xml"/><Relationship Id="rId4" Type="http://schemas.openxmlformats.org/officeDocument/2006/relationships/image" Target="../media/image46.jpeg"/></Relationships>
</file>

<file path=ppt/slides/_rels/slide16.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146" name="Picture 2">
            <a:extLst>
              <a:ext uri="{FF2B5EF4-FFF2-40B4-BE49-F238E27FC236}">
                <a16:creationId xmlns:a16="http://schemas.microsoft.com/office/drawing/2014/main" id="{4158F480-2B77-C8B1-943E-B55138657E7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0"/>
            <a:ext cx="12192000"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5770405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aixaDeTexto 1">
            <a:extLst>
              <a:ext uri="{FF2B5EF4-FFF2-40B4-BE49-F238E27FC236}">
                <a16:creationId xmlns:a16="http://schemas.microsoft.com/office/drawing/2014/main" id="{20A0F398-111E-5E44-E55A-A72D942D859E}"/>
              </a:ext>
            </a:extLst>
          </p:cNvPr>
          <p:cNvSpPr txBox="1"/>
          <p:nvPr/>
        </p:nvSpPr>
        <p:spPr>
          <a:xfrm>
            <a:off x="2483047" y="1073436"/>
            <a:ext cx="7677533" cy="4508927"/>
          </a:xfrm>
          <a:prstGeom prst="rect">
            <a:avLst/>
          </a:prstGeom>
          <a:noFill/>
        </p:spPr>
        <p:txBody>
          <a:bodyPr wrap="square" rtlCol="0">
            <a:spAutoFit/>
          </a:bodyPr>
          <a:lstStyle/>
          <a:p>
            <a:r>
              <a:rPr lang="pt-BR" sz="28700" dirty="0">
                <a:solidFill>
                  <a:srgbClr val="007DA9"/>
                </a:solidFill>
                <a:latin typeface="Impact" panose="020B0806030902050204" pitchFamily="34" charset="0"/>
              </a:rPr>
              <a:t>DIA 1</a:t>
            </a:r>
          </a:p>
        </p:txBody>
      </p:sp>
    </p:spTree>
    <p:extLst>
      <p:ext uri="{BB962C8B-B14F-4D97-AF65-F5344CB8AC3E}">
        <p14:creationId xmlns:p14="http://schemas.microsoft.com/office/powerpoint/2010/main" val="203312114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3CA114-F5C9-86E2-A65C-B69BCCECB766}"/>
            </a:ext>
          </a:extLst>
        </p:cNvPr>
        <p:cNvGrpSpPr/>
        <p:nvPr/>
      </p:nvGrpSpPr>
      <p:grpSpPr>
        <a:xfrm>
          <a:off x="0" y="0"/>
          <a:ext cx="0" cy="0"/>
          <a:chOff x="0" y="0"/>
          <a:chExt cx="0" cy="0"/>
        </a:xfrm>
      </p:grpSpPr>
      <p:sp>
        <p:nvSpPr>
          <p:cNvPr id="3" name="CaixaDeTexto 2">
            <a:extLst>
              <a:ext uri="{FF2B5EF4-FFF2-40B4-BE49-F238E27FC236}">
                <a16:creationId xmlns:a16="http://schemas.microsoft.com/office/drawing/2014/main" id="{82A94FE9-559D-0054-2FE5-88C8B534ACD8}"/>
              </a:ext>
            </a:extLst>
          </p:cNvPr>
          <p:cNvSpPr txBox="1"/>
          <p:nvPr/>
        </p:nvSpPr>
        <p:spPr>
          <a:xfrm>
            <a:off x="130373" y="169518"/>
            <a:ext cx="10487075" cy="1107996"/>
          </a:xfrm>
          <a:prstGeom prst="rect">
            <a:avLst/>
          </a:prstGeom>
          <a:noFill/>
        </p:spPr>
        <p:txBody>
          <a:bodyPr wrap="square" rtlCol="0">
            <a:spAutoFit/>
          </a:bodyPr>
          <a:lstStyle/>
          <a:p>
            <a:r>
              <a:rPr lang="pt-BR" sz="6600" dirty="0">
                <a:solidFill>
                  <a:srgbClr val="007DA9"/>
                </a:solidFill>
                <a:latin typeface="Impact" panose="020B0806030902050204" pitchFamily="34" charset="0"/>
              </a:rPr>
              <a:t>Quem sou eu?</a:t>
            </a:r>
          </a:p>
        </p:txBody>
      </p:sp>
      <p:sp>
        <p:nvSpPr>
          <p:cNvPr id="8" name="Google Shape;55;p3">
            <a:extLst>
              <a:ext uri="{FF2B5EF4-FFF2-40B4-BE49-F238E27FC236}">
                <a16:creationId xmlns:a16="http://schemas.microsoft.com/office/drawing/2014/main" id="{DD171B32-1AA9-6321-85FB-EDA5E01B9ACA}"/>
              </a:ext>
            </a:extLst>
          </p:cNvPr>
          <p:cNvSpPr txBox="1">
            <a:spLocks/>
          </p:cNvSpPr>
          <p:nvPr/>
        </p:nvSpPr>
        <p:spPr>
          <a:xfrm>
            <a:off x="130373" y="1551034"/>
            <a:ext cx="8642474" cy="3602811"/>
          </a:xfrm>
          <a:prstGeom prst="rect">
            <a:avLst/>
          </a:prstGeom>
          <a:noFill/>
          <a:ln>
            <a:noFill/>
          </a:ln>
        </p:spPr>
        <p:txBody>
          <a:bodyPr spcFirstLastPara="1" vert="horz" wrap="square" lIns="91425" tIns="91425" rIns="91425" bIns="91425" rtlCol="0" anchor="t" anchorCtr="0">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marL="228600" indent="-228600" algn="l">
              <a:lnSpc>
                <a:spcPct val="100000"/>
              </a:lnSpc>
              <a:spcBef>
                <a:spcPts val="600"/>
              </a:spcBef>
              <a:buClr>
                <a:schemeClr val="dk1"/>
              </a:buClr>
              <a:buSzPts val="1100"/>
              <a:buFont typeface="Arial" panose="020B0604020202020204" pitchFamily="34" charset="0"/>
              <a:buChar char="•"/>
            </a:pPr>
            <a:r>
              <a:rPr lang="pt-BR" sz="2000" b="1" dirty="0"/>
              <a:t>Carreira iniciada em 2005 na área de TI/Dados.</a:t>
            </a:r>
            <a:endParaRPr lang="pt-BR" sz="4000" dirty="0"/>
          </a:p>
          <a:p>
            <a:pPr marL="228600" indent="-228600" algn="l">
              <a:lnSpc>
                <a:spcPct val="100000"/>
              </a:lnSpc>
              <a:spcBef>
                <a:spcPts val="600"/>
              </a:spcBef>
              <a:buClr>
                <a:schemeClr val="dk1"/>
              </a:buClr>
              <a:buSzPts val="1100"/>
              <a:buFont typeface="Arial" panose="020B0604020202020204" pitchFamily="34" charset="0"/>
              <a:buChar char="•"/>
            </a:pPr>
            <a:r>
              <a:rPr lang="pt-BR" sz="2000" b="1" dirty="0"/>
              <a:t>Instrutor de Treinamentos de Banco de Dados e T-SQL</a:t>
            </a:r>
            <a:endParaRPr lang="pt-BR" sz="4000" dirty="0"/>
          </a:p>
          <a:p>
            <a:pPr marL="228600" indent="-228600" algn="l">
              <a:lnSpc>
                <a:spcPct val="100000"/>
              </a:lnSpc>
              <a:spcBef>
                <a:spcPts val="600"/>
              </a:spcBef>
              <a:buClr>
                <a:schemeClr val="dk1"/>
              </a:buClr>
              <a:buSzPts val="1100"/>
              <a:buFont typeface="Arial" panose="020B0604020202020204" pitchFamily="34" charset="0"/>
              <a:buChar char="•"/>
            </a:pPr>
            <a:r>
              <a:rPr lang="pt-BR" sz="2000" b="1" dirty="0"/>
              <a:t>MCT Microsoft 2022 – 2025</a:t>
            </a:r>
          </a:p>
          <a:p>
            <a:pPr marL="228600" indent="-228600" algn="l">
              <a:lnSpc>
                <a:spcPct val="100000"/>
              </a:lnSpc>
              <a:spcBef>
                <a:spcPts val="600"/>
              </a:spcBef>
              <a:buClr>
                <a:schemeClr val="dk1"/>
              </a:buClr>
              <a:buSzPts val="1100"/>
              <a:buFont typeface="Arial" panose="020B0604020202020204" pitchFamily="34" charset="0"/>
              <a:buChar char="•"/>
            </a:pPr>
            <a:r>
              <a:rPr lang="pt-BR" sz="2000" b="1" dirty="0"/>
              <a:t>Azure Data Engineer na 4Zoom Alocado na Nestlé</a:t>
            </a:r>
          </a:p>
          <a:p>
            <a:pPr marL="228600" indent="-228600" algn="l">
              <a:lnSpc>
                <a:spcPct val="100000"/>
              </a:lnSpc>
              <a:spcBef>
                <a:spcPts val="600"/>
              </a:spcBef>
              <a:buClr>
                <a:schemeClr val="dk1"/>
              </a:buClr>
              <a:buSzPts val="1100"/>
              <a:buFont typeface="Arial" panose="020B0604020202020204" pitchFamily="34" charset="0"/>
              <a:buChar char="•"/>
            </a:pPr>
            <a:r>
              <a:rPr lang="pt-BR" sz="2000" b="1" dirty="0"/>
              <a:t>Algumas Certificações na carreira (Microsoft, Python, Databricks, </a:t>
            </a:r>
            <a:r>
              <a:rPr lang="pt-BR" sz="2000" b="1" dirty="0" err="1"/>
              <a:t>Itil</a:t>
            </a:r>
            <a:r>
              <a:rPr lang="pt-BR" sz="2000" b="1" dirty="0"/>
              <a:t> e </a:t>
            </a:r>
            <a:r>
              <a:rPr lang="pt-BR" sz="2000" b="1" dirty="0" err="1"/>
              <a:t>Cobit</a:t>
            </a:r>
            <a:r>
              <a:rPr lang="pt-BR" sz="2000" b="1" dirty="0"/>
              <a:t>)</a:t>
            </a:r>
          </a:p>
          <a:p>
            <a:pPr marL="228600" indent="-228600" algn="l">
              <a:lnSpc>
                <a:spcPct val="100000"/>
              </a:lnSpc>
              <a:spcBef>
                <a:spcPts val="600"/>
              </a:spcBef>
              <a:buClr>
                <a:schemeClr val="dk1"/>
              </a:buClr>
              <a:buSzPts val="1100"/>
              <a:buFont typeface="Arial" panose="020B0604020202020204" pitchFamily="34" charset="0"/>
              <a:buChar char="•"/>
            </a:pPr>
            <a:r>
              <a:rPr lang="pt-BR" sz="2000" b="1" dirty="0"/>
              <a:t>Especialista em Modelagem de Dados e Arquitetura de Dados</a:t>
            </a:r>
          </a:p>
          <a:p>
            <a:pPr marL="228600" indent="-228600" algn="l">
              <a:lnSpc>
                <a:spcPct val="100000"/>
              </a:lnSpc>
              <a:spcBef>
                <a:spcPts val="600"/>
              </a:spcBef>
              <a:buClr>
                <a:schemeClr val="dk1"/>
              </a:buClr>
              <a:buSzPts val="1100"/>
              <a:buFont typeface="Arial" panose="020B0604020202020204" pitchFamily="34" charset="0"/>
              <a:buChar char="•"/>
            </a:pPr>
            <a:r>
              <a:rPr lang="pt-BR" sz="2000" b="1" dirty="0"/>
              <a:t>Vasta experiência em Tecnologias de Banco de Dados SQL Server, SSIS, SSAS, Azure, Azure Data Factory, Databricks, Python e Spark/PySpark</a:t>
            </a:r>
            <a:endParaRPr lang="pt-BR" sz="4000" dirty="0"/>
          </a:p>
          <a:p>
            <a:pPr algn="l">
              <a:lnSpc>
                <a:spcPct val="100000"/>
              </a:lnSpc>
              <a:spcBef>
                <a:spcPts val="600"/>
              </a:spcBef>
              <a:buClr>
                <a:schemeClr val="dk1"/>
              </a:buClr>
              <a:buSzPts val="1100"/>
              <a:buFont typeface="Arial"/>
              <a:buNone/>
            </a:pPr>
            <a:endParaRPr lang="pt-BR" sz="4000" dirty="0"/>
          </a:p>
        </p:txBody>
      </p:sp>
      <p:pic>
        <p:nvPicPr>
          <p:cNvPr id="9" name="Imagem 8" descr="Rosto de homem com óculos de sol&#10;&#10;Descrição gerada automaticamente">
            <a:extLst>
              <a:ext uri="{FF2B5EF4-FFF2-40B4-BE49-F238E27FC236}">
                <a16:creationId xmlns:a16="http://schemas.microsoft.com/office/drawing/2014/main" id="{87882F68-FC03-6CA6-C98E-C405BCB6077F}"/>
              </a:ext>
            </a:extLst>
          </p:cNvPr>
          <p:cNvPicPr>
            <a:picLocks noChangeAspect="1"/>
          </p:cNvPicPr>
          <p:nvPr/>
        </p:nvPicPr>
        <p:blipFill>
          <a:blip r:embed="rId2"/>
          <a:stretch>
            <a:fillRect/>
          </a:stretch>
        </p:blipFill>
        <p:spPr>
          <a:xfrm>
            <a:off x="9269720" y="1986890"/>
            <a:ext cx="2209211" cy="2293798"/>
          </a:xfrm>
          <a:prstGeom prst="rect">
            <a:avLst/>
          </a:prstGeom>
        </p:spPr>
      </p:pic>
      <p:sp>
        <p:nvSpPr>
          <p:cNvPr id="10" name="CaixaDeTexto 9">
            <a:extLst>
              <a:ext uri="{FF2B5EF4-FFF2-40B4-BE49-F238E27FC236}">
                <a16:creationId xmlns:a16="http://schemas.microsoft.com/office/drawing/2014/main" id="{06583B94-B951-BE91-0F09-165C7BBD395C}"/>
              </a:ext>
            </a:extLst>
          </p:cNvPr>
          <p:cNvSpPr txBox="1"/>
          <p:nvPr/>
        </p:nvSpPr>
        <p:spPr>
          <a:xfrm>
            <a:off x="8981821" y="4288727"/>
            <a:ext cx="3013684" cy="584775"/>
          </a:xfrm>
          <a:prstGeom prst="rect">
            <a:avLst/>
          </a:prstGeom>
          <a:noFill/>
        </p:spPr>
        <p:txBody>
          <a:bodyPr wrap="square" rtlCol="0">
            <a:spAutoFit/>
          </a:bodyPr>
          <a:lstStyle>
            <a:defPPr>
              <a:defRPr lang="pt-BR"/>
            </a:defPPr>
            <a:lvl1pPr>
              <a:defRPr sz="6600">
                <a:solidFill>
                  <a:schemeClr val="accent1"/>
                </a:solidFill>
                <a:latin typeface="Impact" panose="020B0806030902050204" pitchFamily="34" charset="0"/>
              </a:defRPr>
            </a:lvl1pPr>
          </a:lstStyle>
          <a:p>
            <a:r>
              <a:rPr lang="en-US" sz="3200" dirty="0">
                <a:solidFill>
                  <a:srgbClr val="007DA9"/>
                </a:solidFill>
              </a:rPr>
              <a:t>Gabriel Quintella</a:t>
            </a:r>
            <a:endParaRPr lang="pt-BR" sz="3200" dirty="0">
              <a:solidFill>
                <a:srgbClr val="007DA9"/>
              </a:solidFill>
            </a:endParaRPr>
          </a:p>
        </p:txBody>
      </p:sp>
      <p:pic>
        <p:nvPicPr>
          <p:cNvPr id="11" name="Google Shape;58;p3">
            <a:extLst>
              <a:ext uri="{FF2B5EF4-FFF2-40B4-BE49-F238E27FC236}">
                <a16:creationId xmlns:a16="http://schemas.microsoft.com/office/drawing/2014/main" id="{168EE510-D88B-A173-8756-1C9D7EA03C6D}"/>
              </a:ext>
            </a:extLst>
          </p:cNvPr>
          <p:cNvPicPr preferRelativeResize="0"/>
          <p:nvPr/>
        </p:nvPicPr>
        <p:blipFill rotWithShape="1">
          <a:blip r:embed="rId3">
            <a:alphaModFix/>
          </a:blip>
          <a:srcRect/>
          <a:stretch/>
        </p:blipFill>
        <p:spPr>
          <a:xfrm>
            <a:off x="5504538" y="5155725"/>
            <a:ext cx="988119" cy="988120"/>
          </a:xfrm>
          <a:prstGeom prst="rect">
            <a:avLst/>
          </a:prstGeom>
          <a:noFill/>
          <a:ln>
            <a:noFill/>
          </a:ln>
        </p:spPr>
      </p:pic>
      <p:pic>
        <p:nvPicPr>
          <p:cNvPr id="12" name="Google Shape;59;p3">
            <a:extLst>
              <a:ext uri="{FF2B5EF4-FFF2-40B4-BE49-F238E27FC236}">
                <a16:creationId xmlns:a16="http://schemas.microsoft.com/office/drawing/2014/main" id="{EE3BD4C4-A92E-FECA-70AB-97D462E7A32E}"/>
              </a:ext>
            </a:extLst>
          </p:cNvPr>
          <p:cNvPicPr preferRelativeResize="0"/>
          <p:nvPr/>
        </p:nvPicPr>
        <p:blipFill rotWithShape="1">
          <a:blip r:embed="rId4">
            <a:alphaModFix/>
          </a:blip>
          <a:srcRect/>
          <a:stretch/>
        </p:blipFill>
        <p:spPr>
          <a:xfrm>
            <a:off x="6492657" y="5155725"/>
            <a:ext cx="988119" cy="988120"/>
          </a:xfrm>
          <a:prstGeom prst="rect">
            <a:avLst/>
          </a:prstGeom>
          <a:noFill/>
          <a:ln>
            <a:noFill/>
          </a:ln>
        </p:spPr>
      </p:pic>
      <p:pic>
        <p:nvPicPr>
          <p:cNvPr id="13" name="Imagem 12" descr="Uma imagem contendo Diagrama&#10;&#10;Descrição gerada automaticamente">
            <a:extLst>
              <a:ext uri="{FF2B5EF4-FFF2-40B4-BE49-F238E27FC236}">
                <a16:creationId xmlns:a16="http://schemas.microsoft.com/office/drawing/2014/main" id="{4C176D45-F5D4-D784-5AD5-713BE76F5D5F}"/>
              </a:ext>
            </a:extLst>
          </p:cNvPr>
          <p:cNvPicPr>
            <a:picLocks noChangeAspect="1"/>
          </p:cNvPicPr>
          <p:nvPr/>
        </p:nvPicPr>
        <p:blipFill>
          <a:blip r:embed="rId5"/>
          <a:stretch>
            <a:fillRect/>
          </a:stretch>
        </p:blipFill>
        <p:spPr>
          <a:xfrm>
            <a:off x="356453" y="5155760"/>
            <a:ext cx="988120" cy="988120"/>
          </a:xfrm>
          <a:prstGeom prst="rect">
            <a:avLst/>
          </a:prstGeom>
        </p:spPr>
      </p:pic>
      <p:pic>
        <p:nvPicPr>
          <p:cNvPr id="14" name="Picture 2" descr="MCSA: SQL Server 2012/2014 - Certified 2016 badge image. Issued by Microsoft">
            <a:extLst>
              <a:ext uri="{FF2B5EF4-FFF2-40B4-BE49-F238E27FC236}">
                <a16:creationId xmlns:a16="http://schemas.microsoft.com/office/drawing/2014/main" id="{4A5BEFA6-FA68-BE68-07B4-255C538877B8}"/>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423590" y="5153845"/>
            <a:ext cx="990000" cy="990000"/>
          </a:xfrm>
          <a:prstGeom prst="rect">
            <a:avLst/>
          </a:prstGeom>
          <a:noFill/>
          <a:extLst>
            <a:ext uri="{909E8E84-426E-40DD-AFC4-6F175D3DCCD1}">
              <a14:hiddenFill xmlns:a14="http://schemas.microsoft.com/office/drawing/2010/main">
                <a:solidFill>
                  <a:srgbClr val="FFFFFF"/>
                </a:solidFill>
              </a14:hiddenFill>
            </a:ext>
          </a:extLst>
        </p:spPr>
      </p:pic>
      <p:pic>
        <p:nvPicPr>
          <p:cNvPr id="15" name="Picture 4" descr="Microsoft Certified: Azure Fundamentals badge image. Issued by Microsoft">
            <a:extLst>
              <a:ext uri="{FF2B5EF4-FFF2-40B4-BE49-F238E27FC236}">
                <a16:creationId xmlns:a16="http://schemas.microsoft.com/office/drawing/2014/main" id="{98B6C7A3-D611-281D-357A-43C8907A1D33}"/>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456054" y="5153845"/>
            <a:ext cx="990000" cy="990000"/>
          </a:xfrm>
          <a:prstGeom prst="rect">
            <a:avLst/>
          </a:prstGeom>
          <a:noFill/>
          <a:extLst>
            <a:ext uri="{909E8E84-426E-40DD-AFC4-6F175D3DCCD1}">
              <a14:hiddenFill xmlns:a14="http://schemas.microsoft.com/office/drawing/2010/main">
                <a:solidFill>
                  <a:srgbClr val="FFFFFF"/>
                </a:solidFill>
              </a14:hiddenFill>
            </a:ext>
          </a:extLst>
        </p:spPr>
      </p:pic>
      <p:pic>
        <p:nvPicPr>
          <p:cNvPr id="16" name="Picture 6" descr="Microsoft Certified: Azure Data Fundamentals badge image. Issued by Microsoft">
            <a:extLst>
              <a:ext uri="{FF2B5EF4-FFF2-40B4-BE49-F238E27FC236}">
                <a16:creationId xmlns:a16="http://schemas.microsoft.com/office/drawing/2014/main" id="{0190F35A-609E-5B0F-BF03-AD92BE125199}"/>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3470246" y="5153845"/>
            <a:ext cx="990000" cy="990000"/>
          </a:xfrm>
          <a:prstGeom prst="rect">
            <a:avLst/>
          </a:prstGeom>
          <a:noFill/>
          <a:extLst>
            <a:ext uri="{909E8E84-426E-40DD-AFC4-6F175D3DCCD1}">
              <a14:hiddenFill xmlns:a14="http://schemas.microsoft.com/office/drawing/2010/main">
                <a:solidFill>
                  <a:srgbClr val="FFFFFF"/>
                </a:solidFill>
              </a14:hiddenFill>
            </a:ext>
          </a:extLst>
        </p:spPr>
      </p:pic>
      <p:pic>
        <p:nvPicPr>
          <p:cNvPr id="17" name="Picture 8" descr="Microsoft Certified: Azure AI Fundamentals badge image. Issued by Microsoft">
            <a:extLst>
              <a:ext uri="{FF2B5EF4-FFF2-40B4-BE49-F238E27FC236}">
                <a16:creationId xmlns:a16="http://schemas.microsoft.com/office/drawing/2014/main" id="{D6B9F174-67D1-8EAD-7435-9D7E1F8036A0}"/>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4460246" y="5153845"/>
            <a:ext cx="990000" cy="990000"/>
          </a:xfrm>
          <a:prstGeom prst="rect">
            <a:avLst/>
          </a:prstGeom>
          <a:noFill/>
          <a:extLst>
            <a:ext uri="{909E8E84-426E-40DD-AFC4-6F175D3DCCD1}">
              <a14:hiddenFill xmlns:a14="http://schemas.microsoft.com/office/drawing/2010/main">
                <a:solidFill>
                  <a:srgbClr val="FFFFFF"/>
                </a:solidFill>
              </a14:hiddenFill>
            </a:ext>
          </a:extLst>
        </p:spPr>
      </p:pic>
      <p:sp>
        <p:nvSpPr>
          <p:cNvPr id="22" name="sketchy line">
            <a:extLst>
              <a:ext uri="{FF2B5EF4-FFF2-40B4-BE49-F238E27FC236}">
                <a16:creationId xmlns:a16="http://schemas.microsoft.com/office/drawing/2014/main" id="{38EE5DB3-8314-6E77-2D9F-8E40E5201A6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68062" y="1184695"/>
            <a:ext cx="11727443" cy="100858"/>
          </a:xfrm>
          <a:custGeom>
            <a:avLst/>
            <a:gdLst>
              <a:gd name="connsiteX0" fmla="*/ 0 w 11727443"/>
              <a:gd name="connsiteY0" fmla="*/ 0 h 100858"/>
              <a:gd name="connsiteX1" fmla="*/ 455301 w 11727443"/>
              <a:gd name="connsiteY1" fmla="*/ 0 h 100858"/>
              <a:gd name="connsiteX2" fmla="*/ 1379699 w 11727443"/>
              <a:gd name="connsiteY2" fmla="*/ 0 h 100858"/>
              <a:gd name="connsiteX3" fmla="*/ 2069549 w 11727443"/>
              <a:gd name="connsiteY3" fmla="*/ 0 h 100858"/>
              <a:gd name="connsiteX4" fmla="*/ 2524849 w 11727443"/>
              <a:gd name="connsiteY4" fmla="*/ 0 h 100858"/>
              <a:gd name="connsiteX5" fmla="*/ 2862876 w 11727443"/>
              <a:gd name="connsiteY5" fmla="*/ 0 h 100858"/>
              <a:gd name="connsiteX6" fmla="*/ 3787274 w 11727443"/>
              <a:gd name="connsiteY6" fmla="*/ 0 h 100858"/>
              <a:gd name="connsiteX7" fmla="*/ 4359849 w 11727443"/>
              <a:gd name="connsiteY7" fmla="*/ 0 h 100858"/>
              <a:gd name="connsiteX8" fmla="*/ 5284248 w 11727443"/>
              <a:gd name="connsiteY8" fmla="*/ 0 h 100858"/>
              <a:gd name="connsiteX9" fmla="*/ 5622274 w 11727443"/>
              <a:gd name="connsiteY9" fmla="*/ 0 h 100858"/>
              <a:gd name="connsiteX10" fmla="*/ 6077575 w 11727443"/>
              <a:gd name="connsiteY10" fmla="*/ 0 h 100858"/>
              <a:gd name="connsiteX11" fmla="*/ 7001973 w 11727443"/>
              <a:gd name="connsiteY11" fmla="*/ 0 h 100858"/>
              <a:gd name="connsiteX12" fmla="*/ 7926372 w 11727443"/>
              <a:gd name="connsiteY12" fmla="*/ 0 h 100858"/>
              <a:gd name="connsiteX13" fmla="*/ 8498947 w 11727443"/>
              <a:gd name="connsiteY13" fmla="*/ 0 h 100858"/>
              <a:gd name="connsiteX14" fmla="*/ 8836973 w 11727443"/>
              <a:gd name="connsiteY14" fmla="*/ 0 h 100858"/>
              <a:gd name="connsiteX15" fmla="*/ 9644097 w 11727443"/>
              <a:gd name="connsiteY15" fmla="*/ 0 h 100858"/>
              <a:gd name="connsiteX16" fmla="*/ 10333947 w 11727443"/>
              <a:gd name="connsiteY16" fmla="*/ 0 h 100858"/>
              <a:gd name="connsiteX17" fmla="*/ 10906522 w 11727443"/>
              <a:gd name="connsiteY17" fmla="*/ 0 h 100858"/>
              <a:gd name="connsiteX18" fmla="*/ 11727443 w 11727443"/>
              <a:gd name="connsiteY18" fmla="*/ 0 h 100858"/>
              <a:gd name="connsiteX19" fmla="*/ 11727443 w 11727443"/>
              <a:gd name="connsiteY19" fmla="*/ 100858 h 100858"/>
              <a:gd name="connsiteX20" fmla="*/ 10920319 w 11727443"/>
              <a:gd name="connsiteY20" fmla="*/ 100858 h 100858"/>
              <a:gd name="connsiteX21" fmla="*/ 10465018 w 11727443"/>
              <a:gd name="connsiteY21" fmla="*/ 100858 h 100858"/>
              <a:gd name="connsiteX22" fmla="*/ 9892443 w 11727443"/>
              <a:gd name="connsiteY22" fmla="*/ 100858 h 100858"/>
              <a:gd name="connsiteX23" fmla="*/ 8968045 w 11727443"/>
              <a:gd name="connsiteY23" fmla="*/ 100858 h 100858"/>
              <a:gd name="connsiteX24" fmla="*/ 8630018 w 11727443"/>
              <a:gd name="connsiteY24" fmla="*/ 100858 h 100858"/>
              <a:gd name="connsiteX25" fmla="*/ 8291992 w 11727443"/>
              <a:gd name="connsiteY25" fmla="*/ 100858 h 100858"/>
              <a:gd name="connsiteX26" fmla="*/ 7953966 w 11727443"/>
              <a:gd name="connsiteY26" fmla="*/ 100858 h 100858"/>
              <a:gd name="connsiteX27" fmla="*/ 7146842 w 11727443"/>
              <a:gd name="connsiteY27" fmla="*/ 100858 h 100858"/>
              <a:gd name="connsiteX28" fmla="*/ 6691541 w 11727443"/>
              <a:gd name="connsiteY28" fmla="*/ 100858 h 100858"/>
              <a:gd name="connsiteX29" fmla="*/ 5884417 w 11727443"/>
              <a:gd name="connsiteY29" fmla="*/ 100858 h 100858"/>
              <a:gd name="connsiteX30" fmla="*/ 5077293 w 11727443"/>
              <a:gd name="connsiteY30" fmla="*/ 100858 h 100858"/>
              <a:gd name="connsiteX31" fmla="*/ 4621992 w 11727443"/>
              <a:gd name="connsiteY31" fmla="*/ 100858 h 100858"/>
              <a:gd name="connsiteX32" fmla="*/ 3932143 w 11727443"/>
              <a:gd name="connsiteY32" fmla="*/ 100858 h 100858"/>
              <a:gd name="connsiteX33" fmla="*/ 3359567 w 11727443"/>
              <a:gd name="connsiteY33" fmla="*/ 100858 h 100858"/>
              <a:gd name="connsiteX34" fmla="*/ 2435169 w 11727443"/>
              <a:gd name="connsiteY34" fmla="*/ 100858 h 100858"/>
              <a:gd name="connsiteX35" fmla="*/ 1745319 w 11727443"/>
              <a:gd name="connsiteY35" fmla="*/ 100858 h 100858"/>
              <a:gd name="connsiteX36" fmla="*/ 938195 w 11727443"/>
              <a:gd name="connsiteY36" fmla="*/ 100858 h 100858"/>
              <a:gd name="connsiteX37" fmla="*/ 600169 w 11727443"/>
              <a:gd name="connsiteY37" fmla="*/ 100858 h 100858"/>
              <a:gd name="connsiteX38" fmla="*/ 0 w 11727443"/>
              <a:gd name="connsiteY38" fmla="*/ 100858 h 100858"/>
              <a:gd name="connsiteX39" fmla="*/ 0 w 11727443"/>
              <a:gd name="connsiteY39" fmla="*/ 0 h 1008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11727443" h="100858" fill="none" extrusionOk="0">
                <a:moveTo>
                  <a:pt x="0" y="0"/>
                </a:moveTo>
                <a:cubicBezTo>
                  <a:pt x="177575" y="-8335"/>
                  <a:pt x="289292" y="-22372"/>
                  <a:pt x="455301" y="0"/>
                </a:cubicBezTo>
                <a:cubicBezTo>
                  <a:pt x="621310" y="22372"/>
                  <a:pt x="959229" y="316"/>
                  <a:pt x="1379699" y="0"/>
                </a:cubicBezTo>
                <a:cubicBezTo>
                  <a:pt x="1800169" y="-316"/>
                  <a:pt x="1910290" y="-19988"/>
                  <a:pt x="2069549" y="0"/>
                </a:cubicBezTo>
                <a:cubicBezTo>
                  <a:pt x="2228808" y="19988"/>
                  <a:pt x="2328018" y="-6436"/>
                  <a:pt x="2524849" y="0"/>
                </a:cubicBezTo>
                <a:cubicBezTo>
                  <a:pt x="2721680" y="6436"/>
                  <a:pt x="2744923" y="692"/>
                  <a:pt x="2862876" y="0"/>
                </a:cubicBezTo>
                <a:cubicBezTo>
                  <a:pt x="2980829" y="-692"/>
                  <a:pt x="3455105" y="28803"/>
                  <a:pt x="3787274" y="0"/>
                </a:cubicBezTo>
                <a:cubicBezTo>
                  <a:pt x="4119443" y="-28803"/>
                  <a:pt x="4093258" y="3515"/>
                  <a:pt x="4359849" y="0"/>
                </a:cubicBezTo>
                <a:cubicBezTo>
                  <a:pt x="4626441" y="-3515"/>
                  <a:pt x="4994558" y="-15931"/>
                  <a:pt x="5284248" y="0"/>
                </a:cubicBezTo>
                <a:cubicBezTo>
                  <a:pt x="5573938" y="15931"/>
                  <a:pt x="5518095" y="-13412"/>
                  <a:pt x="5622274" y="0"/>
                </a:cubicBezTo>
                <a:cubicBezTo>
                  <a:pt x="5726453" y="13412"/>
                  <a:pt x="5919345" y="19043"/>
                  <a:pt x="6077575" y="0"/>
                </a:cubicBezTo>
                <a:cubicBezTo>
                  <a:pt x="6235805" y="-19043"/>
                  <a:pt x="6637812" y="29609"/>
                  <a:pt x="7001973" y="0"/>
                </a:cubicBezTo>
                <a:cubicBezTo>
                  <a:pt x="7366134" y="-29609"/>
                  <a:pt x="7716303" y="17424"/>
                  <a:pt x="7926372" y="0"/>
                </a:cubicBezTo>
                <a:cubicBezTo>
                  <a:pt x="8136441" y="-17424"/>
                  <a:pt x="8378864" y="-19420"/>
                  <a:pt x="8498947" y="0"/>
                </a:cubicBezTo>
                <a:cubicBezTo>
                  <a:pt x="8619031" y="19420"/>
                  <a:pt x="8765062" y="-15679"/>
                  <a:pt x="8836973" y="0"/>
                </a:cubicBezTo>
                <a:cubicBezTo>
                  <a:pt x="8908884" y="15679"/>
                  <a:pt x="9288035" y="12756"/>
                  <a:pt x="9644097" y="0"/>
                </a:cubicBezTo>
                <a:cubicBezTo>
                  <a:pt x="10000159" y="-12756"/>
                  <a:pt x="10089663" y="-5649"/>
                  <a:pt x="10333947" y="0"/>
                </a:cubicBezTo>
                <a:cubicBezTo>
                  <a:pt x="10578231" y="5649"/>
                  <a:pt x="10785095" y="27917"/>
                  <a:pt x="10906522" y="0"/>
                </a:cubicBezTo>
                <a:cubicBezTo>
                  <a:pt x="11027949" y="-27917"/>
                  <a:pt x="11562609" y="31188"/>
                  <a:pt x="11727443" y="0"/>
                </a:cubicBezTo>
                <a:cubicBezTo>
                  <a:pt x="11723584" y="38217"/>
                  <a:pt x="11731691" y="73296"/>
                  <a:pt x="11727443" y="100858"/>
                </a:cubicBezTo>
                <a:cubicBezTo>
                  <a:pt x="11381154" y="139297"/>
                  <a:pt x="11163895" y="69647"/>
                  <a:pt x="10920319" y="100858"/>
                </a:cubicBezTo>
                <a:cubicBezTo>
                  <a:pt x="10676743" y="132069"/>
                  <a:pt x="10625983" y="117071"/>
                  <a:pt x="10465018" y="100858"/>
                </a:cubicBezTo>
                <a:cubicBezTo>
                  <a:pt x="10304053" y="84645"/>
                  <a:pt x="10063410" y="105790"/>
                  <a:pt x="9892443" y="100858"/>
                </a:cubicBezTo>
                <a:cubicBezTo>
                  <a:pt x="9721477" y="95926"/>
                  <a:pt x="9298902" y="55708"/>
                  <a:pt x="8968045" y="100858"/>
                </a:cubicBezTo>
                <a:cubicBezTo>
                  <a:pt x="8637188" y="146008"/>
                  <a:pt x="8753098" y="98295"/>
                  <a:pt x="8630018" y="100858"/>
                </a:cubicBezTo>
                <a:cubicBezTo>
                  <a:pt x="8506938" y="103421"/>
                  <a:pt x="8382809" y="104606"/>
                  <a:pt x="8291992" y="100858"/>
                </a:cubicBezTo>
                <a:cubicBezTo>
                  <a:pt x="8201175" y="97110"/>
                  <a:pt x="8042573" y="88227"/>
                  <a:pt x="7953966" y="100858"/>
                </a:cubicBezTo>
                <a:cubicBezTo>
                  <a:pt x="7865359" y="113489"/>
                  <a:pt x="7327260" y="71433"/>
                  <a:pt x="7146842" y="100858"/>
                </a:cubicBezTo>
                <a:cubicBezTo>
                  <a:pt x="6966424" y="130283"/>
                  <a:pt x="6836691" y="78893"/>
                  <a:pt x="6691541" y="100858"/>
                </a:cubicBezTo>
                <a:cubicBezTo>
                  <a:pt x="6546391" y="122823"/>
                  <a:pt x="6161732" y="96929"/>
                  <a:pt x="5884417" y="100858"/>
                </a:cubicBezTo>
                <a:cubicBezTo>
                  <a:pt x="5607102" y="104787"/>
                  <a:pt x="5399769" y="71203"/>
                  <a:pt x="5077293" y="100858"/>
                </a:cubicBezTo>
                <a:cubicBezTo>
                  <a:pt x="4754817" y="130513"/>
                  <a:pt x="4780101" y="110562"/>
                  <a:pt x="4621992" y="100858"/>
                </a:cubicBezTo>
                <a:cubicBezTo>
                  <a:pt x="4463883" y="91154"/>
                  <a:pt x="4080268" y="82653"/>
                  <a:pt x="3932143" y="100858"/>
                </a:cubicBezTo>
                <a:cubicBezTo>
                  <a:pt x="3784018" y="119063"/>
                  <a:pt x="3606068" y="107585"/>
                  <a:pt x="3359567" y="100858"/>
                </a:cubicBezTo>
                <a:cubicBezTo>
                  <a:pt x="3113066" y="94131"/>
                  <a:pt x="2833730" y="108463"/>
                  <a:pt x="2435169" y="100858"/>
                </a:cubicBezTo>
                <a:cubicBezTo>
                  <a:pt x="2036608" y="93253"/>
                  <a:pt x="1979570" y="109496"/>
                  <a:pt x="1745319" y="100858"/>
                </a:cubicBezTo>
                <a:cubicBezTo>
                  <a:pt x="1511068" y="92221"/>
                  <a:pt x="1304277" y="99602"/>
                  <a:pt x="938195" y="100858"/>
                </a:cubicBezTo>
                <a:cubicBezTo>
                  <a:pt x="572113" y="102114"/>
                  <a:pt x="673750" y="115329"/>
                  <a:pt x="600169" y="100858"/>
                </a:cubicBezTo>
                <a:cubicBezTo>
                  <a:pt x="526588" y="86387"/>
                  <a:pt x="223952" y="122492"/>
                  <a:pt x="0" y="100858"/>
                </a:cubicBezTo>
                <a:cubicBezTo>
                  <a:pt x="-124" y="56937"/>
                  <a:pt x="-3196" y="35397"/>
                  <a:pt x="0" y="0"/>
                </a:cubicBezTo>
                <a:close/>
              </a:path>
              <a:path w="11727443" h="100858" stroke="0" extrusionOk="0">
                <a:moveTo>
                  <a:pt x="0" y="0"/>
                </a:moveTo>
                <a:cubicBezTo>
                  <a:pt x="226598" y="-20463"/>
                  <a:pt x="284703" y="21278"/>
                  <a:pt x="455301" y="0"/>
                </a:cubicBezTo>
                <a:cubicBezTo>
                  <a:pt x="625899" y="-21278"/>
                  <a:pt x="975360" y="-38169"/>
                  <a:pt x="1379699" y="0"/>
                </a:cubicBezTo>
                <a:cubicBezTo>
                  <a:pt x="1784038" y="38169"/>
                  <a:pt x="1553897" y="10715"/>
                  <a:pt x="1717725" y="0"/>
                </a:cubicBezTo>
                <a:cubicBezTo>
                  <a:pt x="1881553" y="-10715"/>
                  <a:pt x="1957404" y="7512"/>
                  <a:pt x="2055752" y="0"/>
                </a:cubicBezTo>
                <a:cubicBezTo>
                  <a:pt x="2154100" y="-7512"/>
                  <a:pt x="2455093" y="6931"/>
                  <a:pt x="2745601" y="0"/>
                </a:cubicBezTo>
                <a:cubicBezTo>
                  <a:pt x="3036109" y="-6931"/>
                  <a:pt x="3200578" y="-6899"/>
                  <a:pt x="3318177" y="0"/>
                </a:cubicBezTo>
                <a:cubicBezTo>
                  <a:pt x="3435776" y="6899"/>
                  <a:pt x="3830972" y="-29023"/>
                  <a:pt x="4125301" y="0"/>
                </a:cubicBezTo>
                <a:cubicBezTo>
                  <a:pt x="4419630" y="29023"/>
                  <a:pt x="4438628" y="-3380"/>
                  <a:pt x="4580601" y="0"/>
                </a:cubicBezTo>
                <a:cubicBezTo>
                  <a:pt x="4722574" y="3380"/>
                  <a:pt x="5287872" y="-26084"/>
                  <a:pt x="5505000" y="0"/>
                </a:cubicBezTo>
                <a:cubicBezTo>
                  <a:pt x="5722128" y="26084"/>
                  <a:pt x="5845495" y="-3138"/>
                  <a:pt x="6077575" y="0"/>
                </a:cubicBezTo>
                <a:cubicBezTo>
                  <a:pt x="6309655" y="3138"/>
                  <a:pt x="6416497" y="-9038"/>
                  <a:pt x="6532876" y="0"/>
                </a:cubicBezTo>
                <a:cubicBezTo>
                  <a:pt x="6649255" y="9038"/>
                  <a:pt x="6798774" y="17432"/>
                  <a:pt x="6988176" y="0"/>
                </a:cubicBezTo>
                <a:cubicBezTo>
                  <a:pt x="7177578" y="-17432"/>
                  <a:pt x="7432115" y="-1508"/>
                  <a:pt x="7560751" y="0"/>
                </a:cubicBezTo>
                <a:cubicBezTo>
                  <a:pt x="7689387" y="1508"/>
                  <a:pt x="7817048" y="19459"/>
                  <a:pt x="8016052" y="0"/>
                </a:cubicBezTo>
                <a:cubicBezTo>
                  <a:pt x="8215056" y="-19459"/>
                  <a:pt x="8384141" y="13593"/>
                  <a:pt x="8705902" y="0"/>
                </a:cubicBezTo>
                <a:cubicBezTo>
                  <a:pt x="9027663" y="-13593"/>
                  <a:pt x="8932873" y="-16432"/>
                  <a:pt x="9043928" y="0"/>
                </a:cubicBezTo>
                <a:cubicBezTo>
                  <a:pt x="9154983" y="16432"/>
                  <a:pt x="9568699" y="-30219"/>
                  <a:pt x="9733778" y="0"/>
                </a:cubicBezTo>
                <a:cubicBezTo>
                  <a:pt x="9898857" y="30219"/>
                  <a:pt x="9973728" y="-1849"/>
                  <a:pt x="10071804" y="0"/>
                </a:cubicBezTo>
                <a:cubicBezTo>
                  <a:pt x="10169880" y="1849"/>
                  <a:pt x="10558830" y="-12560"/>
                  <a:pt x="10996202" y="0"/>
                </a:cubicBezTo>
                <a:cubicBezTo>
                  <a:pt x="11433574" y="12560"/>
                  <a:pt x="11579031" y="-6546"/>
                  <a:pt x="11727443" y="0"/>
                </a:cubicBezTo>
                <a:cubicBezTo>
                  <a:pt x="11729168" y="25018"/>
                  <a:pt x="11723362" y="74256"/>
                  <a:pt x="11727443" y="100858"/>
                </a:cubicBezTo>
                <a:cubicBezTo>
                  <a:pt x="11466834" y="85519"/>
                  <a:pt x="11273864" y="83363"/>
                  <a:pt x="11154868" y="100858"/>
                </a:cubicBezTo>
                <a:cubicBezTo>
                  <a:pt x="11035872" y="118353"/>
                  <a:pt x="10917509" y="98250"/>
                  <a:pt x="10816842" y="100858"/>
                </a:cubicBezTo>
                <a:cubicBezTo>
                  <a:pt x="10716175" y="103466"/>
                  <a:pt x="10190281" y="93289"/>
                  <a:pt x="9892443" y="100858"/>
                </a:cubicBezTo>
                <a:cubicBezTo>
                  <a:pt x="9594605" y="108427"/>
                  <a:pt x="9385168" y="118111"/>
                  <a:pt x="9202594" y="100858"/>
                </a:cubicBezTo>
                <a:cubicBezTo>
                  <a:pt x="9020020" y="83605"/>
                  <a:pt x="8470284" y="126256"/>
                  <a:pt x="8278195" y="100858"/>
                </a:cubicBezTo>
                <a:cubicBezTo>
                  <a:pt x="8086106" y="75460"/>
                  <a:pt x="7779236" y="101234"/>
                  <a:pt x="7588345" y="100858"/>
                </a:cubicBezTo>
                <a:cubicBezTo>
                  <a:pt x="7397454" y="100483"/>
                  <a:pt x="7324210" y="98320"/>
                  <a:pt x="7250319" y="100858"/>
                </a:cubicBezTo>
                <a:cubicBezTo>
                  <a:pt x="7176428" y="103396"/>
                  <a:pt x="6743284" y="112839"/>
                  <a:pt x="6325921" y="100858"/>
                </a:cubicBezTo>
                <a:cubicBezTo>
                  <a:pt x="5908558" y="88877"/>
                  <a:pt x="6095670" y="116342"/>
                  <a:pt x="5870620" y="100858"/>
                </a:cubicBezTo>
                <a:cubicBezTo>
                  <a:pt x="5645570" y="85374"/>
                  <a:pt x="5700885" y="115088"/>
                  <a:pt x="5532594" y="100858"/>
                </a:cubicBezTo>
                <a:cubicBezTo>
                  <a:pt x="5364303" y="86628"/>
                  <a:pt x="5212740" y="105293"/>
                  <a:pt x="4960019" y="100858"/>
                </a:cubicBezTo>
                <a:cubicBezTo>
                  <a:pt x="4707298" y="96423"/>
                  <a:pt x="4491720" y="108840"/>
                  <a:pt x="4035620" y="100858"/>
                </a:cubicBezTo>
                <a:cubicBezTo>
                  <a:pt x="3579520" y="92876"/>
                  <a:pt x="3768890" y="79226"/>
                  <a:pt x="3580319" y="100858"/>
                </a:cubicBezTo>
                <a:cubicBezTo>
                  <a:pt x="3391748" y="122490"/>
                  <a:pt x="3059393" y="71723"/>
                  <a:pt x="2655921" y="100858"/>
                </a:cubicBezTo>
                <a:cubicBezTo>
                  <a:pt x="2252449" y="129993"/>
                  <a:pt x="2021995" y="121740"/>
                  <a:pt x="1848797" y="100858"/>
                </a:cubicBezTo>
                <a:cubicBezTo>
                  <a:pt x="1675599" y="79976"/>
                  <a:pt x="1263502" y="106737"/>
                  <a:pt x="924398" y="100858"/>
                </a:cubicBezTo>
                <a:cubicBezTo>
                  <a:pt x="585294" y="94979"/>
                  <a:pt x="216313" y="56521"/>
                  <a:pt x="0" y="100858"/>
                </a:cubicBezTo>
                <a:cubicBezTo>
                  <a:pt x="-4094" y="59488"/>
                  <a:pt x="2375" y="29231"/>
                  <a:pt x="0" y="0"/>
                </a:cubicBezTo>
                <a:close/>
              </a:path>
            </a:pathLst>
          </a:custGeom>
          <a:solidFill>
            <a:srgbClr val="007DA9"/>
          </a:solidFill>
          <a:ln w="44450" cap="rnd">
            <a:solidFill>
              <a:srgbClr val="007DA9"/>
            </a:solidFill>
            <a:round/>
            <a:extLst>
              <a:ext uri="{C807C97D-BFC1-408E-A445-0C87EB9F89A2}">
                <ask:lineSketchStyleProps xmlns:ask="http://schemas.microsoft.com/office/drawing/2018/sketchyshapes" sd="2863741219">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rgbClr val="007DA9"/>
                </a:solidFill>
              </a:rPr>
              <a:t>‘</a:t>
            </a:r>
          </a:p>
        </p:txBody>
      </p:sp>
    </p:spTree>
    <p:extLst>
      <p:ext uri="{BB962C8B-B14F-4D97-AF65-F5344CB8AC3E}">
        <p14:creationId xmlns:p14="http://schemas.microsoft.com/office/powerpoint/2010/main" val="427298272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8ED842-752F-8082-1FE6-6C497AB957AA}"/>
            </a:ext>
          </a:extLst>
        </p:cNvPr>
        <p:cNvGrpSpPr/>
        <p:nvPr/>
      </p:nvGrpSpPr>
      <p:grpSpPr>
        <a:xfrm>
          <a:off x="0" y="0"/>
          <a:ext cx="0" cy="0"/>
          <a:chOff x="0" y="0"/>
          <a:chExt cx="0" cy="0"/>
        </a:xfrm>
      </p:grpSpPr>
      <p:graphicFrame>
        <p:nvGraphicFramePr>
          <p:cNvPr id="2" name="Diagrama 1">
            <a:extLst>
              <a:ext uri="{FF2B5EF4-FFF2-40B4-BE49-F238E27FC236}">
                <a16:creationId xmlns:a16="http://schemas.microsoft.com/office/drawing/2014/main" id="{3B4B1BC4-B998-FD59-E581-EE80FF8245F1}"/>
              </a:ext>
            </a:extLst>
          </p:cNvPr>
          <p:cNvGraphicFramePr/>
          <p:nvPr>
            <p:extLst>
              <p:ext uri="{D42A27DB-BD31-4B8C-83A1-F6EECF244321}">
                <p14:modId xmlns:p14="http://schemas.microsoft.com/office/powerpoint/2010/main" val="2547461664"/>
              </p:ext>
            </p:extLst>
          </p:nvPr>
        </p:nvGraphicFramePr>
        <p:xfrm>
          <a:off x="0" y="1098383"/>
          <a:ext cx="12192000" cy="427757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1048" name="Picture 24" descr="SES Rio de Janeiro Logo PNG Vector (CDR) Free Download">
            <a:extLst>
              <a:ext uri="{FF2B5EF4-FFF2-40B4-BE49-F238E27FC236}">
                <a16:creationId xmlns:a16="http://schemas.microsoft.com/office/drawing/2014/main" id="{64658439-51C8-7A21-5BDD-0389B1034381}"/>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5424882" y="3419748"/>
            <a:ext cx="1182850" cy="1182850"/>
          </a:xfrm>
          <a:prstGeom prst="rect">
            <a:avLst/>
          </a:prstGeom>
          <a:noFill/>
          <a:extLst>
            <a:ext uri="{909E8E84-426E-40DD-AFC4-6F175D3DCCD1}">
              <a14:hiddenFill xmlns:a14="http://schemas.microsoft.com/office/drawing/2010/main">
                <a:solidFill>
                  <a:srgbClr val="FFFFFF"/>
                </a:solidFill>
              </a14:hiddenFill>
            </a:ext>
          </a:extLst>
        </p:spPr>
      </p:pic>
      <p:pic>
        <p:nvPicPr>
          <p:cNvPr id="1040" name="Picture 16" descr="Logo da empresa Grupo Facility">
            <a:extLst>
              <a:ext uri="{FF2B5EF4-FFF2-40B4-BE49-F238E27FC236}">
                <a16:creationId xmlns:a16="http://schemas.microsoft.com/office/drawing/2014/main" id="{6CD976B9-256F-2F75-DC1A-30F831BF86A0}"/>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3148046" y="2054641"/>
            <a:ext cx="775454" cy="775454"/>
          </a:xfrm>
          <a:prstGeom prst="rect">
            <a:avLst/>
          </a:prstGeom>
          <a:noFill/>
          <a:extLst>
            <a:ext uri="{909E8E84-426E-40DD-AFC4-6F175D3DCCD1}">
              <a14:hiddenFill xmlns:a14="http://schemas.microsoft.com/office/drawing/2010/main">
                <a:solidFill>
                  <a:srgbClr val="FFFFFF"/>
                </a:solidFill>
              </a14:hiddenFill>
            </a:ext>
          </a:extLst>
        </p:spPr>
      </p:pic>
      <p:sp>
        <p:nvSpPr>
          <p:cNvPr id="3" name="CaixaDeTexto 2">
            <a:extLst>
              <a:ext uri="{FF2B5EF4-FFF2-40B4-BE49-F238E27FC236}">
                <a16:creationId xmlns:a16="http://schemas.microsoft.com/office/drawing/2014/main" id="{94A41D7C-14AC-5514-63F1-88CC942E5324}"/>
              </a:ext>
            </a:extLst>
          </p:cNvPr>
          <p:cNvSpPr txBox="1"/>
          <p:nvPr/>
        </p:nvSpPr>
        <p:spPr>
          <a:xfrm>
            <a:off x="130373" y="169518"/>
            <a:ext cx="10487075" cy="1107996"/>
          </a:xfrm>
          <a:prstGeom prst="rect">
            <a:avLst/>
          </a:prstGeom>
          <a:noFill/>
        </p:spPr>
        <p:txBody>
          <a:bodyPr wrap="square" rtlCol="0">
            <a:spAutoFit/>
          </a:bodyPr>
          <a:lstStyle/>
          <a:p>
            <a:r>
              <a:rPr lang="pt-BR" sz="6600" dirty="0">
                <a:solidFill>
                  <a:srgbClr val="007DA9"/>
                </a:solidFill>
                <a:latin typeface="Impact" panose="020B0806030902050204" pitchFamily="34" charset="0"/>
              </a:rPr>
              <a:t>Trajetória</a:t>
            </a:r>
          </a:p>
        </p:txBody>
      </p:sp>
      <p:sp>
        <p:nvSpPr>
          <p:cNvPr id="4" name="sketchy line">
            <a:extLst>
              <a:ext uri="{FF2B5EF4-FFF2-40B4-BE49-F238E27FC236}">
                <a16:creationId xmlns:a16="http://schemas.microsoft.com/office/drawing/2014/main" id="{CF060825-7D7A-2A44-57B2-ACF96702BCC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68062" y="1184695"/>
            <a:ext cx="11727443" cy="100858"/>
          </a:xfrm>
          <a:custGeom>
            <a:avLst/>
            <a:gdLst>
              <a:gd name="connsiteX0" fmla="*/ 0 w 11727443"/>
              <a:gd name="connsiteY0" fmla="*/ 0 h 100858"/>
              <a:gd name="connsiteX1" fmla="*/ 455301 w 11727443"/>
              <a:gd name="connsiteY1" fmla="*/ 0 h 100858"/>
              <a:gd name="connsiteX2" fmla="*/ 1379699 w 11727443"/>
              <a:gd name="connsiteY2" fmla="*/ 0 h 100858"/>
              <a:gd name="connsiteX3" fmla="*/ 2069549 w 11727443"/>
              <a:gd name="connsiteY3" fmla="*/ 0 h 100858"/>
              <a:gd name="connsiteX4" fmla="*/ 2524849 w 11727443"/>
              <a:gd name="connsiteY4" fmla="*/ 0 h 100858"/>
              <a:gd name="connsiteX5" fmla="*/ 2862876 w 11727443"/>
              <a:gd name="connsiteY5" fmla="*/ 0 h 100858"/>
              <a:gd name="connsiteX6" fmla="*/ 3787274 w 11727443"/>
              <a:gd name="connsiteY6" fmla="*/ 0 h 100858"/>
              <a:gd name="connsiteX7" fmla="*/ 4359849 w 11727443"/>
              <a:gd name="connsiteY7" fmla="*/ 0 h 100858"/>
              <a:gd name="connsiteX8" fmla="*/ 5284248 w 11727443"/>
              <a:gd name="connsiteY8" fmla="*/ 0 h 100858"/>
              <a:gd name="connsiteX9" fmla="*/ 5622274 w 11727443"/>
              <a:gd name="connsiteY9" fmla="*/ 0 h 100858"/>
              <a:gd name="connsiteX10" fmla="*/ 6077575 w 11727443"/>
              <a:gd name="connsiteY10" fmla="*/ 0 h 100858"/>
              <a:gd name="connsiteX11" fmla="*/ 7001973 w 11727443"/>
              <a:gd name="connsiteY11" fmla="*/ 0 h 100858"/>
              <a:gd name="connsiteX12" fmla="*/ 7926372 w 11727443"/>
              <a:gd name="connsiteY12" fmla="*/ 0 h 100858"/>
              <a:gd name="connsiteX13" fmla="*/ 8498947 w 11727443"/>
              <a:gd name="connsiteY13" fmla="*/ 0 h 100858"/>
              <a:gd name="connsiteX14" fmla="*/ 8836973 w 11727443"/>
              <a:gd name="connsiteY14" fmla="*/ 0 h 100858"/>
              <a:gd name="connsiteX15" fmla="*/ 9644097 w 11727443"/>
              <a:gd name="connsiteY15" fmla="*/ 0 h 100858"/>
              <a:gd name="connsiteX16" fmla="*/ 10333947 w 11727443"/>
              <a:gd name="connsiteY16" fmla="*/ 0 h 100858"/>
              <a:gd name="connsiteX17" fmla="*/ 10906522 w 11727443"/>
              <a:gd name="connsiteY17" fmla="*/ 0 h 100858"/>
              <a:gd name="connsiteX18" fmla="*/ 11727443 w 11727443"/>
              <a:gd name="connsiteY18" fmla="*/ 0 h 100858"/>
              <a:gd name="connsiteX19" fmla="*/ 11727443 w 11727443"/>
              <a:gd name="connsiteY19" fmla="*/ 100858 h 100858"/>
              <a:gd name="connsiteX20" fmla="*/ 10920319 w 11727443"/>
              <a:gd name="connsiteY20" fmla="*/ 100858 h 100858"/>
              <a:gd name="connsiteX21" fmla="*/ 10465018 w 11727443"/>
              <a:gd name="connsiteY21" fmla="*/ 100858 h 100858"/>
              <a:gd name="connsiteX22" fmla="*/ 9892443 w 11727443"/>
              <a:gd name="connsiteY22" fmla="*/ 100858 h 100858"/>
              <a:gd name="connsiteX23" fmla="*/ 8968045 w 11727443"/>
              <a:gd name="connsiteY23" fmla="*/ 100858 h 100858"/>
              <a:gd name="connsiteX24" fmla="*/ 8630018 w 11727443"/>
              <a:gd name="connsiteY24" fmla="*/ 100858 h 100858"/>
              <a:gd name="connsiteX25" fmla="*/ 8291992 w 11727443"/>
              <a:gd name="connsiteY25" fmla="*/ 100858 h 100858"/>
              <a:gd name="connsiteX26" fmla="*/ 7953966 w 11727443"/>
              <a:gd name="connsiteY26" fmla="*/ 100858 h 100858"/>
              <a:gd name="connsiteX27" fmla="*/ 7146842 w 11727443"/>
              <a:gd name="connsiteY27" fmla="*/ 100858 h 100858"/>
              <a:gd name="connsiteX28" fmla="*/ 6691541 w 11727443"/>
              <a:gd name="connsiteY28" fmla="*/ 100858 h 100858"/>
              <a:gd name="connsiteX29" fmla="*/ 5884417 w 11727443"/>
              <a:gd name="connsiteY29" fmla="*/ 100858 h 100858"/>
              <a:gd name="connsiteX30" fmla="*/ 5077293 w 11727443"/>
              <a:gd name="connsiteY30" fmla="*/ 100858 h 100858"/>
              <a:gd name="connsiteX31" fmla="*/ 4621992 w 11727443"/>
              <a:gd name="connsiteY31" fmla="*/ 100858 h 100858"/>
              <a:gd name="connsiteX32" fmla="*/ 3932143 w 11727443"/>
              <a:gd name="connsiteY32" fmla="*/ 100858 h 100858"/>
              <a:gd name="connsiteX33" fmla="*/ 3359567 w 11727443"/>
              <a:gd name="connsiteY33" fmla="*/ 100858 h 100858"/>
              <a:gd name="connsiteX34" fmla="*/ 2435169 w 11727443"/>
              <a:gd name="connsiteY34" fmla="*/ 100858 h 100858"/>
              <a:gd name="connsiteX35" fmla="*/ 1745319 w 11727443"/>
              <a:gd name="connsiteY35" fmla="*/ 100858 h 100858"/>
              <a:gd name="connsiteX36" fmla="*/ 938195 w 11727443"/>
              <a:gd name="connsiteY36" fmla="*/ 100858 h 100858"/>
              <a:gd name="connsiteX37" fmla="*/ 600169 w 11727443"/>
              <a:gd name="connsiteY37" fmla="*/ 100858 h 100858"/>
              <a:gd name="connsiteX38" fmla="*/ 0 w 11727443"/>
              <a:gd name="connsiteY38" fmla="*/ 100858 h 100858"/>
              <a:gd name="connsiteX39" fmla="*/ 0 w 11727443"/>
              <a:gd name="connsiteY39" fmla="*/ 0 h 1008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11727443" h="100858" fill="none" extrusionOk="0">
                <a:moveTo>
                  <a:pt x="0" y="0"/>
                </a:moveTo>
                <a:cubicBezTo>
                  <a:pt x="177575" y="-8335"/>
                  <a:pt x="289292" y="-22372"/>
                  <a:pt x="455301" y="0"/>
                </a:cubicBezTo>
                <a:cubicBezTo>
                  <a:pt x="621310" y="22372"/>
                  <a:pt x="959229" y="316"/>
                  <a:pt x="1379699" y="0"/>
                </a:cubicBezTo>
                <a:cubicBezTo>
                  <a:pt x="1800169" y="-316"/>
                  <a:pt x="1910290" y="-19988"/>
                  <a:pt x="2069549" y="0"/>
                </a:cubicBezTo>
                <a:cubicBezTo>
                  <a:pt x="2228808" y="19988"/>
                  <a:pt x="2328018" y="-6436"/>
                  <a:pt x="2524849" y="0"/>
                </a:cubicBezTo>
                <a:cubicBezTo>
                  <a:pt x="2721680" y="6436"/>
                  <a:pt x="2744923" y="692"/>
                  <a:pt x="2862876" y="0"/>
                </a:cubicBezTo>
                <a:cubicBezTo>
                  <a:pt x="2980829" y="-692"/>
                  <a:pt x="3455105" y="28803"/>
                  <a:pt x="3787274" y="0"/>
                </a:cubicBezTo>
                <a:cubicBezTo>
                  <a:pt x="4119443" y="-28803"/>
                  <a:pt x="4093258" y="3515"/>
                  <a:pt x="4359849" y="0"/>
                </a:cubicBezTo>
                <a:cubicBezTo>
                  <a:pt x="4626441" y="-3515"/>
                  <a:pt x="4994558" y="-15931"/>
                  <a:pt x="5284248" y="0"/>
                </a:cubicBezTo>
                <a:cubicBezTo>
                  <a:pt x="5573938" y="15931"/>
                  <a:pt x="5518095" y="-13412"/>
                  <a:pt x="5622274" y="0"/>
                </a:cubicBezTo>
                <a:cubicBezTo>
                  <a:pt x="5726453" y="13412"/>
                  <a:pt x="5919345" y="19043"/>
                  <a:pt x="6077575" y="0"/>
                </a:cubicBezTo>
                <a:cubicBezTo>
                  <a:pt x="6235805" y="-19043"/>
                  <a:pt x="6637812" y="29609"/>
                  <a:pt x="7001973" y="0"/>
                </a:cubicBezTo>
                <a:cubicBezTo>
                  <a:pt x="7366134" y="-29609"/>
                  <a:pt x="7716303" y="17424"/>
                  <a:pt x="7926372" y="0"/>
                </a:cubicBezTo>
                <a:cubicBezTo>
                  <a:pt x="8136441" y="-17424"/>
                  <a:pt x="8378864" y="-19420"/>
                  <a:pt x="8498947" y="0"/>
                </a:cubicBezTo>
                <a:cubicBezTo>
                  <a:pt x="8619031" y="19420"/>
                  <a:pt x="8765062" y="-15679"/>
                  <a:pt x="8836973" y="0"/>
                </a:cubicBezTo>
                <a:cubicBezTo>
                  <a:pt x="8908884" y="15679"/>
                  <a:pt x="9288035" y="12756"/>
                  <a:pt x="9644097" y="0"/>
                </a:cubicBezTo>
                <a:cubicBezTo>
                  <a:pt x="10000159" y="-12756"/>
                  <a:pt x="10089663" y="-5649"/>
                  <a:pt x="10333947" y="0"/>
                </a:cubicBezTo>
                <a:cubicBezTo>
                  <a:pt x="10578231" y="5649"/>
                  <a:pt x="10785095" y="27917"/>
                  <a:pt x="10906522" y="0"/>
                </a:cubicBezTo>
                <a:cubicBezTo>
                  <a:pt x="11027949" y="-27917"/>
                  <a:pt x="11562609" y="31188"/>
                  <a:pt x="11727443" y="0"/>
                </a:cubicBezTo>
                <a:cubicBezTo>
                  <a:pt x="11723584" y="38217"/>
                  <a:pt x="11731691" y="73296"/>
                  <a:pt x="11727443" y="100858"/>
                </a:cubicBezTo>
                <a:cubicBezTo>
                  <a:pt x="11381154" y="139297"/>
                  <a:pt x="11163895" y="69647"/>
                  <a:pt x="10920319" y="100858"/>
                </a:cubicBezTo>
                <a:cubicBezTo>
                  <a:pt x="10676743" y="132069"/>
                  <a:pt x="10625983" y="117071"/>
                  <a:pt x="10465018" y="100858"/>
                </a:cubicBezTo>
                <a:cubicBezTo>
                  <a:pt x="10304053" y="84645"/>
                  <a:pt x="10063410" y="105790"/>
                  <a:pt x="9892443" y="100858"/>
                </a:cubicBezTo>
                <a:cubicBezTo>
                  <a:pt x="9721477" y="95926"/>
                  <a:pt x="9298902" y="55708"/>
                  <a:pt x="8968045" y="100858"/>
                </a:cubicBezTo>
                <a:cubicBezTo>
                  <a:pt x="8637188" y="146008"/>
                  <a:pt x="8753098" y="98295"/>
                  <a:pt x="8630018" y="100858"/>
                </a:cubicBezTo>
                <a:cubicBezTo>
                  <a:pt x="8506938" y="103421"/>
                  <a:pt x="8382809" y="104606"/>
                  <a:pt x="8291992" y="100858"/>
                </a:cubicBezTo>
                <a:cubicBezTo>
                  <a:pt x="8201175" y="97110"/>
                  <a:pt x="8042573" y="88227"/>
                  <a:pt x="7953966" y="100858"/>
                </a:cubicBezTo>
                <a:cubicBezTo>
                  <a:pt x="7865359" y="113489"/>
                  <a:pt x="7327260" y="71433"/>
                  <a:pt x="7146842" y="100858"/>
                </a:cubicBezTo>
                <a:cubicBezTo>
                  <a:pt x="6966424" y="130283"/>
                  <a:pt x="6836691" y="78893"/>
                  <a:pt x="6691541" y="100858"/>
                </a:cubicBezTo>
                <a:cubicBezTo>
                  <a:pt x="6546391" y="122823"/>
                  <a:pt x="6161732" y="96929"/>
                  <a:pt x="5884417" y="100858"/>
                </a:cubicBezTo>
                <a:cubicBezTo>
                  <a:pt x="5607102" y="104787"/>
                  <a:pt x="5399769" y="71203"/>
                  <a:pt x="5077293" y="100858"/>
                </a:cubicBezTo>
                <a:cubicBezTo>
                  <a:pt x="4754817" y="130513"/>
                  <a:pt x="4780101" y="110562"/>
                  <a:pt x="4621992" y="100858"/>
                </a:cubicBezTo>
                <a:cubicBezTo>
                  <a:pt x="4463883" y="91154"/>
                  <a:pt x="4080268" y="82653"/>
                  <a:pt x="3932143" y="100858"/>
                </a:cubicBezTo>
                <a:cubicBezTo>
                  <a:pt x="3784018" y="119063"/>
                  <a:pt x="3606068" y="107585"/>
                  <a:pt x="3359567" y="100858"/>
                </a:cubicBezTo>
                <a:cubicBezTo>
                  <a:pt x="3113066" y="94131"/>
                  <a:pt x="2833730" y="108463"/>
                  <a:pt x="2435169" y="100858"/>
                </a:cubicBezTo>
                <a:cubicBezTo>
                  <a:pt x="2036608" y="93253"/>
                  <a:pt x="1979570" y="109496"/>
                  <a:pt x="1745319" y="100858"/>
                </a:cubicBezTo>
                <a:cubicBezTo>
                  <a:pt x="1511068" y="92221"/>
                  <a:pt x="1304277" y="99602"/>
                  <a:pt x="938195" y="100858"/>
                </a:cubicBezTo>
                <a:cubicBezTo>
                  <a:pt x="572113" y="102114"/>
                  <a:pt x="673750" y="115329"/>
                  <a:pt x="600169" y="100858"/>
                </a:cubicBezTo>
                <a:cubicBezTo>
                  <a:pt x="526588" y="86387"/>
                  <a:pt x="223952" y="122492"/>
                  <a:pt x="0" y="100858"/>
                </a:cubicBezTo>
                <a:cubicBezTo>
                  <a:pt x="-124" y="56937"/>
                  <a:pt x="-3196" y="35397"/>
                  <a:pt x="0" y="0"/>
                </a:cubicBezTo>
                <a:close/>
              </a:path>
              <a:path w="11727443" h="100858" stroke="0" extrusionOk="0">
                <a:moveTo>
                  <a:pt x="0" y="0"/>
                </a:moveTo>
                <a:cubicBezTo>
                  <a:pt x="226598" y="-20463"/>
                  <a:pt x="284703" y="21278"/>
                  <a:pt x="455301" y="0"/>
                </a:cubicBezTo>
                <a:cubicBezTo>
                  <a:pt x="625899" y="-21278"/>
                  <a:pt x="975360" y="-38169"/>
                  <a:pt x="1379699" y="0"/>
                </a:cubicBezTo>
                <a:cubicBezTo>
                  <a:pt x="1784038" y="38169"/>
                  <a:pt x="1553897" y="10715"/>
                  <a:pt x="1717725" y="0"/>
                </a:cubicBezTo>
                <a:cubicBezTo>
                  <a:pt x="1881553" y="-10715"/>
                  <a:pt x="1957404" y="7512"/>
                  <a:pt x="2055752" y="0"/>
                </a:cubicBezTo>
                <a:cubicBezTo>
                  <a:pt x="2154100" y="-7512"/>
                  <a:pt x="2455093" y="6931"/>
                  <a:pt x="2745601" y="0"/>
                </a:cubicBezTo>
                <a:cubicBezTo>
                  <a:pt x="3036109" y="-6931"/>
                  <a:pt x="3200578" y="-6899"/>
                  <a:pt x="3318177" y="0"/>
                </a:cubicBezTo>
                <a:cubicBezTo>
                  <a:pt x="3435776" y="6899"/>
                  <a:pt x="3830972" y="-29023"/>
                  <a:pt x="4125301" y="0"/>
                </a:cubicBezTo>
                <a:cubicBezTo>
                  <a:pt x="4419630" y="29023"/>
                  <a:pt x="4438628" y="-3380"/>
                  <a:pt x="4580601" y="0"/>
                </a:cubicBezTo>
                <a:cubicBezTo>
                  <a:pt x="4722574" y="3380"/>
                  <a:pt x="5287872" y="-26084"/>
                  <a:pt x="5505000" y="0"/>
                </a:cubicBezTo>
                <a:cubicBezTo>
                  <a:pt x="5722128" y="26084"/>
                  <a:pt x="5845495" y="-3138"/>
                  <a:pt x="6077575" y="0"/>
                </a:cubicBezTo>
                <a:cubicBezTo>
                  <a:pt x="6309655" y="3138"/>
                  <a:pt x="6416497" y="-9038"/>
                  <a:pt x="6532876" y="0"/>
                </a:cubicBezTo>
                <a:cubicBezTo>
                  <a:pt x="6649255" y="9038"/>
                  <a:pt x="6798774" y="17432"/>
                  <a:pt x="6988176" y="0"/>
                </a:cubicBezTo>
                <a:cubicBezTo>
                  <a:pt x="7177578" y="-17432"/>
                  <a:pt x="7432115" y="-1508"/>
                  <a:pt x="7560751" y="0"/>
                </a:cubicBezTo>
                <a:cubicBezTo>
                  <a:pt x="7689387" y="1508"/>
                  <a:pt x="7817048" y="19459"/>
                  <a:pt x="8016052" y="0"/>
                </a:cubicBezTo>
                <a:cubicBezTo>
                  <a:pt x="8215056" y="-19459"/>
                  <a:pt x="8384141" y="13593"/>
                  <a:pt x="8705902" y="0"/>
                </a:cubicBezTo>
                <a:cubicBezTo>
                  <a:pt x="9027663" y="-13593"/>
                  <a:pt x="8932873" y="-16432"/>
                  <a:pt x="9043928" y="0"/>
                </a:cubicBezTo>
                <a:cubicBezTo>
                  <a:pt x="9154983" y="16432"/>
                  <a:pt x="9568699" y="-30219"/>
                  <a:pt x="9733778" y="0"/>
                </a:cubicBezTo>
                <a:cubicBezTo>
                  <a:pt x="9898857" y="30219"/>
                  <a:pt x="9973728" y="-1849"/>
                  <a:pt x="10071804" y="0"/>
                </a:cubicBezTo>
                <a:cubicBezTo>
                  <a:pt x="10169880" y="1849"/>
                  <a:pt x="10558830" y="-12560"/>
                  <a:pt x="10996202" y="0"/>
                </a:cubicBezTo>
                <a:cubicBezTo>
                  <a:pt x="11433574" y="12560"/>
                  <a:pt x="11579031" y="-6546"/>
                  <a:pt x="11727443" y="0"/>
                </a:cubicBezTo>
                <a:cubicBezTo>
                  <a:pt x="11729168" y="25018"/>
                  <a:pt x="11723362" y="74256"/>
                  <a:pt x="11727443" y="100858"/>
                </a:cubicBezTo>
                <a:cubicBezTo>
                  <a:pt x="11466834" y="85519"/>
                  <a:pt x="11273864" y="83363"/>
                  <a:pt x="11154868" y="100858"/>
                </a:cubicBezTo>
                <a:cubicBezTo>
                  <a:pt x="11035872" y="118353"/>
                  <a:pt x="10917509" y="98250"/>
                  <a:pt x="10816842" y="100858"/>
                </a:cubicBezTo>
                <a:cubicBezTo>
                  <a:pt x="10716175" y="103466"/>
                  <a:pt x="10190281" y="93289"/>
                  <a:pt x="9892443" y="100858"/>
                </a:cubicBezTo>
                <a:cubicBezTo>
                  <a:pt x="9594605" y="108427"/>
                  <a:pt x="9385168" y="118111"/>
                  <a:pt x="9202594" y="100858"/>
                </a:cubicBezTo>
                <a:cubicBezTo>
                  <a:pt x="9020020" y="83605"/>
                  <a:pt x="8470284" y="126256"/>
                  <a:pt x="8278195" y="100858"/>
                </a:cubicBezTo>
                <a:cubicBezTo>
                  <a:pt x="8086106" y="75460"/>
                  <a:pt x="7779236" y="101234"/>
                  <a:pt x="7588345" y="100858"/>
                </a:cubicBezTo>
                <a:cubicBezTo>
                  <a:pt x="7397454" y="100483"/>
                  <a:pt x="7324210" y="98320"/>
                  <a:pt x="7250319" y="100858"/>
                </a:cubicBezTo>
                <a:cubicBezTo>
                  <a:pt x="7176428" y="103396"/>
                  <a:pt x="6743284" y="112839"/>
                  <a:pt x="6325921" y="100858"/>
                </a:cubicBezTo>
                <a:cubicBezTo>
                  <a:pt x="5908558" y="88877"/>
                  <a:pt x="6095670" y="116342"/>
                  <a:pt x="5870620" y="100858"/>
                </a:cubicBezTo>
                <a:cubicBezTo>
                  <a:pt x="5645570" y="85374"/>
                  <a:pt x="5700885" y="115088"/>
                  <a:pt x="5532594" y="100858"/>
                </a:cubicBezTo>
                <a:cubicBezTo>
                  <a:pt x="5364303" y="86628"/>
                  <a:pt x="5212740" y="105293"/>
                  <a:pt x="4960019" y="100858"/>
                </a:cubicBezTo>
                <a:cubicBezTo>
                  <a:pt x="4707298" y="96423"/>
                  <a:pt x="4491720" y="108840"/>
                  <a:pt x="4035620" y="100858"/>
                </a:cubicBezTo>
                <a:cubicBezTo>
                  <a:pt x="3579520" y="92876"/>
                  <a:pt x="3768890" y="79226"/>
                  <a:pt x="3580319" y="100858"/>
                </a:cubicBezTo>
                <a:cubicBezTo>
                  <a:pt x="3391748" y="122490"/>
                  <a:pt x="3059393" y="71723"/>
                  <a:pt x="2655921" y="100858"/>
                </a:cubicBezTo>
                <a:cubicBezTo>
                  <a:pt x="2252449" y="129993"/>
                  <a:pt x="2021995" y="121740"/>
                  <a:pt x="1848797" y="100858"/>
                </a:cubicBezTo>
                <a:cubicBezTo>
                  <a:pt x="1675599" y="79976"/>
                  <a:pt x="1263502" y="106737"/>
                  <a:pt x="924398" y="100858"/>
                </a:cubicBezTo>
                <a:cubicBezTo>
                  <a:pt x="585294" y="94979"/>
                  <a:pt x="216313" y="56521"/>
                  <a:pt x="0" y="100858"/>
                </a:cubicBezTo>
                <a:cubicBezTo>
                  <a:pt x="-4094" y="59488"/>
                  <a:pt x="2375" y="29231"/>
                  <a:pt x="0" y="0"/>
                </a:cubicBezTo>
                <a:close/>
              </a:path>
            </a:pathLst>
          </a:custGeom>
          <a:solidFill>
            <a:srgbClr val="007DA9"/>
          </a:solidFill>
          <a:ln w="44450" cap="rnd">
            <a:solidFill>
              <a:srgbClr val="007DA9"/>
            </a:solidFill>
            <a:round/>
            <a:extLst>
              <a:ext uri="{C807C97D-BFC1-408E-A445-0C87EB9F89A2}">
                <ask:lineSketchStyleProps xmlns:ask="http://schemas.microsoft.com/office/drawing/2018/sketchyshapes" sd="2863741219">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rgbClr val="007DA9"/>
                </a:solidFill>
              </a:rPr>
              <a:t>‘</a:t>
            </a:r>
          </a:p>
        </p:txBody>
      </p:sp>
      <p:sp>
        <p:nvSpPr>
          <p:cNvPr id="8" name="Colchete Esquerdo 7">
            <a:extLst>
              <a:ext uri="{FF2B5EF4-FFF2-40B4-BE49-F238E27FC236}">
                <a16:creationId xmlns:a16="http://schemas.microsoft.com/office/drawing/2014/main" id="{692DB2C1-D1A2-9B8F-6296-C29165A429DE}"/>
              </a:ext>
            </a:extLst>
          </p:cNvPr>
          <p:cNvSpPr/>
          <p:nvPr/>
        </p:nvSpPr>
        <p:spPr>
          <a:xfrm rot="5400000">
            <a:off x="1174289" y="1995027"/>
            <a:ext cx="176119" cy="1787242"/>
          </a:xfrm>
          <a:prstGeom prst="leftBracket">
            <a:avLst/>
          </a:prstGeom>
          <a:ln w="28575">
            <a:solidFill>
              <a:srgbClr val="007DA9"/>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9" name="Colchete Esquerdo 8">
            <a:extLst>
              <a:ext uri="{FF2B5EF4-FFF2-40B4-BE49-F238E27FC236}">
                <a16:creationId xmlns:a16="http://schemas.microsoft.com/office/drawing/2014/main" id="{3CFC7724-042F-7F9C-EC46-90FC52D3713B}"/>
              </a:ext>
            </a:extLst>
          </p:cNvPr>
          <p:cNvSpPr/>
          <p:nvPr/>
        </p:nvSpPr>
        <p:spPr>
          <a:xfrm rot="5400000">
            <a:off x="3888323" y="2251088"/>
            <a:ext cx="176120" cy="1275124"/>
          </a:xfrm>
          <a:prstGeom prst="leftBracket">
            <a:avLst/>
          </a:prstGeom>
          <a:ln w="28575">
            <a:solidFill>
              <a:srgbClr val="007DA9"/>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10" name="Colchete Esquerdo 9">
            <a:extLst>
              <a:ext uri="{FF2B5EF4-FFF2-40B4-BE49-F238E27FC236}">
                <a16:creationId xmlns:a16="http://schemas.microsoft.com/office/drawing/2014/main" id="{87ACA9AE-21EE-677A-54F6-ED861D5EB972}"/>
              </a:ext>
            </a:extLst>
          </p:cNvPr>
          <p:cNvSpPr/>
          <p:nvPr/>
        </p:nvSpPr>
        <p:spPr>
          <a:xfrm rot="16200000">
            <a:off x="5440287" y="2676440"/>
            <a:ext cx="176120" cy="1828802"/>
          </a:xfrm>
          <a:prstGeom prst="leftBracket">
            <a:avLst/>
          </a:prstGeom>
          <a:ln w="28575">
            <a:solidFill>
              <a:srgbClr val="007DA9"/>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11" name="Colchete Esquerdo 10">
            <a:extLst>
              <a:ext uri="{FF2B5EF4-FFF2-40B4-BE49-F238E27FC236}">
                <a16:creationId xmlns:a16="http://schemas.microsoft.com/office/drawing/2014/main" id="{042D2AF5-57FB-0F63-7794-381365F906E4}"/>
              </a:ext>
            </a:extLst>
          </p:cNvPr>
          <p:cNvSpPr/>
          <p:nvPr/>
        </p:nvSpPr>
        <p:spPr>
          <a:xfrm rot="16200000">
            <a:off x="2659335" y="2999417"/>
            <a:ext cx="176121" cy="1182850"/>
          </a:xfrm>
          <a:prstGeom prst="leftBracket">
            <a:avLst/>
          </a:prstGeom>
          <a:ln w="28575">
            <a:solidFill>
              <a:srgbClr val="007DA9"/>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12" name="Colchete Esquerdo 11">
            <a:extLst>
              <a:ext uri="{FF2B5EF4-FFF2-40B4-BE49-F238E27FC236}">
                <a16:creationId xmlns:a16="http://schemas.microsoft.com/office/drawing/2014/main" id="{FDC012A2-BB90-C79D-E888-43B138042EF4}"/>
              </a:ext>
            </a:extLst>
          </p:cNvPr>
          <p:cNvSpPr/>
          <p:nvPr/>
        </p:nvSpPr>
        <p:spPr>
          <a:xfrm rot="5400000">
            <a:off x="8716188" y="527149"/>
            <a:ext cx="176121" cy="4723001"/>
          </a:xfrm>
          <a:prstGeom prst="leftBracket">
            <a:avLst/>
          </a:prstGeom>
          <a:ln w="28575">
            <a:solidFill>
              <a:srgbClr val="007DA9"/>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13" name="Colchete Esquerdo 12">
            <a:extLst>
              <a:ext uri="{FF2B5EF4-FFF2-40B4-BE49-F238E27FC236}">
                <a16:creationId xmlns:a16="http://schemas.microsoft.com/office/drawing/2014/main" id="{C70701A5-8652-DFF8-139F-FEC1AB2FBA62}"/>
              </a:ext>
            </a:extLst>
          </p:cNvPr>
          <p:cNvSpPr/>
          <p:nvPr/>
        </p:nvSpPr>
        <p:spPr>
          <a:xfrm rot="16200000">
            <a:off x="11456784" y="3211746"/>
            <a:ext cx="176121" cy="758188"/>
          </a:xfrm>
          <a:prstGeom prst="leftBracket">
            <a:avLst/>
          </a:prstGeom>
          <a:ln w="28575">
            <a:solidFill>
              <a:srgbClr val="007DA9"/>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14" name="Colchete Esquerdo 13">
            <a:extLst>
              <a:ext uri="{FF2B5EF4-FFF2-40B4-BE49-F238E27FC236}">
                <a16:creationId xmlns:a16="http://schemas.microsoft.com/office/drawing/2014/main" id="{29BE5E7E-5966-CBA0-1990-FB09F972E219}"/>
              </a:ext>
            </a:extLst>
          </p:cNvPr>
          <p:cNvSpPr/>
          <p:nvPr/>
        </p:nvSpPr>
        <p:spPr>
          <a:xfrm rot="16200000">
            <a:off x="8149928" y="1096333"/>
            <a:ext cx="176121" cy="7248087"/>
          </a:xfrm>
          <a:prstGeom prst="leftBracket">
            <a:avLst/>
          </a:prstGeom>
          <a:ln w="28575">
            <a:solidFill>
              <a:srgbClr val="007DA9"/>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pic>
        <p:nvPicPr>
          <p:cNvPr id="1026" name="Picture 2" descr="Logo da empresa 4zOOm - Business Solution">
            <a:extLst>
              <a:ext uri="{FF2B5EF4-FFF2-40B4-BE49-F238E27FC236}">
                <a16:creationId xmlns:a16="http://schemas.microsoft.com/office/drawing/2014/main" id="{E14DEADC-6A25-7184-A12B-E165CEEE81BE}"/>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11093036" y="3740125"/>
            <a:ext cx="463258" cy="463258"/>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Logo da empresa Supergasbras">
            <a:extLst>
              <a:ext uri="{FF2B5EF4-FFF2-40B4-BE49-F238E27FC236}">
                <a16:creationId xmlns:a16="http://schemas.microsoft.com/office/drawing/2014/main" id="{D085CE4C-05FD-40C5-B627-572707DCB552}"/>
              </a:ext>
            </a:extLst>
          </p:cNvPr>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8913869" y="2005574"/>
            <a:ext cx="720000" cy="720000"/>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Logo da empresa SONDA">
            <a:extLst>
              <a:ext uri="{FF2B5EF4-FFF2-40B4-BE49-F238E27FC236}">
                <a16:creationId xmlns:a16="http://schemas.microsoft.com/office/drawing/2014/main" id="{30860701-7E56-CB4F-D186-250C8DD05423}"/>
              </a:ext>
            </a:extLst>
          </p:cNvPr>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7834196" y="2013123"/>
            <a:ext cx="720000" cy="720000"/>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Logo da empresa Eco Sistemas">
            <a:extLst>
              <a:ext uri="{FF2B5EF4-FFF2-40B4-BE49-F238E27FC236}">
                <a16:creationId xmlns:a16="http://schemas.microsoft.com/office/drawing/2014/main" id="{DC448553-4144-46C6-7633-2450B2ADF47E}"/>
              </a:ext>
            </a:extLst>
          </p:cNvPr>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4705759" y="3758963"/>
            <a:ext cx="629639" cy="629639"/>
          </a:xfrm>
          <a:prstGeom prst="rect">
            <a:avLst/>
          </a:prstGeom>
          <a:noFill/>
          <a:extLst>
            <a:ext uri="{909E8E84-426E-40DD-AFC4-6F175D3DCCD1}">
              <a14:hiddenFill xmlns:a14="http://schemas.microsoft.com/office/drawing/2010/main">
                <a:solidFill>
                  <a:srgbClr val="FFFFFF"/>
                </a:solidFill>
              </a14:hiddenFill>
            </a:ext>
          </a:extLst>
        </p:spPr>
      </p:pic>
      <p:pic>
        <p:nvPicPr>
          <p:cNvPr id="1034" name="Picture 10" descr="Logo da empresa Personal Service">
            <a:extLst>
              <a:ext uri="{FF2B5EF4-FFF2-40B4-BE49-F238E27FC236}">
                <a16:creationId xmlns:a16="http://schemas.microsoft.com/office/drawing/2014/main" id="{FDECACA3-F9D2-4A2A-946F-7F67F50D9F8B}"/>
              </a:ext>
            </a:extLst>
          </p:cNvPr>
          <p:cNvPicPr>
            <a:picLocks noChangeAspect="1" noChangeArrowheads="1"/>
          </p:cNvPicPr>
          <p:nvPr/>
        </p:nvPicPr>
        <p:blipFill>
          <a:blip r:embed="rId13">
            <a:extLst>
              <a:ext uri="{28A0092B-C50C-407E-A947-70E740481C1C}">
                <a14:useLocalDpi xmlns:a14="http://schemas.microsoft.com/office/drawing/2010/main" val="0"/>
              </a:ext>
            </a:extLst>
          </a:blip>
          <a:srcRect/>
          <a:stretch>
            <a:fillRect/>
          </a:stretch>
        </p:blipFill>
        <p:spPr bwMode="auto">
          <a:xfrm>
            <a:off x="617486" y="2106243"/>
            <a:ext cx="644862" cy="644862"/>
          </a:xfrm>
          <a:prstGeom prst="rect">
            <a:avLst/>
          </a:prstGeom>
          <a:noFill/>
          <a:extLst>
            <a:ext uri="{909E8E84-426E-40DD-AFC4-6F175D3DCCD1}">
              <a14:hiddenFill xmlns:a14="http://schemas.microsoft.com/office/drawing/2010/main">
                <a:solidFill>
                  <a:srgbClr val="FFFFFF"/>
                </a:solidFill>
              </a14:hiddenFill>
            </a:ext>
          </a:extLst>
        </p:spPr>
      </p:pic>
      <p:pic>
        <p:nvPicPr>
          <p:cNvPr id="1036" name="Picture 12" descr="Logo da empresa QSi - Qualidade em Sistemas de Informação Ltda.">
            <a:extLst>
              <a:ext uri="{FF2B5EF4-FFF2-40B4-BE49-F238E27FC236}">
                <a16:creationId xmlns:a16="http://schemas.microsoft.com/office/drawing/2014/main" id="{3B33AA90-F243-A5F8-6226-E88786B85AB1}"/>
              </a:ext>
            </a:extLst>
          </p:cNvPr>
          <p:cNvPicPr>
            <a:picLocks noChangeAspect="1" noChangeArrowheads="1"/>
          </p:cNvPicPr>
          <p:nvPr/>
        </p:nvPicPr>
        <p:blipFill>
          <a:blip r:embed="rId14">
            <a:extLst>
              <a:ext uri="{28A0092B-C50C-407E-A947-70E740481C1C}">
                <a14:useLocalDpi xmlns:a14="http://schemas.microsoft.com/office/drawing/2010/main" val="0"/>
              </a:ext>
            </a:extLst>
          </a:blip>
          <a:srcRect/>
          <a:stretch>
            <a:fillRect/>
          </a:stretch>
        </p:blipFill>
        <p:spPr bwMode="auto">
          <a:xfrm>
            <a:off x="2155970" y="3918372"/>
            <a:ext cx="515923" cy="515923"/>
          </a:xfrm>
          <a:prstGeom prst="rect">
            <a:avLst/>
          </a:prstGeom>
          <a:noFill/>
          <a:extLst>
            <a:ext uri="{909E8E84-426E-40DD-AFC4-6F175D3DCCD1}">
              <a14:hiddenFill xmlns:a14="http://schemas.microsoft.com/office/drawing/2010/main">
                <a:solidFill>
                  <a:srgbClr val="FFFFFF"/>
                </a:solidFill>
              </a14:hiddenFill>
            </a:ext>
          </a:extLst>
        </p:spPr>
      </p:pic>
      <p:pic>
        <p:nvPicPr>
          <p:cNvPr id="1042" name="Picture 18" descr="Ampla Energia e Serviços S.A - CBEE3 -">
            <a:extLst>
              <a:ext uri="{FF2B5EF4-FFF2-40B4-BE49-F238E27FC236}">
                <a16:creationId xmlns:a16="http://schemas.microsoft.com/office/drawing/2014/main" id="{0E73527C-2BC7-F065-E105-D86B2D8D109A}"/>
              </a:ext>
            </a:extLst>
          </p:cNvPr>
          <p:cNvPicPr>
            <a:picLocks noChangeAspect="1" noChangeArrowheads="1"/>
          </p:cNvPicPr>
          <p:nvPr/>
        </p:nvPicPr>
        <p:blipFill>
          <a:blip r:embed="rId15">
            <a:extLst>
              <a:ext uri="{28A0092B-C50C-407E-A947-70E740481C1C}">
                <a14:useLocalDpi xmlns:a14="http://schemas.microsoft.com/office/drawing/2010/main" val="0"/>
              </a:ext>
            </a:extLst>
          </a:blip>
          <a:srcRect/>
          <a:stretch>
            <a:fillRect/>
          </a:stretch>
        </p:blipFill>
        <p:spPr bwMode="auto">
          <a:xfrm>
            <a:off x="1449835" y="2187758"/>
            <a:ext cx="644862" cy="411281"/>
          </a:xfrm>
          <a:prstGeom prst="rect">
            <a:avLst/>
          </a:prstGeom>
          <a:noFill/>
          <a:extLst>
            <a:ext uri="{909E8E84-426E-40DD-AFC4-6F175D3DCCD1}">
              <a14:hiddenFill xmlns:a14="http://schemas.microsoft.com/office/drawing/2010/main">
                <a:solidFill>
                  <a:srgbClr val="FFFFFF"/>
                </a:solidFill>
              </a14:hiddenFill>
            </a:ext>
          </a:extLst>
        </p:spPr>
      </p:pic>
      <p:pic>
        <p:nvPicPr>
          <p:cNvPr id="1044" name="Picture 20" descr="Bradesco Seguros">
            <a:extLst>
              <a:ext uri="{FF2B5EF4-FFF2-40B4-BE49-F238E27FC236}">
                <a16:creationId xmlns:a16="http://schemas.microsoft.com/office/drawing/2014/main" id="{39E85B47-B1E1-92DD-D73B-9DCD4283B55A}"/>
              </a:ext>
            </a:extLst>
          </p:cNvPr>
          <p:cNvPicPr>
            <a:picLocks noChangeAspect="1" noChangeArrowheads="1"/>
          </p:cNvPicPr>
          <p:nvPr/>
        </p:nvPicPr>
        <p:blipFill>
          <a:blip r:embed="rId16">
            <a:extLst>
              <a:ext uri="{28A0092B-C50C-407E-A947-70E740481C1C}">
                <a14:useLocalDpi xmlns:a14="http://schemas.microsoft.com/office/drawing/2010/main" val="0"/>
              </a:ext>
            </a:extLst>
          </a:blip>
          <a:srcRect/>
          <a:stretch>
            <a:fillRect/>
          </a:stretch>
        </p:blipFill>
        <p:spPr bwMode="auto">
          <a:xfrm>
            <a:off x="2747395" y="3797238"/>
            <a:ext cx="758189" cy="758189"/>
          </a:xfrm>
          <a:prstGeom prst="rect">
            <a:avLst/>
          </a:prstGeom>
          <a:noFill/>
          <a:extLst>
            <a:ext uri="{909E8E84-426E-40DD-AFC4-6F175D3DCCD1}">
              <a14:hiddenFill xmlns:a14="http://schemas.microsoft.com/office/drawing/2010/main">
                <a:solidFill>
                  <a:srgbClr val="FFFFFF"/>
                </a:solidFill>
              </a14:hiddenFill>
            </a:ext>
          </a:extLst>
        </p:spPr>
      </p:pic>
      <p:pic>
        <p:nvPicPr>
          <p:cNvPr id="1046" name="Picture 22" descr="Governo do Estado Rio de Janeiro - Instituto Crescer com Meta">
            <a:extLst>
              <a:ext uri="{FF2B5EF4-FFF2-40B4-BE49-F238E27FC236}">
                <a16:creationId xmlns:a16="http://schemas.microsoft.com/office/drawing/2014/main" id="{C820C7BA-16ED-52D2-67E4-C97E648971D5}"/>
              </a:ext>
            </a:extLst>
          </p:cNvPr>
          <p:cNvPicPr>
            <a:picLocks noChangeAspect="1" noChangeArrowheads="1"/>
          </p:cNvPicPr>
          <p:nvPr/>
        </p:nvPicPr>
        <p:blipFill>
          <a:blip r:embed="rId17">
            <a:extLst>
              <a:ext uri="{28A0092B-C50C-407E-A947-70E740481C1C}">
                <a14:useLocalDpi xmlns:a14="http://schemas.microsoft.com/office/drawing/2010/main" val="0"/>
              </a:ext>
            </a:extLst>
          </a:blip>
          <a:srcRect/>
          <a:stretch>
            <a:fillRect/>
          </a:stretch>
        </p:blipFill>
        <p:spPr bwMode="auto">
          <a:xfrm>
            <a:off x="3925313" y="2176233"/>
            <a:ext cx="896514" cy="504881"/>
          </a:xfrm>
          <a:prstGeom prst="rect">
            <a:avLst/>
          </a:prstGeom>
          <a:noFill/>
          <a:extLst>
            <a:ext uri="{909E8E84-426E-40DD-AFC4-6F175D3DCCD1}">
              <a14:hiddenFill xmlns:a14="http://schemas.microsoft.com/office/drawing/2010/main">
                <a:solidFill>
                  <a:srgbClr val="FFFFFF"/>
                </a:solidFill>
              </a14:hiddenFill>
            </a:ext>
          </a:extLst>
        </p:spPr>
      </p:pic>
      <p:pic>
        <p:nvPicPr>
          <p:cNvPr id="1050" name="Picture 26" descr="Blog Icon Vector Speech Icon Vector: vetor stock (livre de direitos)  1588109602 | Shutterstock">
            <a:extLst>
              <a:ext uri="{FF2B5EF4-FFF2-40B4-BE49-F238E27FC236}">
                <a16:creationId xmlns:a16="http://schemas.microsoft.com/office/drawing/2014/main" id="{4B8FC6C9-C6CB-CCB1-4E74-D8CB98A0BE6D}"/>
              </a:ext>
            </a:extLst>
          </p:cNvPr>
          <p:cNvPicPr>
            <a:picLocks noChangeAspect="1" noChangeArrowheads="1"/>
          </p:cNvPicPr>
          <p:nvPr/>
        </p:nvPicPr>
        <p:blipFill rotWithShape="1">
          <a:blip r:embed="rId18">
            <a:extLst>
              <a:ext uri="{28A0092B-C50C-407E-A947-70E740481C1C}">
                <a14:useLocalDpi xmlns:a14="http://schemas.microsoft.com/office/drawing/2010/main" val="0"/>
              </a:ext>
            </a:extLst>
          </a:blip>
          <a:srcRect l="11972" t="15246" r="13003" b="19712"/>
          <a:stretch/>
        </p:blipFill>
        <p:spPr bwMode="auto">
          <a:xfrm>
            <a:off x="6766960" y="4865034"/>
            <a:ext cx="700093" cy="627159"/>
          </a:xfrm>
          <a:prstGeom prst="rect">
            <a:avLst/>
          </a:prstGeom>
          <a:noFill/>
          <a:extLst>
            <a:ext uri="{909E8E84-426E-40DD-AFC4-6F175D3DCCD1}">
              <a14:hiddenFill xmlns:a14="http://schemas.microsoft.com/office/drawing/2010/main">
                <a:solidFill>
                  <a:srgbClr val="FFFFFF"/>
                </a:solidFill>
              </a14:hiddenFill>
            </a:ext>
          </a:extLst>
        </p:spPr>
      </p:pic>
      <p:pic>
        <p:nvPicPr>
          <p:cNvPr id="1052" name="Picture 28" descr="Instagram - ícones de social grátis">
            <a:extLst>
              <a:ext uri="{FF2B5EF4-FFF2-40B4-BE49-F238E27FC236}">
                <a16:creationId xmlns:a16="http://schemas.microsoft.com/office/drawing/2014/main" id="{E498DD4B-5C3F-3904-4997-3A5678E27F47}"/>
              </a:ext>
            </a:extLst>
          </p:cNvPr>
          <p:cNvPicPr>
            <a:picLocks noChangeAspect="1" noChangeArrowheads="1"/>
          </p:cNvPicPr>
          <p:nvPr/>
        </p:nvPicPr>
        <p:blipFill>
          <a:blip r:embed="rId19">
            <a:extLst>
              <a:ext uri="{28A0092B-C50C-407E-A947-70E740481C1C}">
                <a14:useLocalDpi xmlns:a14="http://schemas.microsoft.com/office/drawing/2010/main" val="0"/>
              </a:ext>
            </a:extLst>
          </a:blip>
          <a:srcRect/>
          <a:stretch>
            <a:fillRect/>
          </a:stretch>
        </p:blipFill>
        <p:spPr bwMode="auto">
          <a:xfrm>
            <a:off x="7525936" y="4916826"/>
            <a:ext cx="463064" cy="463064"/>
          </a:xfrm>
          <a:prstGeom prst="rect">
            <a:avLst/>
          </a:prstGeom>
          <a:noFill/>
          <a:extLst>
            <a:ext uri="{909E8E84-426E-40DD-AFC4-6F175D3DCCD1}">
              <a14:hiddenFill xmlns:a14="http://schemas.microsoft.com/office/drawing/2010/main">
                <a:solidFill>
                  <a:srgbClr val="FFFFFF"/>
                </a:solidFill>
              </a14:hiddenFill>
            </a:ext>
          </a:extLst>
        </p:spPr>
      </p:pic>
      <p:pic>
        <p:nvPicPr>
          <p:cNvPr id="1054" name="Picture 30" descr="X Icon Imagens – Download Grátis no Freepik">
            <a:extLst>
              <a:ext uri="{FF2B5EF4-FFF2-40B4-BE49-F238E27FC236}">
                <a16:creationId xmlns:a16="http://schemas.microsoft.com/office/drawing/2014/main" id="{8551131C-3A02-A0A9-E5E2-0F47DF8C1D18}"/>
              </a:ext>
            </a:extLst>
          </p:cNvPr>
          <p:cNvPicPr>
            <a:picLocks noChangeAspect="1" noChangeArrowheads="1"/>
          </p:cNvPicPr>
          <p:nvPr/>
        </p:nvPicPr>
        <p:blipFill>
          <a:blip r:embed="rId20">
            <a:extLst>
              <a:ext uri="{28A0092B-C50C-407E-A947-70E740481C1C}">
                <a14:useLocalDpi xmlns:a14="http://schemas.microsoft.com/office/drawing/2010/main" val="0"/>
              </a:ext>
            </a:extLst>
          </a:blip>
          <a:srcRect/>
          <a:stretch>
            <a:fillRect/>
          </a:stretch>
        </p:blipFill>
        <p:spPr bwMode="auto">
          <a:xfrm>
            <a:off x="8109845" y="4913626"/>
            <a:ext cx="444351" cy="444351"/>
          </a:xfrm>
          <a:prstGeom prst="rect">
            <a:avLst/>
          </a:prstGeom>
          <a:noFill/>
          <a:extLst>
            <a:ext uri="{909E8E84-426E-40DD-AFC4-6F175D3DCCD1}">
              <a14:hiddenFill xmlns:a14="http://schemas.microsoft.com/office/drawing/2010/main">
                <a:solidFill>
                  <a:srgbClr val="FFFFFF"/>
                </a:solidFill>
              </a14:hiddenFill>
            </a:ext>
          </a:extLst>
        </p:spPr>
      </p:pic>
      <p:pic>
        <p:nvPicPr>
          <p:cNvPr id="1056" name="Picture 32" descr="Linkedin - ícones de mídia social grátis">
            <a:extLst>
              <a:ext uri="{FF2B5EF4-FFF2-40B4-BE49-F238E27FC236}">
                <a16:creationId xmlns:a16="http://schemas.microsoft.com/office/drawing/2014/main" id="{62E1446A-DDFD-3DFB-DD86-64E10F459000}"/>
              </a:ext>
            </a:extLst>
          </p:cNvPr>
          <p:cNvPicPr>
            <a:picLocks noChangeAspect="1" noChangeArrowheads="1"/>
          </p:cNvPicPr>
          <p:nvPr/>
        </p:nvPicPr>
        <p:blipFill>
          <a:blip r:embed="rId21">
            <a:extLst>
              <a:ext uri="{28A0092B-C50C-407E-A947-70E740481C1C}">
                <a14:useLocalDpi xmlns:a14="http://schemas.microsoft.com/office/drawing/2010/main" val="0"/>
              </a:ext>
            </a:extLst>
          </a:blip>
          <a:srcRect/>
          <a:stretch>
            <a:fillRect/>
          </a:stretch>
        </p:blipFill>
        <p:spPr bwMode="auto">
          <a:xfrm>
            <a:off x="8691819" y="4910515"/>
            <a:ext cx="472629" cy="472629"/>
          </a:xfrm>
          <a:prstGeom prst="rect">
            <a:avLst/>
          </a:prstGeom>
          <a:noFill/>
          <a:extLst>
            <a:ext uri="{909E8E84-426E-40DD-AFC4-6F175D3DCCD1}">
              <a14:hiddenFill xmlns:a14="http://schemas.microsoft.com/office/drawing/2010/main">
                <a:solidFill>
                  <a:srgbClr val="FFFFFF"/>
                </a:solidFill>
              </a14:hiddenFill>
            </a:ext>
          </a:extLst>
        </p:spPr>
      </p:pic>
      <p:pic>
        <p:nvPicPr>
          <p:cNvPr id="1058" name="Picture 34" descr="Youtube - ícones de mídia social grátis">
            <a:extLst>
              <a:ext uri="{FF2B5EF4-FFF2-40B4-BE49-F238E27FC236}">
                <a16:creationId xmlns:a16="http://schemas.microsoft.com/office/drawing/2014/main" id="{5E4B7D56-EB46-75B1-1BA6-55591A84A2DC}"/>
              </a:ext>
            </a:extLst>
          </p:cNvPr>
          <p:cNvPicPr>
            <a:picLocks noChangeAspect="1" noChangeArrowheads="1"/>
          </p:cNvPicPr>
          <p:nvPr/>
        </p:nvPicPr>
        <p:blipFill>
          <a:blip r:embed="rId22">
            <a:extLst>
              <a:ext uri="{28A0092B-C50C-407E-A947-70E740481C1C}">
                <a14:useLocalDpi xmlns:a14="http://schemas.microsoft.com/office/drawing/2010/main" val="0"/>
              </a:ext>
            </a:extLst>
          </a:blip>
          <a:srcRect/>
          <a:stretch>
            <a:fillRect/>
          </a:stretch>
        </p:blipFill>
        <p:spPr bwMode="auto">
          <a:xfrm>
            <a:off x="9264812" y="4817281"/>
            <a:ext cx="626144" cy="626144"/>
          </a:xfrm>
          <a:prstGeom prst="rect">
            <a:avLst/>
          </a:prstGeom>
          <a:noFill/>
          <a:extLst>
            <a:ext uri="{909E8E84-426E-40DD-AFC4-6F175D3DCCD1}">
              <a14:hiddenFill xmlns:a14="http://schemas.microsoft.com/office/drawing/2010/main">
                <a:solidFill>
                  <a:srgbClr val="FFFFFF"/>
                </a:solidFill>
              </a14:hiddenFill>
            </a:ext>
          </a:extLst>
        </p:spPr>
      </p:pic>
      <p:pic>
        <p:nvPicPr>
          <p:cNvPr id="1060" name="Picture 36" descr="Nestlé Logo – PNG e Vetor – Download de Logo">
            <a:extLst>
              <a:ext uri="{FF2B5EF4-FFF2-40B4-BE49-F238E27FC236}">
                <a16:creationId xmlns:a16="http://schemas.microsoft.com/office/drawing/2014/main" id="{5E73D50E-9DEB-AFB4-9B77-88FAE6EFE9AE}"/>
              </a:ext>
            </a:extLst>
          </p:cNvPr>
          <p:cNvPicPr>
            <a:picLocks noChangeAspect="1" noChangeArrowheads="1"/>
          </p:cNvPicPr>
          <p:nvPr/>
        </p:nvPicPr>
        <p:blipFill>
          <a:blip r:embed="rId23">
            <a:extLst>
              <a:ext uri="{28A0092B-C50C-407E-A947-70E740481C1C}">
                <a14:useLocalDpi xmlns:a14="http://schemas.microsoft.com/office/drawing/2010/main" val="0"/>
              </a:ext>
            </a:extLst>
          </a:blip>
          <a:srcRect/>
          <a:stretch>
            <a:fillRect/>
          </a:stretch>
        </p:blipFill>
        <p:spPr bwMode="auto">
          <a:xfrm>
            <a:off x="11150988" y="4204290"/>
            <a:ext cx="367255" cy="379555"/>
          </a:xfrm>
          <a:prstGeom prst="rect">
            <a:avLst/>
          </a:prstGeom>
          <a:noFill/>
          <a:extLst>
            <a:ext uri="{909E8E84-426E-40DD-AFC4-6F175D3DCCD1}">
              <a14:hiddenFill xmlns:a14="http://schemas.microsoft.com/office/drawing/2010/main">
                <a:solidFill>
                  <a:srgbClr val="FFFFFF"/>
                </a:solidFill>
              </a14:hiddenFill>
            </a:ext>
          </a:extLst>
        </p:spPr>
      </p:pic>
      <p:pic>
        <p:nvPicPr>
          <p:cNvPr id="1062" name="Picture 38" descr="Github Logo - Free social media icons">
            <a:extLst>
              <a:ext uri="{FF2B5EF4-FFF2-40B4-BE49-F238E27FC236}">
                <a16:creationId xmlns:a16="http://schemas.microsoft.com/office/drawing/2014/main" id="{61A770A0-35E5-8500-F1F0-EB9A752CE0B5}"/>
              </a:ext>
            </a:extLst>
          </p:cNvPr>
          <p:cNvPicPr>
            <a:picLocks noChangeAspect="1" noChangeArrowheads="1"/>
          </p:cNvPicPr>
          <p:nvPr/>
        </p:nvPicPr>
        <p:blipFill>
          <a:blip r:embed="rId24">
            <a:extLst>
              <a:ext uri="{28A0092B-C50C-407E-A947-70E740481C1C}">
                <a14:useLocalDpi xmlns:a14="http://schemas.microsoft.com/office/drawing/2010/main" val="0"/>
              </a:ext>
            </a:extLst>
          </a:blip>
          <a:srcRect/>
          <a:stretch>
            <a:fillRect/>
          </a:stretch>
        </p:blipFill>
        <p:spPr bwMode="auto">
          <a:xfrm>
            <a:off x="9978536" y="4896253"/>
            <a:ext cx="461724" cy="461724"/>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2" descr="Compass.UOL | Vagas 100% remotas">
            <a:extLst>
              <a:ext uri="{FF2B5EF4-FFF2-40B4-BE49-F238E27FC236}">
                <a16:creationId xmlns:a16="http://schemas.microsoft.com/office/drawing/2014/main" id="{3DDDB44F-BA00-E757-63FF-9260C3F3E706}"/>
              </a:ext>
            </a:extLst>
          </p:cNvPr>
          <p:cNvPicPr>
            <a:picLocks noChangeAspect="1" noChangeArrowheads="1"/>
          </p:cNvPicPr>
          <p:nvPr/>
        </p:nvPicPr>
        <p:blipFill>
          <a:blip r:embed="rId25">
            <a:extLst>
              <a:ext uri="{28A0092B-C50C-407E-A947-70E740481C1C}">
                <a14:useLocalDpi xmlns:a14="http://schemas.microsoft.com/office/drawing/2010/main" val="0"/>
              </a:ext>
            </a:extLst>
          </a:blip>
          <a:srcRect/>
          <a:stretch>
            <a:fillRect/>
          </a:stretch>
        </p:blipFill>
        <p:spPr bwMode="auto">
          <a:xfrm>
            <a:off x="11718302" y="3749361"/>
            <a:ext cx="409429" cy="409429"/>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4" descr="Petrobras png | PNGWing">
            <a:extLst>
              <a:ext uri="{FF2B5EF4-FFF2-40B4-BE49-F238E27FC236}">
                <a16:creationId xmlns:a16="http://schemas.microsoft.com/office/drawing/2014/main" id="{2FD57F2B-396A-BC99-DDC6-09063BA8D11C}"/>
              </a:ext>
            </a:extLst>
          </p:cNvPr>
          <p:cNvPicPr>
            <a:picLocks noChangeAspect="1" noChangeArrowheads="1"/>
          </p:cNvPicPr>
          <p:nvPr/>
        </p:nvPicPr>
        <p:blipFill>
          <a:blip r:embed="rId26">
            <a:extLst>
              <a:ext uri="{28A0092B-C50C-407E-A947-70E740481C1C}">
                <a14:useLocalDpi xmlns:a14="http://schemas.microsoft.com/office/drawing/2010/main" val="0"/>
              </a:ext>
            </a:extLst>
          </a:blip>
          <a:srcRect/>
          <a:stretch>
            <a:fillRect/>
          </a:stretch>
        </p:blipFill>
        <p:spPr bwMode="auto">
          <a:xfrm>
            <a:off x="11730426" y="4180179"/>
            <a:ext cx="409429" cy="40942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863811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8ED842-752F-8082-1FE6-6C497AB957AA}"/>
            </a:ext>
          </a:extLst>
        </p:cNvPr>
        <p:cNvGrpSpPr/>
        <p:nvPr/>
      </p:nvGrpSpPr>
      <p:grpSpPr>
        <a:xfrm>
          <a:off x="0" y="0"/>
          <a:ext cx="0" cy="0"/>
          <a:chOff x="0" y="0"/>
          <a:chExt cx="0" cy="0"/>
        </a:xfrm>
      </p:grpSpPr>
      <p:sp>
        <p:nvSpPr>
          <p:cNvPr id="3" name="CaixaDeTexto 2">
            <a:extLst>
              <a:ext uri="{FF2B5EF4-FFF2-40B4-BE49-F238E27FC236}">
                <a16:creationId xmlns:a16="http://schemas.microsoft.com/office/drawing/2014/main" id="{94A41D7C-14AC-5514-63F1-88CC942E5324}"/>
              </a:ext>
            </a:extLst>
          </p:cNvPr>
          <p:cNvSpPr txBox="1"/>
          <p:nvPr/>
        </p:nvSpPr>
        <p:spPr>
          <a:xfrm>
            <a:off x="130373" y="169518"/>
            <a:ext cx="10487075" cy="1107996"/>
          </a:xfrm>
          <a:prstGeom prst="rect">
            <a:avLst/>
          </a:prstGeom>
          <a:noFill/>
        </p:spPr>
        <p:txBody>
          <a:bodyPr wrap="square" rtlCol="0">
            <a:spAutoFit/>
          </a:bodyPr>
          <a:lstStyle/>
          <a:p>
            <a:r>
              <a:rPr lang="pt-BR" sz="6600" dirty="0">
                <a:solidFill>
                  <a:srgbClr val="007DA9"/>
                </a:solidFill>
                <a:latin typeface="Impact" panose="020B0806030902050204" pitchFamily="34" charset="0"/>
              </a:rPr>
              <a:t>Ementa</a:t>
            </a:r>
          </a:p>
        </p:txBody>
      </p:sp>
      <p:sp>
        <p:nvSpPr>
          <p:cNvPr id="9" name="sketchy line">
            <a:extLst>
              <a:ext uri="{FF2B5EF4-FFF2-40B4-BE49-F238E27FC236}">
                <a16:creationId xmlns:a16="http://schemas.microsoft.com/office/drawing/2014/main" id="{06175775-BE4C-F384-FA05-9DD843ABF0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68062" y="1184695"/>
            <a:ext cx="11727443" cy="100858"/>
          </a:xfrm>
          <a:custGeom>
            <a:avLst/>
            <a:gdLst>
              <a:gd name="connsiteX0" fmla="*/ 0 w 11727443"/>
              <a:gd name="connsiteY0" fmla="*/ 0 h 100858"/>
              <a:gd name="connsiteX1" fmla="*/ 455301 w 11727443"/>
              <a:gd name="connsiteY1" fmla="*/ 0 h 100858"/>
              <a:gd name="connsiteX2" fmla="*/ 1379699 w 11727443"/>
              <a:gd name="connsiteY2" fmla="*/ 0 h 100858"/>
              <a:gd name="connsiteX3" fmla="*/ 2069549 w 11727443"/>
              <a:gd name="connsiteY3" fmla="*/ 0 h 100858"/>
              <a:gd name="connsiteX4" fmla="*/ 2524849 w 11727443"/>
              <a:gd name="connsiteY4" fmla="*/ 0 h 100858"/>
              <a:gd name="connsiteX5" fmla="*/ 2862876 w 11727443"/>
              <a:gd name="connsiteY5" fmla="*/ 0 h 100858"/>
              <a:gd name="connsiteX6" fmla="*/ 3787274 w 11727443"/>
              <a:gd name="connsiteY6" fmla="*/ 0 h 100858"/>
              <a:gd name="connsiteX7" fmla="*/ 4359849 w 11727443"/>
              <a:gd name="connsiteY7" fmla="*/ 0 h 100858"/>
              <a:gd name="connsiteX8" fmla="*/ 5284248 w 11727443"/>
              <a:gd name="connsiteY8" fmla="*/ 0 h 100858"/>
              <a:gd name="connsiteX9" fmla="*/ 5622274 w 11727443"/>
              <a:gd name="connsiteY9" fmla="*/ 0 h 100858"/>
              <a:gd name="connsiteX10" fmla="*/ 6077575 w 11727443"/>
              <a:gd name="connsiteY10" fmla="*/ 0 h 100858"/>
              <a:gd name="connsiteX11" fmla="*/ 7001973 w 11727443"/>
              <a:gd name="connsiteY11" fmla="*/ 0 h 100858"/>
              <a:gd name="connsiteX12" fmla="*/ 7926372 w 11727443"/>
              <a:gd name="connsiteY12" fmla="*/ 0 h 100858"/>
              <a:gd name="connsiteX13" fmla="*/ 8498947 w 11727443"/>
              <a:gd name="connsiteY13" fmla="*/ 0 h 100858"/>
              <a:gd name="connsiteX14" fmla="*/ 8836973 w 11727443"/>
              <a:gd name="connsiteY14" fmla="*/ 0 h 100858"/>
              <a:gd name="connsiteX15" fmla="*/ 9644097 w 11727443"/>
              <a:gd name="connsiteY15" fmla="*/ 0 h 100858"/>
              <a:gd name="connsiteX16" fmla="*/ 10333947 w 11727443"/>
              <a:gd name="connsiteY16" fmla="*/ 0 h 100858"/>
              <a:gd name="connsiteX17" fmla="*/ 10906522 w 11727443"/>
              <a:gd name="connsiteY17" fmla="*/ 0 h 100858"/>
              <a:gd name="connsiteX18" fmla="*/ 11727443 w 11727443"/>
              <a:gd name="connsiteY18" fmla="*/ 0 h 100858"/>
              <a:gd name="connsiteX19" fmla="*/ 11727443 w 11727443"/>
              <a:gd name="connsiteY19" fmla="*/ 100858 h 100858"/>
              <a:gd name="connsiteX20" fmla="*/ 10920319 w 11727443"/>
              <a:gd name="connsiteY20" fmla="*/ 100858 h 100858"/>
              <a:gd name="connsiteX21" fmla="*/ 10465018 w 11727443"/>
              <a:gd name="connsiteY21" fmla="*/ 100858 h 100858"/>
              <a:gd name="connsiteX22" fmla="*/ 9892443 w 11727443"/>
              <a:gd name="connsiteY22" fmla="*/ 100858 h 100858"/>
              <a:gd name="connsiteX23" fmla="*/ 8968045 w 11727443"/>
              <a:gd name="connsiteY23" fmla="*/ 100858 h 100858"/>
              <a:gd name="connsiteX24" fmla="*/ 8630018 w 11727443"/>
              <a:gd name="connsiteY24" fmla="*/ 100858 h 100858"/>
              <a:gd name="connsiteX25" fmla="*/ 8291992 w 11727443"/>
              <a:gd name="connsiteY25" fmla="*/ 100858 h 100858"/>
              <a:gd name="connsiteX26" fmla="*/ 7953966 w 11727443"/>
              <a:gd name="connsiteY26" fmla="*/ 100858 h 100858"/>
              <a:gd name="connsiteX27" fmla="*/ 7146842 w 11727443"/>
              <a:gd name="connsiteY27" fmla="*/ 100858 h 100858"/>
              <a:gd name="connsiteX28" fmla="*/ 6691541 w 11727443"/>
              <a:gd name="connsiteY28" fmla="*/ 100858 h 100858"/>
              <a:gd name="connsiteX29" fmla="*/ 5884417 w 11727443"/>
              <a:gd name="connsiteY29" fmla="*/ 100858 h 100858"/>
              <a:gd name="connsiteX30" fmla="*/ 5077293 w 11727443"/>
              <a:gd name="connsiteY30" fmla="*/ 100858 h 100858"/>
              <a:gd name="connsiteX31" fmla="*/ 4621992 w 11727443"/>
              <a:gd name="connsiteY31" fmla="*/ 100858 h 100858"/>
              <a:gd name="connsiteX32" fmla="*/ 3932143 w 11727443"/>
              <a:gd name="connsiteY32" fmla="*/ 100858 h 100858"/>
              <a:gd name="connsiteX33" fmla="*/ 3359567 w 11727443"/>
              <a:gd name="connsiteY33" fmla="*/ 100858 h 100858"/>
              <a:gd name="connsiteX34" fmla="*/ 2435169 w 11727443"/>
              <a:gd name="connsiteY34" fmla="*/ 100858 h 100858"/>
              <a:gd name="connsiteX35" fmla="*/ 1745319 w 11727443"/>
              <a:gd name="connsiteY35" fmla="*/ 100858 h 100858"/>
              <a:gd name="connsiteX36" fmla="*/ 938195 w 11727443"/>
              <a:gd name="connsiteY36" fmla="*/ 100858 h 100858"/>
              <a:gd name="connsiteX37" fmla="*/ 600169 w 11727443"/>
              <a:gd name="connsiteY37" fmla="*/ 100858 h 100858"/>
              <a:gd name="connsiteX38" fmla="*/ 0 w 11727443"/>
              <a:gd name="connsiteY38" fmla="*/ 100858 h 100858"/>
              <a:gd name="connsiteX39" fmla="*/ 0 w 11727443"/>
              <a:gd name="connsiteY39" fmla="*/ 0 h 1008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11727443" h="100858" fill="none" extrusionOk="0">
                <a:moveTo>
                  <a:pt x="0" y="0"/>
                </a:moveTo>
                <a:cubicBezTo>
                  <a:pt x="177575" y="-8335"/>
                  <a:pt x="289292" y="-22372"/>
                  <a:pt x="455301" y="0"/>
                </a:cubicBezTo>
                <a:cubicBezTo>
                  <a:pt x="621310" y="22372"/>
                  <a:pt x="959229" y="316"/>
                  <a:pt x="1379699" y="0"/>
                </a:cubicBezTo>
                <a:cubicBezTo>
                  <a:pt x="1800169" y="-316"/>
                  <a:pt x="1910290" y="-19988"/>
                  <a:pt x="2069549" y="0"/>
                </a:cubicBezTo>
                <a:cubicBezTo>
                  <a:pt x="2228808" y="19988"/>
                  <a:pt x="2328018" y="-6436"/>
                  <a:pt x="2524849" y="0"/>
                </a:cubicBezTo>
                <a:cubicBezTo>
                  <a:pt x="2721680" y="6436"/>
                  <a:pt x="2744923" y="692"/>
                  <a:pt x="2862876" y="0"/>
                </a:cubicBezTo>
                <a:cubicBezTo>
                  <a:pt x="2980829" y="-692"/>
                  <a:pt x="3455105" y="28803"/>
                  <a:pt x="3787274" y="0"/>
                </a:cubicBezTo>
                <a:cubicBezTo>
                  <a:pt x="4119443" y="-28803"/>
                  <a:pt x="4093258" y="3515"/>
                  <a:pt x="4359849" y="0"/>
                </a:cubicBezTo>
                <a:cubicBezTo>
                  <a:pt x="4626441" y="-3515"/>
                  <a:pt x="4994558" y="-15931"/>
                  <a:pt x="5284248" y="0"/>
                </a:cubicBezTo>
                <a:cubicBezTo>
                  <a:pt x="5573938" y="15931"/>
                  <a:pt x="5518095" y="-13412"/>
                  <a:pt x="5622274" y="0"/>
                </a:cubicBezTo>
                <a:cubicBezTo>
                  <a:pt x="5726453" y="13412"/>
                  <a:pt x="5919345" y="19043"/>
                  <a:pt x="6077575" y="0"/>
                </a:cubicBezTo>
                <a:cubicBezTo>
                  <a:pt x="6235805" y="-19043"/>
                  <a:pt x="6637812" y="29609"/>
                  <a:pt x="7001973" y="0"/>
                </a:cubicBezTo>
                <a:cubicBezTo>
                  <a:pt x="7366134" y="-29609"/>
                  <a:pt x="7716303" y="17424"/>
                  <a:pt x="7926372" y="0"/>
                </a:cubicBezTo>
                <a:cubicBezTo>
                  <a:pt x="8136441" y="-17424"/>
                  <a:pt x="8378864" y="-19420"/>
                  <a:pt x="8498947" y="0"/>
                </a:cubicBezTo>
                <a:cubicBezTo>
                  <a:pt x="8619031" y="19420"/>
                  <a:pt x="8765062" y="-15679"/>
                  <a:pt x="8836973" y="0"/>
                </a:cubicBezTo>
                <a:cubicBezTo>
                  <a:pt x="8908884" y="15679"/>
                  <a:pt x="9288035" y="12756"/>
                  <a:pt x="9644097" y="0"/>
                </a:cubicBezTo>
                <a:cubicBezTo>
                  <a:pt x="10000159" y="-12756"/>
                  <a:pt x="10089663" y="-5649"/>
                  <a:pt x="10333947" y="0"/>
                </a:cubicBezTo>
                <a:cubicBezTo>
                  <a:pt x="10578231" y="5649"/>
                  <a:pt x="10785095" y="27917"/>
                  <a:pt x="10906522" y="0"/>
                </a:cubicBezTo>
                <a:cubicBezTo>
                  <a:pt x="11027949" y="-27917"/>
                  <a:pt x="11562609" y="31188"/>
                  <a:pt x="11727443" y="0"/>
                </a:cubicBezTo>
                <a:cubicBezTo>
                  <a:pt x="11723584" y="38217"/>
                  <a:pt x="11731691" y="73296"/>
                  <a:pt x="11727443" y="100858"/>
                </a:cubicBezTo>
                <a:cubicBezTo>
                  <a:pt x="11381154" y="139297"/>
                  <a:pt x="11163895" y="69647"/>
                  <a:pt x="10920319" y="100858"/>
                </a:cubicBezTo>
                <a:cubicBezTo>
                  <a:pt x="10676743" y="132069"/>
                  <a:pt x="10625983" y="117071"/>
                  <a:pt x="10465018" y="100858"/>
                </a:cubicBezTo>
                <a:cubicBezTo>
                  <a:pt x="10304053" y="84645"/>
                  <a:pt x="10063410" y="105790"/>
                  <a:pt x="9892443" y="100858"/>
                </a:cubicBezTo>
                <a:cubicBezTo>
                  <a:pt x="9721477" y="95926"/>
                  <a:pt x="9298902" y="55708"/>
                  <a:pt x="8968045" y="100858"/>
                </a:cubicBezTo>
                <a:cubicBezTo>
                  <a:pt x="8637188" y="146008"/>
                  <a:pt x="8753098" y="98295"/>
                  <a:pt x="8630018" y="100858"/>
                </a:cubicBezTo>
                <a:cubicBezTo>
                  <a:pt x="8506938" y="103421"/>
                  <a:pt x="8382809" y="104606"/>
                  <a:pt x="8291992" y="100858"/>
                </a:cubicBezTo>
                <a:cubicBezTo>
                  <a:pt x="8201175" y="97110"/>
                  <a:pt x="8042573" y="88227"/>
                  <a:pt x="7953966" y="100858"/>
                </a:cubicBezTo>
                <a:cubicBezTo>
                  <a:pt x="7865359" y="113489"/>
                  <a:pt x="7327260" y="71433"/>
                  <a:pt x="7146842" y="100858"/>
                </a:cubicBezTo>
                <a:cubicBezTo>
                  <a:pt x="6966424" y="130283"/>
                  <a:pt x="6836691" y="78893"/>
                  <a:pt x="6691541" y="100858"/>
                </a:cubicBezTo>
                <a:cubicBezTo>
                  <a:pt x="6546391" y="122823"/>
                  <a:pt x="6161732" y="96929"/>
                  <a:pt x="5884417" y="100858"/>
                </a:cubicBezTo>
                <a:cubicBezTo>
                  <a:pt x="5607102" y="104787"/>
                  <a:pt x="5399769" y="71203"/>
                  <a:pt x="5077293" y="100858"/>
                </a:cubicBezTo>
                <a:cubicBezTo>
                  <a:pt x="4754817" y="130513"/>
                  <a:pt x="4780101" y="110562"/>
                  <a:pt x="4621992" y="100858"/>
                </a:cubicBezTo>
                <a:cubicBezTo>
                  <a:pt x="4463883" y="91154"/>
                  <a:pt x="4080268" y="82653"/>
                  <a:pt x="3932143" y="100858"/>
                </a:cubicBezTo>
                <a:cubicBezTo>
                  <a:pt x="3784018" y="119063"/>
                  <a:pt x="3606068" y="107585"/>
                  <a:pt x="3359567" y="100858"/>
                </a:cubicBezTo>
                <a:cubicBezTo>
                  <a:pt x="3113066" y="94131"/>
                  <a:pt x="2833730" y="108463"/>
                  <a:pt x="2435169" y="100858"/>
                </a:cubicBezTo>
                <a:cubicBezTo>
                  <a:pt x="2036608" y="93253"/>
                  <a:pt x="1979570" y="109496"/>
                  <a:pt x="1745319" y="100858"/>
                </a:cubicBezTo>
                <a:cubicBezTo>
                  <a:pt x="1511068" y="92221"/>
                  <a:pt x="1304277" y="99602"/>
                  <a:pt x="938195" y="100858"/>
                </a:cubicBezTo>
                <a:cubicBezTo>
                  <a:pt x="572113" y="102114"/>
                  <a:pt x="673750" y="115329"/>
                  <a:pt x="600169" y="100858"/>
                </a:cubicBezTo>
                <a:cubicBezTo>
                  <a:pt x="526588" y="86387"/>
                  <a:pt x="223952" y="122492"/>
                  <a:pt x="0" y="100858"/>
                </a:cubicBezTo>
                <a:cubicBezTo>
                  <a:pt x="-124" y="56937"/>
                  <a:pt x="-3196" y="35397"/>
                  <a:pt x="0" y="0"/>
                </a:cubicBezTo>
                <a:close/>
              </a:path>
              <a:path w="11727443" h="100858" stroke="0" extrusionOk="0">
                <a:moveTo>
                  <a:pt x="0" y="0"/>
                </a:moveTo>
                <a:cubicBezTo>
                  <a:pt x="226598" y="-20463"/>
                  <a:pt x="284703" y="21278"/>
                  <a:pt x="455301" y="0"/>
                </a:cubicBezTo>
                <a:cubicBezTo>
                  <a:pt x="625899" y="-21278"/>
                  <a:pt x="975360" y="-38169"/>
                  <a:pt x="1379699" y="0"/>
                </a:cubicBezTo>
                <a:cubicBezTo>
                  <a:pt x="1784038" y="38169"/>
                  <a:pt x="1553897" y="10715"/>
                  <a:pt x="1717725" y="0"/>
                </a:cubicBezTo>
                <a:cubicBezTo>
                  <a:pt x="1881553" y="-10715"/>
                  <a:pt x="1957404" y="7512"/>
                  <a:pt x="2055752" y="0"/>
                </a:cubicBezTo>
                <a:cubicBezTo>
                  <a:pt x="2154100" y="-7512"/>
                  <a:pt x="2455093" y="6931"/>
                  <a:pt x="2745601" y="0"/>
                </a:cubicBezTo>
                <a:cubicBezTo>
                  <a:pt x="3036109" y="-6931"/>
                  <a:pt x="3200578" y="-6899"/>
                  <a:pt x="3318177" y="0"/>
                </a:cubicBezTo>
                <a:cubicBezTo>
                  <a:pt x="3435776" y="6899"/>
                  <a:pt x="3830972" y="-29023"/>
                  <a:pt x="4125301" y="0"/>
                </a:cubicBezTo>
                <a:cubicBezTo>
                  <a:pt x="4419630" y="29023"/>
                  <a:pt x="4438628" y="-3380"/>
                  <a:pt x="4580601" y="0"/>
                </a:cubicBezTo>
                <a:cubicBezTo>
                  <a:pt x="4722574" y="3380"/>
                  <a:pt x="5287872" y="-26084"/>
                  <a:pt x="5505000" y="0"/>
                </a:cubicBezTo>
                <a:cubicBezTo>
                  <a:pt x="5722128" y="26084"/>
                  <a:pt x="5845495" y="-3138"/>
                  <a:pt x="6077575" y="0"/>
                </a:cubicBezTo>
                <a:cubicBezTo>
                  <a:pt x="6309655" y="3138"/>
                  <a:pt x="6416497" y="-9038"/>
                  <a:pt x="6532876" y="0"/>
                </a:cubicBezTo>
                <a:cubicBezTo>
                  <a:pt x="6649255" y="9038"/>
                  <a:pt x="6798774" y="17432"/>
                  <a:pt x="6988176" y="0"/>
                </a:cubicBezTo>
                <a:cubicBezTo>
                  <a:pt x="7177578" y="-17432"/>
                  <a:pt x="7432115" y="-1508"/>
                  <a:pt x="7560751" y="0"/>
                </a:cubicBezTo>
                <a:cubicBezTo>
                  <a:pt x="7689387" y="1508"/>
                  <a:pt x="7817048" y="19459"/>
                  <a:pt x="8016052" y="0"/>
                </a:cubicBezTo>
                <a:cubicBezTo>
                  <a:pt x="8215056" y="-19459"/>
                  <a:pt x="8384141" y="13593"/>
                  <a:pt x="8705902" y="0"/>
                </a:cubicBezTo>
                <a:cubicBezTo>
                  <a:pt x="9027663" y="-13593"/>
                  <a:pt x="8932873" y="-16432"/>
                  <a:pt x="9043928" y="0"/>
                </a:cubicBezTo>
                <a:cubicBezTo>
                  <a:pt x="9154983" y="16432"/>
                  <a:pt x="9568699" y="-30219"/>
                  <a:pt x="9733778" y="0"/>
                </a:cubicBezTo>
                <a:cubicBezTo>
                  <a:pt x="9898857" y="30219"/>
                  <a:pt x="9973728" y="-1849"/>
                  <a:pt x="10071804" y="0"/>
                </a:cubicBezTo>
                <a:cubicBezTo>
                  <a:pt x="10169880" y="1849"/>
                  <a:pt x="10558830" y="-12560"/>
                  <a:pt x="10996202" y="0"/>
                </a:cubicBezTo>
                <a:cubicBezTo>
                  <a:pt x="11433574" y="12560"/>
                  <a:pt x="11579031" y="-6546"/>
                  <a:pt x="11727443" y="0"/>
                </a:cubicBezTo>
                <a:cubicBezTo>
                  <a:pt x="11729168" y="25018"/>
                  <a:pt x="11723362" y="74256"/>
                  <a:pt x="11727443" y="100858"/>
                </a:cubicBezTo>
                <a:cubicBezTo>
                  <a:pt x="11466834" y="85519"/>
                  <a:pt x="11273864" y="83363"/>
                  <a:pt x="11154868" y="100858"/>
                </a:cubicBezTo>
                <a:cubicBezTo>
                  <a:pt x="11035872" y="118353"/>
                  <a:pt x="10917509" y="98250"/>
                  <a:pt x="10816842" y="100858"/>
                </a:cubicBezTo>
                <a:cubicBezTo>
                  <a:pt x="10716175" y="103466"/>
                  <a:pt x="10190281" y="93289"/>
                  <a:pt x="9892443" y="100858"/>
                </a:cubicBezTo>
                <a:cubicBezTo>
                  <a:pt x="9594605" y="108427"/>
                  <a:pt x="9385168" y="118111"/>
                  <a:pt x="9202594" y="100858"/>
                </a:cubicBezTo>
                <a:cubicBezTo>
                  <a:pt x="9020020" y="83605"/>
                  <a:pt x="8470284" y="126256"/>
                  <a:pt x="8278195" y="100858"/>
                </a:cubicBezTo>
                <a:cubicBezTo>
                  <a:pt x="8086106" y="75460"/>
                  <a:pt x="7779236" y="101234"/>
                  <a:pt x="7588345" y="100858"/>
                </a:cubicBezTo>
                <a:cubicBezTo>
                  <a:pt x="7397454" y="100483"/>
                  <a:pt x="7324210" y="98320"/>
                  <a:pt x="7250319" y="100858"/>
                </a:cubicBezTo>
                <a:cubicBezTo>
                  <a:pt x="7176428" y="103396"/>
                  <a:pt x="6743284" y="112839"/>
                  <a:pt x="6325921" y="100858"/>
                </a:cubicBezTo>
                <a:cubicBezTo>
                  <a:pt x="5908558" y="88877"/>
                  <a:pt x="6095670" y="116342"/>
                  <a:pt x="5870620" y="100858"/>
                </a:cubicBezTo>
                <a:cubicBezTo>
                  <a:pt x="5645570" y="85374"/>
                  <a:pt x="5700885" y="115088"/>
                  <a:pt x="5532594" y="100858"/>
                </a:cubicBezTo>
                <a:cubicBezTo>
                  <a:pt x="5364303" y="86628"/>
                  <a:pt x="5212740" y="105293"/>
                  <a:pt x="4960019" y="100858"/>
                </a:cubicBezTo>
                <a:cubicBezTo>
                  <a:pt x="4707298" y="96423"/>
                  <a:pt x="4491720" y="108840"/>
                  <a:pt x="4035620" y="100858"/>
                </a:cubicBezTo>
                <a:cubicBezTo>
                  <a:pt x="3579520" y="92876"/>
                  <a:pt x="3768890" y="79226"/>
                  <a:pt x="3580319" y="100858"/>
                </a:cubicBezTo>
                <a:cubicBezTo>
                  <a:pt x="3391748" y="122490"/>
                  <a:pt x="3059393" y="71723"/>
                  <a:pt x="2655921" y="100858"/>
                </a:cubicBezTo>
                <a:cubicBezTo>
                  <a:pt x="2252449" y="129993"/>
                  <a:pt x="2021995" y="121740"/>
                  <a:pt x="1848797" y="100858"/>
                </a:cubicBezTo>
                <a:cubicBezTo>
                  <a:pt x="1675599" y="79976"/>
                  <a:pt x="1263502" y="106737"/>
                  <a:pt x="924398" y="100858"/>
                </a:cubicBezTo>
                <a:cubicBezTo>
                  <a:pt x="585294" y="94979"/>
                  <a:pt x="216313" y="56521"/>
                  <a:pt x="0" y="100858"/>
                </a:cubicBezTo>
                <a:cubicBezTo>
                  <a:pt x="-4094" y="59488"/>
                  <a:pt x="2375" y="29231"/>
                  <a:pt x="0" y="0"/>
                </a:cubicBezTo>
                <a:close/>
              </a:path>
            </a:pathLst>
          </a:custGeom>
          <a:solidFill>
            <a:srgbClr val="007DA9"/>
          </a:solidFill>
          <a:ln w="44450" cap="rnd">
            <a:solidFill>
              <a:srgbClr val="007DA9"/>
            </a:solidFill>
            <a:round/>
            <a:extLst>
              <a:ext uri="{C807C97D-BFC1-408E-A445-0C87EB9F89A2}">
                <ask:lineSketchStyleProps xmlns:ask="http://schemas.microsoft.com/office/drawing/2018/sketchyshapes" sd="2863741219">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rgbClr val="007DA9"/>
                </a:solidFill>
              </a:rPr>
              <a:t>‘</a:t>
            </a:r>
          </a:p>
        </p:txBody>
      </p:sp>
      <p:sp>
        <p:nvSpPr>
          <p:cNvPr id="11" name="CaixaDeTexto 10">
            <a:extLst>
              <a:ext uri="{FF2B5EF4-FFF2-40B4-BE49-F238E27FC236}">
                <a16:creationId xmlns:a16="http://schemas.microsoft.com/office/drawing/2014/main" id="{832FAE46-09A7-77C3-BDE9-75E4FB7E7225}"/>
              </a:ext>
            </a:extLst>
          </p:cNvPr>
          <p:cNvSpPr txBox="1"/>
          <p:nvPr/>
        </p:nvSpPr>
        <p:spPr>
          <a:xfrm>
            <a:off x="1296639" y="1361198"/>
            <a:ext cx="9194721" cy="5078313"/>
          </a:xfrm>
          <a:prstGeom prst="rect">
            <a:avLst/>
          </a:prstGeom>
          <a:noFill/>
        </p:spPr>
        <p:txBody>
          <a:bodyPr wrap="square" rtlCol="0">
            <a:spAutoFit/>
          </a:bodyPr>
          <a:lstStyle/>
          <a:p>
            <a:r>
              <a:rPr lang="pt-BR" dirty="0"/>
              <a:t>Vamos nos </a:t>
            </a:r>
            <a:r>
              <a:rPr lang="pt-BR" b="1" i="1" dirty="0"/>
              <a:t>CONHECER</a:t>
            </a:r>
            <a:r>
              <a:rPr lang="pt-BR" dirty="0"/>
              <a:t>?</a:t>
            </a:r>
          </a:p>
          <a:p>
            <a:r>
              <a:rPr lang="pt-BR" dirty="0"/>
              <a:t>Nossa apresentação e um bate-papo descontraído sobre dados!</a:t>
            </a:r>
          </a:p>
          <a:p>
            <a:endParaRPr lang="pt-BR" dirty="0"/>
          </a:p>
          <a:p>
            <a:pPr algn="r"/>
            <a:r>
              <a:rPr lang="pt-BR" dirty="0">
                <a:solidFill>
                  <a:schemeClr val="accent1">
                    <a:lumMod val="75000"/>
                  </a:schemeClr>
                </a:solidFill>
              </a:rPr>
              <a:t>O que é ESTRUTURA DE DADOS?</a:t>
            </a:r>
          </a:p>
          <a:p>
            <a:pPr algn="r"/>
            <a:r>
              <a:rPr lang="pt-BR" dirty="0">
                <a:solidFill>
                  <a:schemeClr val="accent1">
                    <a:lumMod val="75000"/>
                  </a:schemeClr>
                </a:solidFill>
              </a:rPr>
              <a:t>Seus TIPOS</a:t>
            </a:r>
          </a:p>
          <a:p>
            <a:pPr algn="r"/>
            <a:r>
              <a:rPr lang="pt-BR" dirty="0">
                <a:solidFill>
                  <a:schemeClr val="accent1">
                    <a:lumMod val="75000"/>
                  </a:schemeClr>
                </a:solidFill>
              </a:rPr>
              <a:t>Por que ela é IMPORTANTE na Engenharia de Dados?</a:t>
            </a:r>
          </a:p>
          <a:p>
            <a:pPr algn="r"/>
            <a:r>
              <a:rPr lang="pt-BR" dirty="0">
                <a:solidFill>
                  <a:schemeClr val="accent1">
                    <a:lumMod val="75000"/>
                  </a:schemeClr>
                </a:solidFill>
              </a:rPr>
              <a:t>Como definir?</a:t>
            </a:r>
          </a:p>
          <a:p>
            <a:endParaRPr lang="pt-BR" dirty="0"/>
          </a:p>
          <a:p>
            <a:r>
              <a:rPr lang="pt-BR" dirty="0"/>
              <a:t>E quando o assunto for </a:t>
            </a:r>
            <a:r>
              <a:rPr lang="pt-BR" b="1" i="1" dirty="0"/>
              <a:t>HDFS</a:t>
            </a:r>
            <a:r>
              <a:rPr lang="pt-BR" dirty="0"/>
              <a:t>, estaremos abordando sua arquitetura, funcionamento e principais características, manipulação de dados e sua integração com Apache Spark...</a:t>
            </a:r>
          </a:p>
          <a:p>
            <a:endParaRPr lang="pt-BR" dirty="0"/>
          </a:p>
          <a:p>
            <a:pPr algn="r"/>
            <a:r>
              <a:rPr lang="pt-BR" dirty="0">
                <a:solidFill>
                  <a:schemeClr val="accent1">
                    <a:lumMod val="75000"/>
                  </a:schemeClr>
                </a:solidFill>
              </a:rPr>
              <a:t>Já para DBFS vamos falar sobre o armazenamento de dados em nuvem e comparação com outros sistemas de arquivos distribuídos</a:t>
            </a:r>
          </a:p>
          <a:p>
            <a:pPr algn="r"/>
            <a:endParaRPr lang="pt-BR" dirty="0">
              <a:solidFill>
                <a:schemeClr val="accent1">
                  <a:lumMod val="75000"/>
                </a:schemeClr>
              </a:solidFill>
            </a:endParaRPr>
          </a:p>
          <a:p>
            <a:r>
              <a:rPr lang="pt-BR" dirty="0"/>
              <a:t>Partindo para o APACHE SPARK, arquitetura, processamento e sua utilização, serão os tópicos que estaremos abordando.</a:t>
            </a:r>
          </a:p>
          <a:p>
            <a:endParaRPr lang="pt-BR" dirty="0"/>
          </a:p>
          <a:p>
            <a:pPr algn="r"/>
            <a:r>
              <a:rPr lang="pt-BR" dirty="0">
                <a:solidFill>
                  <a:schemeClr val="accent1">
                    <a:lumMod val="75000"/>
                  </a:schemeClr>
                </a:solidFill>
              </a:rPr>
              <a:t>E finalizamos falando sobre PROCESSAMENTO DE DADOS em larga escala!</a:t>
            </a:r>
          </a:p>
        </p:txBody>
      </p:sp>
      <p:pic>
        <p:nvPicPr>
          <p:cNvPr id="14" name="Imagem 13" descr="Imagem de vídeo game&#10;&#10;Descrição gerada automaticamente com confiança média">
            <a:extLst>
              <a:ext uri="{FF2B5EF4-FFF2-40B4-BE49-F238E27FC236}">
                <a16:creationId xmlns:a16="http://schemas.microsoft.com/office/drawing/2014/main" id="{2547DE16-8AF1-1128-CC8D-A9B86940834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91406" y="2154724"/>
            <a:ext cx="2189163" cy="1232637"/>
          </a:xfrm>
          <a:prstGeom prst="rect">
            <a:avLst/>
          </a:prstGeom>
        </p:spPr>
      </p:pic>
      <p:pic>
        <p:nvPicPr>
          <p:cNvPr id="8200" name="Picture 8" descr="Vetores e ilustrações de Pessoas juntas para download gratuito | Freepik">
            <a:extLst>
              <a:ext uri="{FF2B5EF4-FFF2-40B4-BE49-F238E27FC236}">
                <a16:creationId xmlns:a16="http://schemas.microsoft.com/office/drawing/2014/main" id="{8B8781CB-AD45-A8C8-2F56-862E3D237FD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4051" y="1333056"/>
            <a:ext cx="1107996" cy="1107996"/>
          </a:xfrm>
          <a:prstGeom prst="rect">
            <a:avLst/>
          </a:prstGeom>
          <a:noFill/>
          <a:extLst>
            <a:ext uri="{909E8E84-426E-40DD-AFC4-6F175D3DCCD1}">
              <a14:hiddenFill xmlns:a14="http://schemas.microsoft.com/office/drawing/2010/main">
                <a:solidFill>
                  <a:srgbClr val="FFFFFF"/>
                </a:solidFill>
              </a14:hiddenFill>
            </a:ext>
          </a:extLst>
        </p:spPr>
      </p:pic>
      <p:pic>
        <p:nvPicPr>
          <p:cNvPr id="2052" name="Picture 4" descr="HDFS Egress Connector - HDFS | Connectors | Connectors ...">
            <a:extLst>
              <a:ext uri="{FF2B5EF4-FFF2-40B4-BE49-F238E27FC236}">
                <a16:creationId xmlns:a16="http://schemas.microsoft.com/office/drawing/2014/main" id="{66168F10-A497-5112-4792-9CB03299EF24}"/>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18402" y="3394206"/>
            <a:ext cx="1071563" cy="1071563"/>
          </a:xfrm>
          <a:prstGeom prst="rect">
            <a:avLst/>
          </a:prstGeom>
          <a:noFill/>
          <a:extLst>
            <a:ext uri="{909E8E84-426E-40DD-AFC4-6F175D3DCCD1}">
              <a14:hiddenFill xmlns:a14="http://schemas.microsoft.com/office/drawing/2010/main">
                <a:solidFill>
                  <a:srgbClr val="FFFFFF"/>
                </a:solidFill>
              </a14:hiddenFill>
            </a:ext>
          </a:extLst>
        </p:spPr>
      </p:pic>
      <p:pic>
        <p:nvPicPr>
          <p:cNvPr id="2054" name="Picture 6" descr="Databricks logo - Ícones Social media e Logos">
            <a:extLst>
              <a:ext uri="{FF2B5EF4-FFF2-40B4-BE49-F238E27FC236}">
                <a16:creationId xmlns:a16="http://schemas.microsoft.com/office/drawing/2014/main" id="{F1393A87-9E69-9BBE-D3AF-EE709AECD2BB}"/>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0804101" y="4310201"/>
            <a:ext cx="763772" cy="763772"/>
          </a:xfrm>
          <a:prstGeom prst="rect">
            <a:avLst/>
          </a:prstGeom>
          <a:noFill/>
          <a:extLst>
            <a:ext uri="{909E8E84-426E-40DD-AFC4-6F175D3DCCD1}">
              <a14:hiddenFill xmlns:a14="http://schemas.microsoft.com/office/drawing/2010/main">
                <a:solidFill>
                  <a:srgbClr val="FFFFFF"/>
                </a:solidFill>
              </a14:hiddenFill>
            </a:ext>
          </a:extLst>
        </p:spPr>
      </p:pic>
      <p:pic>
        <p:nvPicPr>
          <p:cNvPr id="2" name="Picture 2">
            <a:extLst>
              <a:ext uri="{FF2B5EF4-FFF2-40B4-BE49-F238E27FC236}">
                <a16:creationId xmlns:a16="http://schemas.microsoft.com/office/drawing/2014/main" id="{509FEA80-D9C7-2AE6-7FEA-339DB5C3EAD8}"/>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99946" y="5234334"/>
            <a:ext cx="1037471" cy="538687"/>
          </a:xfrm>
          <a:prstGeom prst="rect">
            <a:avLst/>
          </a:prstGeom>
          <a:noFill/>
          <a:extLst>
            <a:ext uri="{909E8E84-426E-40DD-AFC4-6F175D3DCCD1}">
              <a14:hiddenFill xmlns:a14="http://schemas.microsoft.com/office/drawing/2010/main">
                <a:solidFill>
                  <a:srgbClr val="FFFFFF"/>
                </a:solidFill>
              </a14:hiddenFill>
            </a:ext>
          </a:extLst>
        </p:spPr>
      </p:pic>
      <p:pic>
        <p:nvPicPr>
          <p:cNvPr id="2056" name="Picture 8" descr="Processamento de dados - ícones de computador grátis">
            <a:extLst>
              <a:ext uri="{FF2B5EF4-FFF2-40B4-BE49-F238E27FC236}">
                <a16:creationId xmlns:a16="http://schemas.microsoft.com/office/drawing/2014/main" id="{86937CA7-C64A-B4FC-8851-01DCBC27CE18}"/>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0735875" y="5633890"/>
            <a:ext cx="900223" cy="90022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9204297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35BFF9-5397-9F8C-870D-5BE468EAB1C7}"/>
            </a:ext>
          </a:extLst>
        </p:cNvPr>
        <p:cNvGrpSpPr/>
        <p:nvPr/>
      </p:nvGrpSpPr>
      <p:grpSpPr>
        <a:xfrm>
          <a:off x="0" y="0"/>
          <a:ext cx="0" cy="0"/>
          <a:chOff x="0" y="0"/>
          <a:chExt cx="0" cy="0"/>
        </a:xfrm>
      </p:grpSpPr>
      <p:sp>
        <p:nvSpPr>
          <p:cNvPr id="3" name="CaixaDeTexto 2">
            <a:extLst>
              <a:ext uri="{FF2B5EF4-FFF2-40B4-BE49-F238E27FC236}">
                <a16:creationId xmlns:a16="http://schemas.microsoft.com/office/drawing/2014/main" id="{B4B76515-92E6-3F65-0E51-6403CBF2B491}"/>
              </a:ext>
            </a:extLst>
          </p:cNvPr>
          <p:cNvSpPr txBox="1"/>
          <p:nvPr/>
        </p:nvSpPr>
        <p:spPr>
          <a:xfrm>
            <a:off x="130373" y="169518"/>
            <a:ext cx="10487075" cy="1107996"/>
          </a:xfrm>
          <a:prstGeom prst="rect">
            <a:avLst/>
          </a:prstGeom>
          <a:noFill/>
        </p:spPr>
        <p:txBody>
          <a:bodyPr wrap="square" rtlCol="0">
            <a:spAutoFit/>
          </a:bodyPr>
          <a:lstStyle/>
          <a:p>
            <a:r>
              <a:rPr lang="pt-BR" sz="6600" dirty="0">
                <a:solidFill>
                  <a:srgbClr val="007DA9"/>
                </a:solidFill>
                <a:latin typeface="Impact" panose="020B0806030902050204" pitchFamily="34" charset="0"/>
              </a:rPr>
              <a:t>Informativos</a:t>
            </a:r>
          </a:p>
        </p:txBody>
      </p:sp>
      <p:sp>
        <p:nvSpPr>
          <p:cNvPr id="2" name="CaixaDeTexto 1">
            <a:extLst>
              <a:ext uri="{FF2B5EF4-FFF2-40B4-BE49-F238E27FC236}">
                <a16:creationId xmlns:a16="http://schemas.microsoft.com/office/drawing/2014/main" id="{013C05AC-FB30-84CF-7E71-7660F77580EF}"/>
              </a:ext>
            </a:extLst>
          </p:cNvPr>
          <p:cNvSpPr txBox="1"/>
          <p:nvPr/>
        </p:nvSpPr>
        <p:spPr>
          <a:xfrm>
            <a:off x="331891" y="1828800"/>
            <a:ext cx="10707098" cy="3416320"/>
          </a:xfrm>
          <a:prstGeom prst="rect">
            <a:avLst/>
          </a:prstGeom>
          <a:noFill/>
        </p:spPr>
        <p:txBody>
          <a:bodyPr wrap="none" rtlCol="0">
            <a:spAutoFit/>
          </a:bodyPr>
          <a:lstStyle/>
          <a:p>
            <a:pPr marL="285750" indent="-285750">
              <a:buFont typeface="Arial" panose="020B0604020202020204" pitchFamily="34" charset="0"/>
              <a:buChar char="•"/>
            </a:pPr>
            <a:r>
              <a:rPr lang="pt-BR" dirty="0"/>
              <a:t>Início das Aulas: 03/09/2024;</a:t>
            </a:r>
          </a:p>
          <a:p>
            <a:pPr marL="285750" indent="-285750">
              <a:buFont typeface="Arial" panose="020B0604020202020204" pitchFamily="34" charset="0"/>
              <a:buChar char="•"/>
            </a:pPr>
            <a:endParaRPr lang="pt-BR" dirty="0"/>
          </a:p>
          <a:p>
            <a:pPr marL="285750" indent="-285750">
              <a:buFont typeface="Arial" panose="020B0604020202020204" pitchFamily="34" charset="0"/>
              <a:buChar char="•"/>
            </a:pPr>
            <a:r>
              <a:rPr lang="pt-BR" dirty="0"/>
              <a:t>Término das Aulas: 12/09/2024;</a:t>
            </a:r>
          </a:p>
          <a:p>
            <a:pPr marL="285750" indent="-285750">
              <a:buFont typeface="Arial" panose="020B0604020202020204" pitchFamily="34" charset="0"/>
              <a:buChar char="•"/>
            </a:pPr>
            <a:endParaRPr lang="pt-BR" dirty="0"/>
          </a:p>
          <a:p>
            <a:pPr marL="285750" indent="-285750">
              <a:buFont typeface="Arial" panose="020B0604020202020204" pitchFamily="34" charset="0"/>
              <a:buChar char="•"/>
            </a:pPr>
            <a:r>
              <a:rPr lang="pt-BR" dirty="0"/>
              <a:t>Horário das aulas: Na próxima aula estarei divulgando um cronograma;</a:t>
            </a:r>
          </a:p>
          <a:p>
            <a:pPr marL="285750" indent="-285750">
              <a:buFont typeface="Arial" panose="020B0604020202020204" pitchFamily="34" charset="0"/>
              <a:buChar char="•"/>
            </a:pPr>
            <a:endParaRPr lang="pt-BR" dirty="0"/>
          </a:p>
          <a:p>
            <a:pPr marL="285750" indent="-285750">
              <a:buFont typeface="Arial" panose="020B0604020202020204" pitchFamily="34" charset="0"/>
              <a:buChar char="•"/>
            </a:pPr>
            <a:r>
              <a:rPr lang="pt-BR" dirty="0"/>
              <a:t>Todas as aulas serão gravadas e ficarão disponíveis na plataforma (Na próxima aula estarei divulgando onde);</a:t>
            </a:r>
          </a:p>
          <a:p>
            <a:pPr marL="285750" indent="-285750">
              <a:buFont typeface="Arial" panose="020B0604020202020204" pitchFamily="34" charset="0"/>
              <a:buChar char="•"/>
            </a:pPr>
            <a:endParaRPr lang="pt-BR" dirty="0"/>
          </a:p>
          <a:p>
            <a:pPr marL="285750" indent="-285750">
              <a:buFont typeface="Arial" panose="020B0604020202020204" pitchFamily="34" charset="0"/>
              <a:buChar char="•"/>
            </a:pPr>
            <a:r>
              <a:rPr lang="pt-BR" dirty="0"/>
              <a:t>Os materiais usados nas aulas ficaram disponíveis na plataforma e no GitHub em formato privado;</a:t>
            </a:r>
          </a:p>
          <a:p>
            <a:pPr marL="285750" indent="-285750">
              <a:buFont typeface="Arial" panose="020B0604020202020204" pitchFamily="34" charset="0"/>
              <a:buChar char="•"/>
            </a:pPr>
            <a:endParaRPr lang="pt-BR" dirty="0"/>
          </a:p>
          <a:p>
            <a:pPr marL="285750" indent="-285750">
              <a:buFont typeface="Arial" panose="020B0604020202020204" pitchFamily="34" charset="0"/>
              <a:buChar char="•"/>
            </a:pPr>
            <a:r>
              <a:rPr lang="pt-BR" dirty="0"/>
              <a:t>Modelo de Avaliação: Na próxima aula estarei divulgando</a:t>
            </a:r>
          </a:p>
          <a:p>
            <a:endParaRPr lang="pt-BR" dirty="0"/>
          </a:p>
        </p:txBody>
      </p:sp>
      <p:sp>
        <p:nvSpPr>
          <p:cNvPr id="8" name="sketchy line">
            <a:extLst>
              <a:ext uri="{FF2B5EF4-FFF2-40B4-BE49-F238E27FC236}">
                <a16:creationId xmlns:a16="http://schemas.microsoft.com/office/drawing/2014/main" id="{096863DC-7DB0-D58B-563A-D86C00F1674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68062" y="1184695"/>
            <a:ext cx="11727443" cy="100858"/>
          </a:xfrm>
          <a:custGeom>
            <a:avLst/>
            <a:gdLst>
              <a:gd name="connsiteX0" fmla="*/ 0 w 11727443"/>
              <a:gd name="connsiteY0" fmla="*/ 0 h 100858"/>
              <a:gd name="connsiteX1" fmla="*/ 455301 w 11727443"/>
              <a:gd name="connsiteY1" fmla="*/ 0 h 100858"/>
              <a:gd name="connsiteX2" fmla="*/ 1379699 w 11727443"/>
              <a:gd name="connsiteY2" fmla="*/ 0 h 100858"/>
              <a:gd name="connsiteX3" fmla="*/ 2069549 w 11727443"/>
              <a:gd name="connsiteY3" fmla="*/ 0 h 100858"/>
              <a:gd name="connsiteX4" fmla="*/ 2524849 w 11727443"/>
              <a:gd name="connsiteY4" fmla="*/ 0 h 100858"/>
              <a:gd name="connsiteX5" fmla="*/ 2862876 w 11727443"/>
              <a:gd name="connsiteY5" fmla="*/ 0 h 100858"/>
              <a:gd name="connsiteX6" fmla="*/ 3787274 w 11727443"/>
              <a:gd name="connsiteY6" fmla="*/ 0 h 100858"/>
              <a:gd name="connsiteX7" fmla="*/ 4359849 w 11727443"/>
              <a:gd name="connsiteY7" fmla="*/ 0 h 100858"/>
              <a:gd name="connsiteX8" fmla="*/ 5284248 w 11727443"/>
              <a:gd name="connsiteY8" fmla="*/ 0 h 100858"/>
              <a:gd name="connsiteX9" fmla="*/ 5622274 w 11727443"/>
              <a:gd name="connsiteY9" fmla="*/ 0 h 100858"/>
              <a:gd name="connsiteX10" fmla="*/ 6077575 w 11727443"/>
              <a:gd name="connsiteY10" fmla="*/ 0 h 100858"/>
              <a:gd name="connsiteX11" fmla="*/ 7001973 w 11727443"/>
              <a:gd name="connsiteY11" fmla="*/ 0 h 100858"/>
              <a:gd name="connsiteX12" fmla="*/ 7926372 w 11727443"/>
              <a:gd name="connsiteY12" fmla="*/ 0 h 100858"/>
              <a:gd name="connsiteX13" fmla="*/ 8498947 w 11727443"/>
              <a:gd name="connsiteY13" fmla="*/ 0 h 100858"/>
              <a:gd name="connsiteX14" fmla="*/ 8836973 w 11727443"/>
              <a:gd name="connsiteY14" fmla="*/ 0 h 100858"/>
              <a:gd name="connsiteX15" fmla="*/ 9644097 w 11727443"/>
              <a:gd name="connsiteY15" fmla="*/ 0 h 100858"/>
              <a:gd name="connsiteX16" fmla="*/ 10333947 w 11727443"/>
              <a:gd name="connsiteY16" fmla="*/ 0 h 100858"/>
              <a:gd name="connsiteX17" fmla="*/ 10906522 w 11727443"/>
              <a:gd name="connsiteY17" fmla="*/ 0 h 100858"/>
              <a:gd name="connsiteX18" fmla="*/ 11727443 w 11727443"/>
              <a:gd name="connsiteY18" fmla="*/ 0 h 100858"/>
              <a:gd name="connsiteX19" fmla="*/ 11727443 w 11727443"/>
              <a:gd name="connsiteY19" fmla="*/ 100858 h 100858"/>
              <a:gd name="connsiteX20" fmla="*/ 10920319 w 11727443"/>
              <a:gd name="connsiteY20" fmla="*/ 100858 h 100858"/>
              <a:gd name="connsiteX21" fmla="*/ 10465018 w 11727443"/>
              <a:gd name="connsiteY21" fmla="*/ 100858 h 100858"/>
              <a:gd name="connsiteX22" fmla="*/ 9892443 w 11727443"/>
              <a:gd name="connsiteY22" fmla="*/ 100858 h 100858"/>
              <a:gd name="connsiteX23" fmla="*/ 8968045 w 11727443"/>
              <a:gd name="connsiteY23" fmla="*/ 100858 h 100858"/>
              <a:gd name="connsiteX24" fmla="*/ 8630018 w 11727443"/>
              <a:gd name="connsiteY24" fmla="*/ 100858 h 100858"/>
              <a:gd name="connsiteX25" fmla="*/ 8291992 w 11727443"/>
              <a:gd name="connsiteY25" fmla="*/ 100858 h 100858"/>
              <a:gd name="connsiteX26" fmla="*/ 7953966 w 11727443"/>
              <a:gd name="connsiteY26" fmla="*/ 100858 h 100858"/>
              <a:gd name="connsiteX27" fmla="*/ 7146842 w 11727443"/>
              <a:gd name="connsiteY27" fmla="*/ 100858 h 100858"/>
              <a:gd name="connsiteX28" fmla="*/ 6691541 w 11727443"/>
              <a:gd name="connsiteY28" fmla="*/ 100858 h 100858"/>
              <a:gd name="connsiteX29" fmla="*/ 5884417 w 11727443"/>
              <a:gd name="connsiteY29" fmla="*/ 100858 h 100858"/>
              <a:gd name="connsiteX30" fmla="*/ 5077293 w 11727443"/>
              <a:gd name="connsiteY30" fmla="*/ 100858 h 100858"/>
              <a:gd name="connsiteX31" fmla="*/ 4621992 w 11727443"/>
              <a:gd name="connsiteY31" fmla="*/ 100858 h 100858"/>
              <a:gd name="connsiteX32" fmla="*/ 3932143 w 11727443"/>
              <a:gd name="connsiteY32" fmla="*/ 100858 h 100858"/>
              <a:gd name="connsiteX33" fmla="*/ 3359567 w 11727443"/>
              <a:gd name="connsiteY33" fmla="*/ 100858 h 100858"/>
              <a:gd name="connsiteX34" fmla="*/ 2435169 w 11727443"/>
              <a:gd name="connsiteY34" fmla="*/ 100858 h 100858"/>
              <a:gd name="connsiteX35" fmla="*/ 1745319 w 11727443"/>
              <a:gd name="connsiteY35" fmla="*/ 100858 h 100858"/>
              <a:gd name="connsiteX36" fmla="*/ 938195 w 11727443"/>
              <a:gd name="connsiteY36" fmla="*/ 100858 h 100858"/>
              <a:gd name="connsiteX37" fmla="*/ 600169 w 11727443"/>
              <a:gd name="connsiteY37" fmla="*/ 100858 h 100858"/>
              <a:gd name="connsiteX38" fmla="*/ 0 w 11727443"/>
              <a:gd name="connsiteY38" fmla="*/ 100858 h 100858"/>
              <a:gd name="connsiteX39" fmla="*/ 0 w 11727443"/>
              <a:gd name="connsiteY39" fmla="*/ 0 h 1008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11727443" h="100858" fill="none" extrusionOk="0">
                <a:moveTo>
                  <a:pt x="0" y="0"/>
                </a:moveTo>
                <a:cubicBezTo>
                  <a:pt x="177575" y="-8335"/>
                  <a:pt x="289292" y="-22372"/>
                  <a:pt x="455301" y="0"/>
                </a:cubicBezTo>
                <a:cubicBezTo>
                  <a:pt x="621310" y="22372"/>
                  <a:pt x="959229" y="316"/>
                  <a:pt x="1379699" y="0"/>
                </a:cubicBezTo>
                <a:cubicBezTo>
                  <a:pt x="1800169" y="-316"/>
                  <a:pt x="1910290" y="-19988"/>
                  <a:pt x="2069549" y="0"/>
                </a:cubicBezTo>
                <a:cubicBezTo>
                  <a:pt x="2228808" y="19988"/>
                  <a:pt x="2328018" y="-6436"/>
                  <a:pt x="2524849" y="0"/>
                </a:cubicBezTo>
                <a:cubicBezTo>
                  <a:pt x="2721680" y="6436"/>
                  <a:pt x="2744923" y="692"/>
                  <a:pt x="2862876" y="0"/>
                </a:cubicBezTo>
                <a:cubicBezTo>
                  <a:pt x="2980829" y="-692"/>
                  <a:pt x="3455105" y="28803"/>
                  <a:pt x="3787274" y="0"/>
                </a:cubicBezTo>
                <a:cubicBezTo>
                  <a:pt x="4119443" y="-28803"/>
                  <a:pt x="4093258" y="3515"/>
                  <a:pt x="4359849" y="0"/>
                </a:cubicBezTo>
                <a:cubicBezTo>
                  <a:pt x="4626441" y="-3515"/>
                  <a:pt x="4994558" y="-15931"/>
                  <a:pt x="5284248" y="0"/>
                </a:cubicBezTo>
                <a:cubicBezTo>
                  <a:pt x="5573938" y="15931"/>
                  <a:pt x="5518095" y="-13412"/>
                  <a:pt x="5622274" y="0"/>
                </a:cubicBezTo>
                <a:cubicBezTo>
                  <a:pt x="5726453" y="13412"/>
                  <a:pt x="5919345" y="19043"/>
                  <a:pt x="6077575" y="0"/>
                </a:cubicBezTo>
                <a:cubicBezTo>
                  <a:pt x="6235805" y="-19043"/>
                  <a:pt x="6637812" y="29609"/>
                  <a:pt x="7001973" y="0"/>
                </a:cubicBezTo>
                <a:cubicBezTo>
                  <a:pt x="7366134" y="-29609"/>
                  <a:pt x="7716303" y="17424"/>
                  <a:pt x="7926372" y="0"/>
                </a:cubicBezTo>
                <a:cubicBezTo>
                  <a:pt x="8136441" y="-17424"/>
                  <a:pt x="8378864" y="-19420"/>
                  <a:pt x="8498947" y="0"/>
                </a:cubicBezTo>
                <a:cubicBezTo>
                  <a:pt x="8619031" y="19420"/>
                  <a:pt x="8765062" y="-15679"/>
                  <a:pt x="8836973" y="0"/>
                </a:cubicBezTo>
                <a:cubicBezTo>
                  <a:pt x="8908884" y="15679"/>
                  <a:pt x="9288035" y="12756"/>
                  <a:pt x="9644097" y="0"/>
                </a:cubicBezTo>
                <a:cubicBezTo>
                  <a:pt x="10000159" y="-12756"/>
                  <a:pt x="10089663" y="-5649"/>
                  <a:pt x="10333947" y="0"/>
                </a:cubicBezTo>
                <a:cubicBezTo>
                  <a:pt x="10578231" y="5649"/>
                  <a:pt x="10785095" y="27917"/>
                  <a:pt x="10906522" y="0"/>
                </a:cubicBezTo>
                <a:cubicBezTo>
                  <a:pt x="11027949" y="-27917"/>
                  <a:pt x="11562609" y="31188"/>
                  <a:pt x="11727443" y="0"/>
                </a:cubicBezTo>
                <a:cubicBezTo>
                  <a:pt x="11723584" y="38217"/>
                  <a:pt x="11731691" y="73296"/>
                  <a:pt x="11727443" y="100858"/>
                </a:cubicBezTo>
                <a:cubicBezTo>
                  <a:pt x="11381154" y="139297"/>
                  <a:pt x="11163895" y="69647"/>
                  <a:pt x="10920319" y="100858"/>
                </a:cubicBezTo>
                <a:cubicBezTo>
                  <a:pt x="10676743" y="132069"/>
                  <a:pt x="10625983" y="117071"/>
                  <a:pt x="10465018" y="100858"/>
                </a:cubicBezTo>
                <a:cubicBezTo>
                  <a:pt x="10304053" y="84645"/>
                  <a:pt x="10063410" y="105790"/>
                  <a:pt x="9892443" y="100858"/>
                </a:cubicBezTo>
                <a:cubicBezTo>
                  <a:pt x="9721477" y="95926"/>
                  <a:pt x="9298902" y="55708"/>
                  <a:pt x="8968045" y="100858"/>
                </a:cubicBezTo>
                <a:cubicBezTo>
                  <a:pt x="8637188" y="146008"/>
                  <a:pt x="8753098" y="98295"/>
                  <a:pt x="8630018" y="100858"/>
                </a:cubicBezTo>
                <a:cubicBezTo>
                  <a:pt x="8506938" y="103421"/>
                  <a:pt x="8382809" y="104606"/>
                  <a:pt x="8291992" y="100858"/>
                </a:cubicBezTo>
                <a:cubicBezTo>
                  <a:pt x="8201175" y="97110"/>
                  <a:pt x="8042573" y="88227"/>
                  <a:pt x="7953966" y="100858"/>
                </a:cubicBezTo>
                <a:cubicBezTo>
                  <a:pt x="7865359" y="113489"/>
                  <a:pt x="7327260" y="71433"/>
                  <a:pt x="7146842" y="100858"/>
                </a:cubicBezTo>
                <a:cubicBezTo>
                  <a:pt x="6966424" y="130283"/>
                  <a:pt x="6836691" y="78893"/>
                  <a:pt x="6691541" y="100858"/>
                </a:cubicBezTo>
                <a:cubicBezTo>
                  <a:pt x="6546391" y="122823"/>
                  <a:pt x="6161732" y="96929"/>
                  <a:pt x="5884417" y="100858"/>
                </a:cubicBezTo>
                <a:cubicBezTo>
                  <a:pt x="5607102" y="104787"/>
                  <a:pt x="5399769" y="71203"/>
                  <a:pt x="5077293" y="100858"/>
                </a:cubicBezTo>
                <a:cubicBezTo>
                  <a:pt x="4754817" y="130513"/>
                  <a:pt x="4780101" y="110562"/>
                  <a:pt x="4621992" y="100858"/>
                </a:cubicBezTo>
                <a:cubicBezTo>
                  <a:pt x="4463883" y="91154"/>
                  <a:pt x="4080268" y="82653"/>
                  <a:pt x="3932143" y="100858"/>
                </a:cubicBezTo>
                <a:cubicBezTo>
                  <a:pt x="3784018" y="119063"/>
                  <a:pt x="3606068" y="107585"/>
                  <a:pt x="3359567" y="100858"/>
                </a:cubicBezTo>
                <a:cubicBezTo>
                  <a:pt x="3113066" y="94131"/>
                  <a:pt x="2833730" y="108463"/>
                  <a:pt x="2435169" y="100858"/>
                </a:cubicBezTo>
                <a:cubicBezTo>
                  <a:pt x="2036608" y="93253"/>
                  <a:pt x="1979570" y="109496"/>
                  <a:pt x="1745319" y="100858"/>
                </a:cubicBezTo>
                <a:cubicBezTo>
                  <a:pt x="1511068" y="92221"/>
                  <a:pt x="1304277" y="99602"/>
                  <a:pt x="938195" y="100858"/>
                </a:cubicBezTo>
                <a:cubicBezTo>
                  <a:pt x="572113" y="102114"/>
                  <a:pt x="673750" y="115329"/>
                  <a:pt x="600169" y="100858"/>
                </a:cubicBezTo>
                <a:cubicBezTo>
                  <a:pt x="526588" y="86387"/>
                  <a:pt x="223952" y="122492"/>
                  <a:pt x="0" y="100858"/>
                </a:cubicBezTo>
                <a:cubicBezTo>
                  <a:pt x="-124" y="56937"/>
                  <a:pt x="-3196" y="35397"/>
                  <a:pt x="0" y="0"/>
                </a:cubicBezTo>
                <a:close/>
              </a:path>
              <a:path w="11727443" h="100858" stroke="0" extrusionOk="0">
                <a:moveTo>
                  <a:pt x="0" y="0"/>
                </a:moveTo>
                <a:cubicBezTo>
                  <a:pt x="226598" y="-20463"/>
                  <a:pt x="284703" y="21278"/>
                  <a:pt x="455301" y="0"/>
                </a:cubicBezTo>
                <a:cubicBezTo>
                  <a:pt x="625899" y="-21278"/>
                  <a:pt x="975360" y="-38169"/>
                  <a:pt x="1379699" y="0"/>
                </a:cubicBezTo>
                <a:cubicBezTo>
                  <a:pt x="1784038" y="38169"/>
                  <a:pt x="1553897" y="10715"/>
                  <a:pt x="1717725" y="0"/>
                </a:cubicBezTo>
                <a:cubicBezTo>
                  <a:pt x="1881553" y="-10715"/>
                  <a:pt x="1957404" y="7512"/>
                  <a:pt x="2055752" y="0"/>
                </a:cubicBezTo>
                <a:cubicBezTo>
                  <a:pt x="2154100" y="-7512"/>
                  <a:pt x="2455093" y="6931"/>
                  <a:pt x="2745601" y="0"/>
                </a:cubicBezTo>
                <a:cubicBezTo>
                  <a:pt x="3036109" y="-6931"/>
                  <a:pt x="3200578" y="-6899"/>
                  <a:pt x="3318177" y="0"/>
                </a:cubicBezTo>
                <a:cubicBezTo>
                  <a:pt x="3435776" y="6899"/>
                  <a:pt x="3830972" y="-29023"/>
                  <a:pt x="4125301" y="0"/>
                </a:cubicBezTo>
                <a:cubicBezTo>
                  <a:pt x="4419630" y="29023"/>
                  <a:pt x="4438628" y="-3380"/>
                  <a:pt x="4580601" y="0"/>
                </a:cubicBezTo>
                <a:cubicBezTo>
                  <a:pt x="4722574" y="3380"/>
                  <a:pt x="5287872" y="-26084"/>
                  <a:pt x="5505000" y="0"/>
                </a:cubicBezTo>
                <a:cubicBezTo>
                  <a:pt x="5722128" y="26084"/>
                  <a:pt x="5845495" y="-3138"/>
                  <a:pt x="6077575" y="0"/>
                </a:cubicBezTo>
                <a:cubicBezTo>
                  <a:pt x="6309655" y="3138"/>
                  <a:pt x="6416497" y="-9038"/>
                  <a:pt x="6532876" y="0"/>
                </a:cubicBezTo>
                <a:cubicBezTo>
                  <a:pt x="6649255" y="9038"/>
                  <a:pt x="6798774" y="17432"/>
                  <a:pt x="6988176" y="0"/>
                </a:cubicBezTo>
                <a:cubicBezTo>
                  <a:pt x="7177578" y="-17432"/>
                  <a:pt x="7432115" y="-1508"/>
                  <a:pt x="7560751" y="0"/>
                </a:cubicBezTo>
                <a:cubicBezTo>
                  <a:pt x="7689387" y="1508"/>
                  <a:pt x="7817048" y="19459"/>
                  <a:pt x="8016052" y="0"/>
                </a:cubicBezTo>
                <a:cubicBezTo>
                  <a:pt x="8215056" y="-19459"/>
                  <a:pt x="8384141" y="13593"/>
                  <a:pt x="8705902" y="0"/>
                </a:cubicBezTo>
                <a:cubicBezTo>
                  <a:pt x="9027663" y="-13593"/>
                  <a:pt x="8932873" y="-16432"/>
                  <a:pt x="9043928" y="0"/>
                </a:cubicBezTo>
                <a:cubicBezTo>
                  <a:pt x="9154983" y="16432"/>
                  <a:pt x="9568699" y="-30219"/>
                  <a:pt x="9733778" y="0"/>
                </a:cubicBezTo>
                <a:cubicBezTo>
                  <a:pt x="9898857" y="30219"/>
                  <a:pt x="9973728" y="-1849"/>
                  <a:pt x="10071804" y="0"/>
                </a:cubicBezTo>
                <a:cubicBezTo>
                  <a:pt x="10169880" y="1849"/>
                  <a:pt x="10558830" y="-12560"/>
                  <a:pt x="10996202" y="0"/>
                </a:cubicBezTo>
                <a:cubicBezTo>
                  <a:pt x="11433574" y="12560"/>
                  <a:pt x="11579031" y="-6546"/>
                  <a:pt x="11727443" y="0"/>
                </a:cubicBezTo>
                <a:cubicBezTo>
                  <a:pt x="11729168" y="25018"/>
                  <a:pt x="11723362" y="74256"/>
                  <a:pt x="11727443" y="100858"/>
                </a:cubicBezTo>
                <a:cubicBezTo>
                  <a:pt x="11466834" y="85519"/>
                  <a:pt x="11273864" y="83363"/>
                  <a:pt x="11154868" y="100858"/>
                </a:cubicBezTo>
                <a:cubicBezTo>
                  <a:pt x="11035872" y="118353"/>
                  <a:pt x="10917509" y="98250"/>
                  <a:pt x="10816842" y="100858"/>
                </a:cubicBezTo>
                <a:cubicBezTo>
                  <a:pt x="10716175" y="103466"/>
                  <a:pt x="10190281" y="93289"/>
                  <a:pt x="9892443" y="100858"/>
                </a:cubicBezTo>
                <a:cubicBezTo>
                  <a:pt x="9594605" y="108427"/>
                  <a:pt x="9385168" y="118111"/>
                  <a:pt x="9202594" y="100858"/>
                </a:cubicBezTo>
                <a:cubicBezTo>
                  <a:pt x="9020020" y="83605"/>
                  <a:pt x="8470284" y="126256"/>
                  <a:pt x="8278195" y="100858"/>
                </a:cubicBezTo>
                <a:cubicBezTo>
                  <a:pt x="8086106" y="75460"/>
                  <a:pt x="7779236" y="101234"/>
                  <a:pt x="7588345" y="100858"/>
                </a:cubicBezTo>
                <a:cubicBezTo>
                  <a:pt x="7397454" y="100483"/>
                  <a:pt x="7324210" y="98320"/>
                  <a:pt x="7250319" y="100858"/>
                </a:cubicBezTo>
                <a:cubicBezTo>
                  <a:pt x="7176428" y="103396"/>
                  <a:pt x="6743284" y="112839"/>
                  <a:pt x="6325921" y="100858"/>
                </a:cubicBezTo>
                <a:cubicBezTo>
                  <a:pt x="5908558" y="88877"/>
                  <a:pt x="6095670" y="116342"/>
                  <a:pt x="5870620" y="100858"/>
                </a:cubicBezTo>
                <a:cubicBezTo>
                  <a:pt x="5645570" y="85374"/>
                  <a:pt x="5700885" y="115088"/>
                  <a:pt x="5532594" y="100858"/>
                </a:cubicBezTo>
                <a:cubicBezTo>
                  <a:pt x="5364303" y="86628"/>
                  <a:pt x="5212740" y="105293"/>
                  <a:pt x="4960019" y="100858"/>
                </a:cubicBezTo>
                <a:cubicBezTo>
                  <a:pt x="4707298" y="96423"/>
                  <a:pt x="4491720" y="108840"/>
                  <a:pt x="4035620" y="100858"/>
                </a:cubicBezTo>
                <a:cubicBezTo>
                  <a:pt x="3579520" y="92876"/>
                  <a:pt x="3768890" y="79226"/>
                  <a:pt x="3580319" y="100858"/>
                </a:cubicBezTo>
                <a:cubicBezTo>
                  <a:pt x="3391748" y="122490"/>
                  <a:pt x="3059393" y="71723"/>
                  <a:pt x="2655921" y="100858"/>
                </a:cubicBezTo>
                <a:cubicBezTo>
                  <a:pt x="2252449" y="129993"/>
                  <a:pt x="2021995" y="121740"/>
                  <a:pt x="1848797" y="100858"/>
                </a:cubicBezTo>
                <a:cubicBezTo>
                  <a:pt x="1675599" y="79976"/>
                  <a:pt x="1263502" y="106737"/>
                  <a:pt x="924398" y="100858"/>
                </a:cubicBezTo>
                <a:cubicBezTo>
                  <a:pt x="585294" y="94979"/>
                  <a:pt x="216313" y="56521"/>
                  <a:pt x="0" y="100858"/>
                </a:cubicBezTo>
                <a:cubicBezTo>
                  <a:pt x="-4094" y="59488"/>
                  <a:pt x="2375" y="29231"/>
                  <a:pt x="0" y="0"/>
                </a:cubicBezTo>
                <a:close/>
              </a:path>
            </a:pathLst>
          </a:custGeom>
          <a:solidFill>
            <a:srgbClr val="007DA9"/>
          </a:solidFill>
          <a:ln w="44450" cap="rnd">
            <a:solidFill>
              <a:srgbClr val="007DA9"/>
            </a:solidFill>
            <a:round/>
            <a:extLst>
              <a:ext uri="{C807C97D-BFC1-408E-A445-0C87EB9F89A2}">
                <ask:lineSketchStyleProps xmlns:ask="http://schemas.microsoft.com/office/drawing/2018/sketchyshapes" sd="2863741219">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rgbClr val="007DA9"/>
                </a:solidFill>
              </a:rPr>
              <a:t>‘</a:t>
            </a:r>
          </a:p>
        </p:txBody>
      </p:sp>
    </p:spTree>
    <p:extLst>
      <p:ext uri="{BB962C8B-B14F-4D97-AF65-F5344CB8AC3E}">
        <p14:creationId xmlns:p14="http://schemas.microsoft.com/office/powerpoint/2010/main" val="304028096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35BFF9-5397-9F8C-870D-5BE468EAB1C7}"/>
            </a:ext>
          </a:extLst>
        </p:cNvPr>
        <p:cNvGrpSpPr/>
        <p:nvPr/>
      </p:nvGrpSpPr>
      <p:grpSpPr>
        <a:xfrm>
          <a:off x="0" y="0"/>
          <a:ext cx="0" cy="0"/>
          <a:chOff x="0" y="0"/>
          <a:chExt cx="0" cy="0"/>
        </a:xfrm>
      </p:grpSpPr>
      <p:sp>
        <p:nvSpPr>
          <p:cNvPr id="3" name="CaixaDeTexto 2">
            <a:extLst>
              <a:ext uri="{FF2B5EF4-FFF2-40B4-BE49-F238E27FC236}">
                <a16:creationId xmlns:a16="http://schemas.microsoft.com/office/drawing/2014/main" id="{B4B76515-92E6-3F65-0E51-6403CBF2B491}"/>
              </a:ext>
            </a:extLst>
          </p:cNvPr>
          <p:cNvSpPr txBox="1"/>
          <p:nvPr/>
        </p:nvSpPr>
        <p:spPr>
          <a:xfrm>
            <a:off x="130373" y="169518"/>
            <a:ext cx="10487075" cy="1107996"/>
          </a:xfrm>
          <a:prstGeom prst="rect">
            <a:avLst/>
          </a:prstGeom>
          <a:noFill/>
        </p:spPr>
        <p:txBody>
          <a:bodyPr wrap="square" rtlCol="0">
            <a:spAutoFit/>
          </a:bodyPr>
          <a:lstStyle/>
          <a:p>
            <a:r>
              <a:rPr lang="pt-BR" sz="6600" dirty="0">
                <a:solidFill>
                  <a:srgbClr val="007DA9"/>
                </a:solidFill>
                <a:latin typeface="Impact" panose="020B0806030902050204" pitchFamily="34" charset="0"/>
              </a:rPr>
              <a:t>Combinados</a:t>
            </a:r>
          </a:p>
        </p:txBody>
      </p:sp>
      <p:sp>
        <p:nvSpPr>
          <p:cNvPr id="2" name="CaixaDeTexto 1">
            <a:extLst>
              <a:ext uri="{FF2B5EF4-FFF2-40B4-BE49-F238E27FC236}">
                <a16:creationId xmlns:a16="http://schemas.microsoft.com/office/drawing/2014/main" id="{013C05AC-FB30-84CF-7E71-7660F77580EF}"/>
              </a:ext>
            </a:extLst>
          </p:cNvPr>
          <p:cNvSpPr txBox="1"/>
          <p:nvPr/>
        </p:nvSpPr>
        <p:spPr>
          <a:xfrm>
            <a:off x="331891" y="1828800"/>
            <a:ext cx="6053901" cy="1477328"/>
          </a:xfrm>
          <a:prstGeom prst="rect">
            <a:avLst/>
          </a:prstGeom>
          <a:noFill/>
        </p:spPr>
        <p:txBody>
          <a:bodyPr wrap="none" rtlCol="0">
            <a:spAutoFit/>
          </a:bodyPr>
          <a:lstStyle/>
          <a:p>
            <a:pPr marL="285750" indent="-285750">
              <a:buFont typeface="Arial" panose="020B0604020202020204" pitchFamily="34" charset="0"/>
              <a:buChar char="•"/>
            </a:pPr>
            <a:r>
              <a:rPr lang="pt-BR" dirty="0"/>
              <a:t>Divulgação do cronograma dos tópicos que iremos abordar;</a:t>
            </a:r>
          </a:p>
          <a:p>
            <a:pPr marL="285750" indent="-285750">
              <a:buFont typeface="Arial" panose="020B0604020202020204" pitchFamily="34" charset="0"/>
              <a:buChar char="•"/>
            </a:pPr>
            <a:endParaRPr lang="pt-BR" dirty="0"/>
          </a:p>
          <a:p>
            <a:pPr marL="285750" indent="-285750">
              <a:buFont typeface="Arial" panose="020B0604020202020204" pitchFamily="34" charset="0"/>
              <a:buChar char="•"/>
            </a:pPr>
            <a:r>
              <a:rPr lang="pt-BR" dirty="0"/>
              <a:t>Modelo de avaliação da disciplina;</a:t>
            </a:r>
          </a:p>
          <a:p>
            <a:pPr marL="285750" indent="-285750">
              <a:buFont typeface="Arial" panose="020B0604020202020204" pitchFamily="34" charset="0"/>
              <a:buChar char="•"/>
            </a:pPr>
            <a:endParaRPr lang="pt-BR" dirty="0"/>
          </a:p>
          <a:p>
            <a:pPr marL="285750" indent="-285750">
              <a:buFont typeface="Arial" panose="020B0604020202020204" pitchFamily="34" charset="0"/>
              <a:buChar char="•"/>
            </a:pPr>
            <a:r>
              <a:rPr lang="pt-BR" dirty="0"/>
              <a:t>Local de disponibilização das aulas.</a:t>
            </a:r>
          </a:p>
        </p:txBody>
      </p:sp>
      <p:sp>
        <p:nvSpPr>
          <p:cNvPr id="8" name="sketchy line">
            <a:extLst>
              <a:ext uri="{FF2B5EF4-FFF2-40B4-BE49-F238E27FC236}">
                <a16:creationId xmlns:a16="http://schemas.microsoft.com/office/drawing/2014/main" id="{096863DC-7DB0-D58B-563A-D86C00F1674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68062" y="1184695"/>
            <a:ext cx="11727443" cy="100858"/>
          </a:xfrm>
          <a:custGeom>
            <a:avLst/>
            <a:gdLst>
              <a:gd name="connsiteX0" fmla="*/ 0 w 11727443"/>
              <a:gd name="connsiteY0" fmla="*/ 0 h 100858"/>
              <a:gd name="connsiteX1" fmla="*/ 455301 w 11727443"/>
              <a:gd name="connsiteY1" fmla="*/ 0 h 100858"/>
              <a:gd name="connsiteX2" fmla="*/ 1379699 w 11727443"/>
              <a:gd name="connsiteY2" fmla="*/ 0 h 100858"/>
              <a:gd name="connsiteX3" fmla="*/ 2069549 w 11727443"/>
              <a:gd name="connsiteY3" fmla="*/ 0 h 100858"/>
              <a:gd name="connsiteX4" fmla="*/ 2524849 w 11727443"/>
              <a:gd name="connsiteY4" fmla="*/ 0 h 100858"/>
              <a:gd name="connsiteX5" fmla="*/ 2862876 w 11727443"/>
              <a:gd name="connsiteY5" fmla="*/ 0 h 100858"/>
              <a:gd name="connsiteX6" fmla="*/ 3787274 w 11727443"/>
              <a:gd name="connsiteY6" fmla="*/ 0 h 100858"/>
              <a:gd name="connsiteX7" fmla="*/ 4359849 w 11727443"/>
              <a:gd name="connsiteY7" fmla="*/ 0 h 100858"/>
              <a:gd name="connsiteX8" fmla="*/ 5284248 w 11727443"/>
              <a:gd name="connsiteY8" fmla="*/ 0 h 100858"/>
              <a:gd name="connsiteX9" fmla="*/ 5622274 w 11727443"/>
              <a:gd name="connsiteY9" fmla="*/ 0 h 100858"/>
              <a:gd name="connsiteX10" fmla="*/ 6077575 w 11727443"/>
              <a:gd name="connsiteY10" fmla="*/ 0 h 100858"/>
              <a:gd name="connsiteX11" fmla="*/ 7001973 w 11727443"/>
              <a:gd name="connsiteY11" fmla="*/ 0 h 100858"/>
              <a:gd name="connsiteX12" fmla="*/ 7926372 w 11727443"/>
              <a:gd name="connsiteY12" fmla="*/ 0 h 100858"/>
              <a:gd name="connsiteX13" fmla="*/ 8498947 w 11727443"/>
              <a:gd name="connsiteY13" fmla="*/ 0 h 100858"/>
              <a:gd name="connsiteX14" fmla="*/ 8836973 w 11727443"/>
              <a:gd name="connsiteY14" fmla="*/ 0 h 100858"/>
              <a:gd name="connsiteX15" fmla="*/ 9644097 w 11727443"/>
              <a:gd name="connsiteY15" fmla="*/ 0 h 100858"/>
              <a:gd name="connsiteX16" fmla="*/ 10333947 w 11727443"/>
              <a:gd name="connsiteY16" fmla="*/ 0 h 100858"/>
              <a:gd name="connsiteX17" fmla="*/ 10906522 w 11727443"/>
              <a:gd name="connsiteY17" fmla="*/ 0 h 100858"/>
              <a:gd name="connsiteX18" fmla="*/ 11727443 w 11727443"/>
              <a:gd name="connsiteY18" fmla="*/ 0 h 100858"/>
              <a:gd name="connsiteX19" fmla="*/ 11727443 w 11727443"/>
              <a:gd name="connsiteY19" fmla="*/ 100858 h 100858"/>
              <a:gd name="connsiteX20" fmla="*/ 10920319 w 11727443"/>
              <a:gd name="connsiteY20" fmla="*/ 100858 h 100858"/>
              <a:gd name="connsiteX21" fmla="*/ 10465018 w 11727443"/>
              <a:gd name="connsiteY21" fmla="*/ 100858 h 100858"/>
              <a:gd name="connsiteX22" fmla="*/ 9892443 w 11727443"/>
              <a:gd name="connsiteY22" fmla="*/ 100858 h 100858"/>
              <a:gd name="connsiteX23" fmla="*/ 8968045 w 11727443"/>
              <a:gd name="connsiteY23" fmla="*/ 100858 h 100858"/>
              <a:gd name="connsiteX24" fmla="*/ 8630018 w 11727443"/>
              <a:gd name="connsiteY24" fmla="*/ 100858 h 100858"/>
              <a:gd name="connsiteX25" fmla="*/ 8291992 w 11727443"/>
              <a:gd name="connsiteY25" fmla="*/ 100858 h 100858"/>
              <a:gd name="connsiteX26" fmla="*/ 7953966 w 11727443"/>
              <a:gd name="connsiteY26" fmla="*/ 100858 h 100858"/>
              <a:gd name="connsiteX27" fmla="*/ 7146842 w 11727443"/>
              <a:gd name="connsiteY27" fmla="*/ 100858 h 100858"/>
              <a:gd name="connsiteX28" fmla="*/ 6691541 w 11727443"/>
              <a:gd name="connsiteY28" fmla="*/ 100858 h 100858"/>
              <a:gd name="connsiteX29" fmla="*/ 5884417 w 11727443"/>
              <a:gd name="connsiteY29" fmla="*/ 100858 h 100858"/>
              <a:gd name="connsiteX30" fmla="*/ 5077293 w 11727443"/>
              <a:gd name="connsiteY30" fmla="*/ 100858 h 100858"/>
              <a:gd name="connsiteX31" fmla="*/ 4621992 w 11727443"/>
              <a:gd name="connsiteY31" fmla="*/ 100858 h 100858"/>
              <a:gd name="connsiteX32" fmla="*/ 3932143 w 11727443"/>
              <a:gd name="connsiteY32" fmla="*/ 100858 h 100858"/>
              <a:gd name="connsiteX33" fmla="*/ 3359567 w 11727443"/>
              <a:gd name="connsiteY33" fmla="*/ 100858 h 100858"/>
              <a:gd name="connsiteX34" fmla="*/ 2435169 w 11727443"/>
              <a:gd name="connsiteY34" fmla="*/ 100858 h 100858"/>
              <a:gd name="connsiteX35" fmla="*/ 1745319 w 11727443"/>
              <a:gd name="connsiteY35" fmla="*/ 100858 h 100858"/>
              <a:gd name="connsiteX36" fmla="*/ 938195 w 11727443"/>
              <a:gd name="connsiteY36" fmla="*/ 100858 h 100858"/>
              <a:gd name="connsiteX37" fmla="*/ 600169 w 11727443"/>
              <a:gd name="connsiteY37" fmla="*/ 100858 h 100858"/>
              <a:gd name="connsiteX38" fmla="*/ 0 w 11727443"/>
              <a:gd name="connsiteY38" fmla="*/ 100858 h 100858"/>
              <a:gd name="connsiteX39" fmla="*/ 0 w 11727443"/>
              <a:gd name="connsiteY39" fmla="*/ 0 h 1008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11727443" h="100858" fill="none" extrusionOk="0">
                <a:moveTo>
                  <a:pt x="0" y="0"/>
                </a:moveTo>
                <a:cubicBezTo>
                  <a:pt x="177575" y="-8335"/>
                  <a:pt x="289292" y="-22372"/>
                  <a:pt x="455301" y="0"/>
                </a:cubicBezTo>
                <a:cubicBezTo>
                  <a:pt x="621310" y="22372"/>
                  <a:pt x="959229" y="316"/>
                  <a:pt x="1379699" y="0"/>
                </a:cubicBezTo>
                <a:cubicBezTo>
                  <a:pt x="1800169" y="-316"/>
                  <a:pt x="1910290" y="-19988"/>
                  <a:pt x="2069549" y="0"/>
                </a:cubicBezTo>
                <a:cubicBezTo>
                  <a:pt x="2228808" y="19988"/>
                  <a:pt x="2328018" y="-6436"/>
                  <a:pt x="2524849" y="0"/>
                </a:cubicBezTo>
                <a:cubicBezTo>
                  <a:pt x="2721680" y="6436"/>
                  <a:pt x="2744923" y="692"/>
                  <a:pt x="2862876" y="0"/>
                </a:cubicBezTo>
                <a:cubicBezTo>
                  <a:pt x="2980829" y="-692"/>
                  <a:pt x="3455105" y="28803"/>
                  <a:pt x="3787274" y="0"/>
                </a:cubicBezTo>
                <a:cubicBezTo>
                  <a:pt x="4119443" y="-28803"/>
                  <a:pt x="4093258" y="3515"/>
                  <a:pt x="4359849" y="0"/>
                </a:cubicBezTo>
                <a:cubicBezTo>
                  <a:pt x="4626441" y="-3515"/>
                  <a:pt x="4994558" y="-15931"/>
                  <a:pt x="5284248" y="0"/>
                </a:cubicBezTo>
                <a:cubicBezTo>
                  <a:pt x="5573938" y="15931"/>
                  <a:pt x="5518095" y="-13412"/>
                  <a:pt x="5622274" y="0"/>
                </a:cubicBezTo>
                <a:cubicBezTo>
                  <a:pt x="5726453" y="13412"/>
                  <a:pt x="5919345" y="19043"/>
                  <a:pt x="6077575" y="0"/>
                </a:cubicBezTo>
                <a:cubicBezTo>
                  <a:pt x="6235805" y="-19043"/>
                  <a:pt x="6637812" y="29609"/>
                  <a:pt x="7001973" y="0"/>
                </a:cubicBezTo>
                <a:cubicBezTo>
                  <a:pt x="7366134" y="-29609"/>
                  <a:pt x="7716303" y="17424"/>
                  <a:pt x="7926372" y="0"/>
                </a:cubicBezTo>
                <a:cubicBezTo>
                  <a:pt x="8136441" y="-17424"/>
                  <a:pt x="8378864" y="-19420"/>
                  <a:pt x="8498947" y="0"/>
                </a:cubicBezTo>
                <a:cubicBezTo>
                  <a:pt x="8619031" y="19420"/>
                  <a:pt x="8765062" y="-15679"/>
                  <a:pt x="8836973" y="0"/>
                </a:cubicBezTo>
                <a:cubicBezTo>
                  <a:pt x="8908884" y="15679"/>
                  <a:pt x="9288035" y="12756"/>
                  <a:pt x="9644097" y="0"/>
                </a:cubicBezTo>
                <a:cubicBezTo>
                  <a:pt x="10000159" y="-12756"/>
                  <a:pt x="10089663" y="-5649"/>
                  <a:pt x="10333947" y="0"/>
                </a:cubicBezTo>
                <a:cubicBezTo>
                  <a:pt x="10578231" y="5649"/>
                  <a:pt x="10785095" y="27917"/>
                  <a:pt x="10906522" y="0"/>
                </a:cubicBezTo>
                <a:cubicBezTo>
                  <a:pt x="11027949" y="-27917"/>
                  <a:pt x="11562609" y="31188"/>
                  <a:pt x="11727443" y="0"/>
                </a:cubicBezTo>
                <a:cubicBezTo>
                  <a:pt x="11723584" y="38217"/>
                  <a:pt x="11731691" y="73296"/>
                  <a:pt x="11727443" y="100858"/>
                </a:cubicBezTo>
                <a:cubicBezTo>
                  <a:pt x="11381154" y="139297"/>
                  <a:pt x="11163895" y="69647"/>
                  <a:pt x="10920319" y="100858"/>
                </a:cubicBezTo>
                <a:cubicBezTo>
                  <a:pt x="10676743" y="132069"/>
                  <a:pt x="10625983" y="117071"/>
                  <a:pt x="10465018" y="100858"/>
                </a:cubicBezTo>
                <a:cubicBezTo>
                  <a:pt x="10304053" y="84645"/>
                  <a:pt x="10063410" y="105790"/>
                  <a:pt x="9892443" y="100858"/>
                </a:cubicBezTo>
                <a:cubicBezTo>
                  <a:pt x="9721477" y="95926"/>
                  <a:pt x="9298902" y="55708"/>
                  <a:pt x="8968045" y="100858"/>
                </a:cubicBezTo>
                <a:cubicBezTo>
                  <a:pt x="8637188" y="146008"/>
                  <a:pt x="8753098" y="98295"/>
                  <a:pt x="8630018" y="100858"/>
                </a:cubicBezTo>
                <a:cubicBezTo>
                  <a:pt x="8506938" y="103421"/>
                  <a:pt x="8382809" y="104606"/>
                  <a:pt x="8291992" y="100858"/>
                </a:cubicBezTo>
                <a:cubicBezTo>
                  <a:pt x="8201175" y="97110"/>
                  <a:pt x="8042573" y="88227"/>
                  <a:pt x="7953966" y="100858"/>
                </a:cubicBezTo>
                <a:cubicBezTo>
                  <a:pt x="7865359" y="113489"/>
                  <a:pt x="7327260" y="71433"/>
                  <a:pt x="7146842" y="100858"/>
                </a:cubicBezTo>
                <a:cubicBezTo>
                  <a:pt x="6966424" y="130283"/>
                  <a:pt x="6836691" y="78893"/>
                  <a:pt x="6691541" y="100858"/>
                </a:cubicBezTo>
                <a:cubicBezTo>
                  <a:pt x="6546391" y="122823"/>
                  <a:pt x="6161732" y="96929"/>
                  <a:pt x="5884417" y="100858"/>
                </a:cubicBezTo>
                <a:cubicBezTo>
                  <a:pt x="5607102" y="104787"/>
                  <a:pt x="5399769" y="71203"/>
                  <a:pt x="5077293" y="100858"/>
                </a:cubicBezTo>
                <a:cubicBezTo>
                  <a:pt x="4754817" y="130513"/>
                  <a:pt x="4780101" y="110562"/>
                  <a:pt x="4621992" y="100858"/>
                </a:cubicBezTo>
                <a:cubicBezTo>
                  <a:pt x="4463883" y="91154"/>
                  <a:pt x="4080268" y="82653"/>
                  <a:pt x="3932143" y="100858"/>
                </a:cubicBezTo>
                <a:cubicBezTo>
                  <a:pt x="3784018" y="119063"/>
                  <a:pt x="3606068" y="107585"/>
                  <a:pt x="3359567" y="100858"/>
                </a:cubicBezTo>
                <a:cubicBezTo>
                  <a:pt x="3113066" y="94131"/>
                  <a:pt x="2833730" y="108463"/>
                  <a:pt x="2435169" y="100858"/>
                </a:cubicBezTo>
                <a:cubicBezTo>
                  <a:pt x="2036608" y="93253"/>
                  <a:pt x="1979570" y="109496"/>
                  <a:pt x="1745319" y="100858"/>
                </a:cubicBezTo>
                <a:cubicBezTo>
                  <a:pt x="1511068" y="92221"/>
                  <a:pt x="1304277" y="99602"/>
                  <a:pt x="938195" y="100858"/>
                </a:cubicBezTo>
                <a:cubicBezTo>
                  <a:pt x="572113" y="102114"/>
                  <a:pt x="673750" y="115329"/>
                  <a:pt x="600169" y="100858"/>
                </a:cubicBezTo>
                <a:cubicBezTo>
                  <a:pt x="526588" y="86387"/>
                  <a:pt x="223952" y="122492"/>
                  <a:pt x="0" y="100858"/>
                </a:cubicBezTo>
                <a:cubicBezTo>
                  <a:pt x="-124" y="56937"/>
                  <a:pt x="-3196" y="35397"/>
                  <a:pt x="0" y="0"/>
                </a:cubicBezTo>
                <a:close/>
              </a:path>
              <a:path w="11727443" h="100858" stroke="0" extrusionOk="0">
                <a:moveTo>
                  <a:pt x="0" y="0"/>
                </a:moveTo>
                <a:cubicBezTo>
                  <a:pt x="226598" y="-20463"/>
                  <a:pt x="284703" y="21278"/>
                  <a:pt x="455301" y="0"/>
                </a:cubicBezTo>
                <a:cubicBezTo>
                  <a:pt x="625899" y="-21278"/>
                  <a:pt x="975360" y="-38169"/>
                  <a:pt x="1379699" y="0"/>
                </a:cubicBezTo>
                <a:cubicBezTo>
                  <a:pt x="1784038" y="38169"/>
                  <a:pt x="1553897" y="10715"/>
                  <a:pt x="1717725" y="0"/>
                </a:cubicBezTo>
                <a:cubicBezTo>
                  <a:pt x="1881553" y="-10715"/>
                  <a:pt x="1957404" y="7512"/>
                  <a:pt x="2055752" y="0"/>
                </a:cubicBezTo>
                <a:cubicBezTo>
                  <a:pt x="2154100" y="-7512"/>
                  <a:pt x="2455093" y="6931"/>
                  <a:pt x="2745601" y="0"/>
                </a:cubicBezTo>
                <a:cubicBezTo>
                  <a:pt x="3036109" y="-6931"/>
                  <a:pt x="3200578" y="-6899"/>
                  <a:pt x="3318177" y="0"/>
                </a:cubicBezTo>
                <a:cubicBezTo>
                  <a:pt x="3435776" y="6899"/>
                  <a:pt x="3830972" y="-29023"/>
                  <a:pt x="4125301" y="0"/>
                </a:cubicBezTo>
                <a:cubicBezTo>
                  <a:pt x="4419630" y="29023"/>
                  <a:pt x="4438628" y="-3380"/>
                  <a:pt x="4580601" y="0"/>
                </a:cubicBezTo>
                <a:cubicBezTo>
                  <a:pt x="4722574" y="3380"/>
                  <a:pt x="5287872" y="-26084"/>
                  <a:pt x="5505000" y="0"/>
                </a:cubicBezTo>
                <a:cubicBezTo>
                  <a:pt x="5722128" y="26084"/>
                  <a:pt x="5845495" y="-3138"/>
                  <a:pt x="6077575" y="0"/>
                </a:cubicBezTo>
                <a:cubicBezTo>
                  <a:pt x="6309655" y="3138"/>
                  <a:pt x="6416497" y="-9038"/>
                  <a:pt x="6532876" y="0"/>
                </a:cubicBezTo>
                <a:cubicBezTo>
                  <a:pt x="6649255" y="9038"/>
                  <a:pt x="6798774" y="17432"/>
                  <a:pt x="6988176" y="0"/>
                </a:cubicBezTo>
                <a:cubicBezTo>
                  <a:pt x="7177578" y="-17432"/>
                  <a:pt x="7432115" y="-1508"/>
                  <a:pt x="7560751" y="0"/>
                </a:cubicBezTo>
                <a:cubicBezTo>
                  <a:pt x="7689387" y="1508"/>
                  <a:pt x="7817048" y="19459"/>
                  <a:pt x="8016052" y="0"/>
                </a:cubicBezTo>
                <a:cubicBezTo>
                  <a:pt x="8215056" y="-19459"/>
                  <a:pt x="8384141" y="13593"/>
                  <a:pt x="8705902" y="0"/>
                </a:cubicBezTo>
                <a:cubicBezTo>
                  <a:pt x="9027663" y="-13593"/>
                  <a:pt x="8932873" y="-16432"/>
                  <a:pt x="9043928" y="0"/>
                </a:cubicBezTo>
                <a:cubicBezTo>
                  <a:pt x="9154983" y="16432"/>
                  <a:pt x="9568699" y="-30219"/>
                  <a:pt x="9733778" y="0"/>
                </a:cubicBezTo>
                <a:cubicBezTo>
                  <a:pt x="9898857" y="30219"/>
                  <a:pt x="9973728" y="-1849"/>
                  <a:pt x="10071804" y="0"/>
                </a:cubicBezTo>
                <a:cubicBezTo>
                  <a:pt x="10169880" y="1849"/>
                  <a:pt x="10558830" y="-12560"/>
                  <a:pt x="10996202" y="0"/>
                </a:cubicBezTo>
                <a:cubicBezTo>
                  <a:pt x="11433574" y="12560"/>
                  <a:pt x="11579031" y="-6546"/>
                  <a:pt x="11727443" y="0"/>
                </a:cubicBezTo>
                <a:cubicBezTo>
                  <a:pt x="11729168" y="25018"/>
                  <a:pt x="11723362" y="74256"/>
                  <a:pt x="11727443" y="100858"/>
                </a:cubicBezTo>
                <a:cubicBezTo>
                  <a:pt x="11466834" y="85519"/>
                  <a:pt x="11273864" y="83363"/>
                  <a:pt x="11154868" y="100858"/>
                </a:cubicBezTo>
                <a:cubicBezTo>
                  <a:pt x="11035872" y="118353"/>
                  <a:pt x="10917509" y="98250"/>
                  <a:pt x="10816842" y="100858"/>
                </a:cubicBezTo>
                <a:cubicBezTo>
                  <a:pt x="10716175" y="103466"/>
                  <a:pt x="10190281" y="93289"/>
                  <a:pt x="9892443" y="100858"/>
                </a:cubicBezTo>
                <a:cubicBezTo>
                  <a:pt x="9594605" y="108427"/>
                  <a:pt x="9385168" y="118111"/>
                  <a:pt x="9202594" y="100858"/>
                </a:cubicBezTo>
                <a:cubicBezTo>
                  <a:pt x="9020020" y="83605"/>
                  <a:pt x="8470284" y="126256"/>
                  <a:pt x="8278195" y="100858"/>
                </a:cubicBezTo>
                <a:cubicBezTo>
                  <a:pt x="8086106" y="75460"/>
                  <a:pt x="7779236" y="101234"/>
                  <a:pt x="7588345" y="100858"/>
                </a:cubicBezTo>
                <a:cubicBezTo>
                  <a:pt x="7397454" y="100483"/>
                  <a:pt x="7324210" y="98320"/>
                  <a:pt x="7250319" y="100858"/>
                </a:cubicBezTo>
                <a:cubicBezTo>
                  <a:pt x="7176428" y="103396"/>
                  <a:pt x="6743284" y="112839"/>
                  <a:pt x="6325921" y="100858"/>
                </a:cubicBezTo>
                <a:cubicBezTo>
                  <a:pt x="5908558" y="88877"/>
                  <a:pt x="6095670" y="116342"/>
                  <a:pt x="5870620" y="100858"/>
                </a:cubicBezTo>
                <a:cubicBezTo>
                  <a:pt x="5645570" y="85374"/>
                  <a:pt x="5700885" y="115088"/>
                  <a:pt x="5532594" y="100858"/>
                </a:cubicBezTo>
                <a:cubicBezTo>
                  <a:pt x="5364303" y="86628"/>
                  <a:pt x="5212740" y="105293"/>
                  <a:pt x="4960019" y="100858"/>
                </a:cubicBezTo>
                <a:cubicBezTo>
                  <a:pt x="4707298" y="96423"/>
                  <a:pt x="4491720" y="108840"/>
                  <a:pt x="4035620" y="100858"/>
                </a:cubicBezTo>
                <a:cubicBezTo>
                  <a:pt x="3579520" y="92876"/>
                  <a:pt x="3768890" y="79226"/>
                  <a:pt x="3580319" y="100858"/>
                </a:cubicBezTo>
                <a:cubicBezTo>
                  <a:pt x="3391748" y="122490"/>
                  <a:pt x="3059393" y="71723"/>
                  <a:pt x="2655921" y="100858"/>
                </a:cubicBezTo>
                <a:cubicBezTo>
                  <a:pt x="2252449" y="129993"/>
                  <a:pt x="2021995" y="121740"/>
                  <a:pt x="1848797" y="100858"/>
                </a:cubicBezTo>
                <a:cubicBezTo>
                  <a:pt x="1675599" y="79976"/>
                  <a:pt x="1263502" y="106737"/>
                  <a:pt x="924398" y="100858"/>
                </a:cubicBezTo>
                <a:cubicBezTo>
                  <a:pt x="585294" y="94979"/>
                  <a:pt x="216313" y="56521"/>
                  <a:pt x="0" y="100858"/>
                </a:cubicBezTo>
                <a:cubicBezTo>
                  <a:pt x="-4094" y="59488"/>
                  <a:pt x="2375" y="29231"/>
                  <a:pt x="0" y="0"/>
                </a:cubicBezTo>
                <a:close/>
              </a:path>
            </a:pathLst>
          </a:custGeom>
          <a:solidFill>
            <a:srgbClr val="007DA9"/>
          </a:solidFill>
          <a:ln w="44450" cap="rnd">
            <a:solidFill>
              <a:srgbClr val="007DA9"/>
            </a:solidFill>
            <a:round/>
            <a:extLst>
              <a:ext uri="{C807C97D-BFC1-408E-A445-0C87EB9F89A2}">
                <ask:lineSketchStyleProps xmlns:ask="http://schemas.microsoft.com/office/drawing/2018/sketchyshapes" sd="2863741219">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rgbClr val="007DA9"/>
                </a:solidFill>
              </a:rPr>
              <a:t>‘</a:t>
            </a:r>
          </a:p>
        </p:txBody>
      </p:sp>
    </p:spTree>
    <p:extLst>
      <p:ext uri="{BB962C8B-B14F-4D97-AF65-F5344CB8AC3E}">
        <p14:creationId xmlns:p14="http://schemas.microsoft.com/office/powerpoint/2010/main" val="324789416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146" name="Picture 2">
            <a:extLst>
              <a:ext uri="{FF2B5EF4-FFF2-40B4-BE49-F238E27FC236}">
                <a16:creationId xmlns:a16="http://schemas.microsoft.com/office/drawing/2014/main" id="{4158F480-2B77-C8B1-943E-B55138657E7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0"/>
            <a:ext cx="12192000" cy="6858000"/>
          </a:xfrm>
          <a:prstGeom prst="rect">
            <a:avLst/>
          </a:prstGeom>
          <a:noFill/>
          <a:extLst>
            <a:ext uri="{909E8E84-426E-40DD-AFC4-6F175D3DCCD1}">
              <a14:hiddenFill xmlns:a14="http://schemas.microsoft.com/office/drawing/2010/main">
                <a:solidFill>
                  <a:srgbClr val="FFFFFF"/>
                </a:solidFill>
              </a14:hiddenFill>
            </a:ext>
          </a:extLst>
        </p:spPr>
      </p:pic>
      <p:sp>
        <p:nvSpPr>
          <p:cNvPr id="2" name="CaixaDeTexto 1">
            <a:extLst>
              <a:ext uri="{FF2B5EF4-FFF2-40B4-BE49-F238E27FC236}">
                <a16:creationId xmlns:a16="http://schemas.microsoft.com/office/drawing/2014/main" id="{8A19FF47-FE0D-B7B4-B69B-041B5B40F464}"/>
              </a:ext>
            </a:extLst>
          </p:cNvPr>
          <p:cNvSpPr txBox="1"/>
          <p:nvPr/>
        </p:nvSpPr>
        <p:spPr>
          <a:xfrm>
            <a:off x="6456216" y="4694644"/>
            <a:ext cx="6465455" cy="2308324"/>
          </a:xfrm>
          <a:prstGeom prst="rect">
            <a:avLst/>
          </a:prstGeom>
          <a:noFill/>
        </p:spPr>
        <p:txBody>
          <a:bodyPr wrap="square" rtlCol="0">
            <a:spAutoFit/>
          </a:bodyPr>
          <a:lstStyle/>
          <a:p>
            <a:pPr algn="ctr"/>
            <a:r>
              <a:rPr lang="pt-BR" sz="7200" dirty="0">
                <a:solidFill>
                  <a:schemeClr val="bg1"/>
                </a:solidFill>
                <a:latin typeface="Impact" panose="020B0806030902050204" pitchFamily="34" charset="0"/>
              </a:rPr>
              <a:t>Estrutura de Dados</a:t>
            </a:r>
          </a:p>
        </p:txBody>
      </p:sp>
    </p:spTree>
    <p:extLst>
      <p:ext uri="{BB962C8B-B14F-4D97-AF65-F5344CB8AC3E}">
        <p14:creationId xmlns:p14="http://schemas.microsoft.com/office/powerpoint/2010/main" val="229387070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35BFF9-5397-9F8C-870D-5BE468EAB1C7}"/>
            </a:ext>
          </a:extLst>
        </p:cNvPr>
        <p:cNvGrpSpPr/>
        <p:nvPr/>
      </p:nvGrpSpPr>
      <p:grpSpPr>
        <a:xfrm>
          <a:off x="0" y="0"/>
          <a:ext cx="0" cy="0"/>
          <a:chOff x="0" y="0"/>
          <a:chExt cx="0" cy="0"/>
        </a:xfrm>
      </p:grpSpPr>
      <p:sp>
        <p:nvSpPr>
          <p:cNvPr id="2" name="Retângulo 1">
            <a:extLst>
              <a:ext uri="{FF2B5EF4-FFF2-40B4-BE49-F238E27FC236}">
                <a16:creationId xmlns:a16="http://schemas.microsoft.com/office/drawing/2014/main" id="{8353834F-4FBC-2DA9-F893-9DC5400A77A5}"/>
              </a:ext>
            </a:extLst>
          </p:cNvPr>
          <p:cNvSpPr/>
          <p:nvPr/>
        </p:nvSpPr>
        <p:spPr>
          <a:xfrm>
            <a:off x="355104" y="1426718"/>
            <a:ext cx="11425561" cy="5294757"/>
          </a:xfrm>
          <a:prstGeom prst="rect">
            <a:avLst/>
          </a:prstGeom>
          <a:solidFill>
            <a:schemeClr val="accent2">
              <a:lumMod val="20000"/>
              <a:lumOff val="80000"/>
            </a:schemeClr>
          </a:solidFill>
          <a:ln>
            <a:solidFill>
              <a:srgbClr val="007DA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noFill/>
            </a:endParaRPr>
          </a:p>
        </p:txBody>
      </p:sp>
      <p:sp>
        <p:nvSpPr>
          <p:cNvPr id="3" name="CaixaDeTexto 2">
            <a:extLst>
              <a:ext uri="{FF2B5EF4-FFF2-40B4-BE49-F238E27FC236}">
                <a16:creationId xmlns:a16="http://schemas.microsoft.com/office/drawing/2014/main" id="{B4B76515-92E6-3F65-0E51-6403CBF2B491}"/>
              </a:ext>
            </a:extLst>
          </p:cNvPr>
          <p:cNvSpPr txBox="1"/>
          <p:nvPr/>
        </p:nvSpPr>
        <p:spPr>
          <a:xfrm>
            <a:off x="130373" y="169518"/>
            <a:ext cx="10487075" cy="1107996"/>
          </a:xfrm>
          <a:prstGeom prst="rect">
            <a:avLst/>
          </a:prstGeom>
          <a:noFill/>
        </p:spPr>
        <p:txBody>
          <a:bodyPr wrap="square" rtlCol="0">
            <a:spAutoFit/>
          </a:bodyPr>
          <a:lstStyle/>
          <a:p>
            <a:r>
              <a:rPr lang="pt-BR" sz="6600" dirty="0">
                <a:solidFill>
                  <a:srgbClr val="007DA9"/>
                </a:solidFill>
                <a:latin typeface="Impact" panose="020B0806030902050204" pitchFamily="34" charset="0"/>
              </a:rPr>
              <a:t>Como iremos seguir...</a:t>
            </a:r>
          </a:p>
        </p:txBody>
      </p:sp>
      <p:sp>
        <p:nvSpPr>
          <p:cNvPr id="8" name="sketchy line">
            <a:extLst>
              <a:ext uri="{FF2B5EF4-FFF2-40B4-BE49-F238E27FC236}">
                <a16:creationId xmlns:a16="http://schemas.microsoft.com/office/drawing/2014/main" id="{096863DC-7DB0-D58B-563A-D86C00F1674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68062" y="1184695"/>
            <a:ext cx="11727443" cy="100858"/>
          </a:xfrm>
          <a:custGeom>
            <a:avLst/>
            <a:gdLst>
              <a:gd name="connsiteX0" fmla="*/ 0 w 11727443"/>
              <a:gd name="connsiteY0" fmla="*/ 0 h 100858"/>
              <a:gd name="connsiteX1" fmla="*/ 455301 w 11727443"/>
              <a:gd name="connsiteY1" fmla="*/ 0 h 100858"/>
              <a:gd name="connsiteX2" fmla="*/ 1379699 w 11727443"/>
              <a:gd name="connsiteY2" fmla="*/ 0 h 100858"/>
              <a:gd name="connsiteX3" fmla="*/ 2069549 w 11727443"/>
              <a:gd name="connsiteY3" fmla="*/ 0 h 100858"/>
              <a:gd name="connsiteX4" fmla="*/ 2524849 w 11727443"/>
              <a:gd name="connsiteY4" fmla="*/ 0 h 100858"/>
              <a:gd name="connsiteX5" fmla="*/ 2862876 w 11727443"/>
              <a:gd name="connsiteY5" fmla="*/ 0 h 100858"/>
              <a:gd name="connsiteX6" fmla="*/ 3787274 w 11727443"/>
              <a:gd name="connsiteY6" fmla="*/ 0 h 100858"/>
              <a:gd name="connsiteX7" fmla="*/ 4359849 w 11727443"/>
              <a:gd name="connsiteY7" fmla="*/ 0 h 100858"/>
              <a:gd name="connsiteX8" fmla="*/ 5284248 w 11727443"/>
              <a:gd name="connsiteY8" fmla="*/ 0 h 100858"/>
              <a:gd name="connsiteX9" fmla="*/ 5622274 w 11727443"/>
              <a:gd name="connsiteY9" fmla="*/ 0 h 100858"/>
              <a:gd name="connsiteX10" fmla="*/ 6077575 w 11727443"/>
              <a:gd name="connsiteY10" fmla="*/ 0 h 100858"/>
              <a:gd name="connsiteX11" fmla="*/ 7001973 w 11727443"/>
              <a:gd name="connsiteY11" fmla="*/ 0 h 100858"/>
              <a:gd name="connsiteX12" fmla="*/ 7926372 w 11727443"/>
              <a:gd name="connsiteY12" fmla="*/ 0 h 100858"/>
              <a:gd name="connsiteX13" fmla="*/ 8498947 w 11727443"/>
              <a:gd name="connsiteY13" fmla="*/ 0 h 100858"/>
              <a:gd name="connsiteX14" fmla="*/ 8836973 w 11727443"/>
              <a:gd name="connsiteY14" fmla="*/ 0 h 100858"/>
              <a:gd name="connsiteX15" fmla="*/ 9644097 w 11727443"/>
              <a:gd name="connsiteY15" fmla="*/ 0 h 100858"/>
              <a:gd name="connsiteX16" fmla="*/ 10333947 w 11727443"/>
              <a:gd name="connsiteY16" fmla="*/ 0 h 100858"/>
              <a:gd name="connsiteX17" fmla="*/ 10906522 w 11727443"/>
              <a:gd name="connsiteY17" fmla="*/ 0 h 100858"/>
              <a:gd name="connsiteX18" fmla="*/ 11727443 w 11727443"/>
              <a:gd name="connsiteY18" fmla="*/ 0 h 100858"/>
              <a:gd name="connsiteX19" fmla="*/ 11727443 w 11727443"/>
              <a:gd name="connsiteY19" fmla="*/ 100858 h 100858"/>
              <a:gd name="connsiteX20" fmla="*/ 10920319 w 11727443"/>
              <a:gd name="connsiteY20" fmla="*/ 100858 h 100858"/>
              <a:gd name="connsiteX21" fmla="*/ 10465018 w 11727443"/>
              <a:gd name="connsiteY21" fmla="*/ 100858 h 100858"/>
              <a:gd name="connsiteX22" fmla="*/ 9892443 w 11727443"/>
              <a:gd name="connsiteY22" fmla="*/ 100858 h 100858"/>
              <a:gd name="connsiteX23" fmla="*/ 8968045 w 11727443"/>
              <a:gd name="connsiteY23" fmla="*/ 100858 h 100858"/>
              <a:gd name="connsiteX24" fmla="*/ 8630018 w 11727443"/>
              <a:gd name="connsiteY24" fmla="*/ 100858 h 100858"/>
              <a:gd name="connsiteX25" fmla="*/ 8291992 w 11727443"/>
              <a:gd name="connsiteY25" fmla="*/ 100858 h 100858"/>
              <a:gd name="connsiteX26" fmla="*/ 7953966 w 11727443"/>
              <a:gd name="connsiteY26" fmla="*/ 100858 h 100858"/>
              <a:gd name="connsiteX27" fmla="*/ 7146842 w 11727443"/>
              <a:gd name="connsiteY27" fmla="*/ 100858 h 100858"/>
              <a:gd name="connsiteX28" fmla="*/ 6691541 w 11727443"/>
              <a:gd name="connsiteY28" fmla="*/ 100858 h 100858"/>
              <a:gd name="connsiteX29" fmla="*/ 5884417 w 11727443"/>
              <a:gd name="connsiteY29" fmla="*/ 100858 h 100858"/>
              <a:gd name="connsiteX30" fmla="*/ 5077293 w 11727443"/>
              <a:gd name="connsiteY30" fmla="*/ 100858 h 100858"/>
              <a:gd name="connsiteX31" fmla="*/ 4621992 w 11727443"/>
              <a:gd name="connsiteY31" fmla="*/ 100858 h 100858"/>
              <a:gd name="connsiteX32" fmla="*/ 3932143 w 11727443"/>
              <a:gd name="connsiteY32" fmla="*/ 100858 h 100858"/>
              <a:gd name="connsiteX33" fmla="*/ 3359567 w 11727443"/>
              <a:gd name="connsiteY33" fmla="*/ 100858 h 100858"/>
              <a:gd name="connsiteX34" fmla="*/ 2435169 w 11727443"/>
              <a:gd name="connsiteY34" fmla="*/ 100858 h 100858"/>
              <a:gd name="connsiteX35" fmla="*/ 1745319 w 11727443"/>
              <a:gd name="connsiteY35" fmla="*/ 100858 h 100858"/>
              <a:gd name="connsiteX36" fmla="*/ 938195 w 11727443"/>
              <a:gd name="connsiteY36" fmla="*/ 100858 h 100858"/>
              <a:gd name="connsiteX37" fmla="*/ 600169 w 11727443"/>
              <a:gd name="connsiteY37" fmla="*/ 100858 h 100858"/>
              <a:gd name="connsiteX38" fmla="*/ 0 w 11727443"/>
              <a:gd name="connsiteY38" fmla="*/ 100858 h 100858"/>
              <a:gd name="connsiteX39" fmla="*/ 0 w 11727443"/>
              <a:gd name="connsiteY39" fmla="*/ 0 h 1008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11727443" h="100858" fill="none" extrusionOk="0">
                <a:moveTo>
                  <a:pt x="0" y="0"/>
                </a:moveTo>
                <a:cubicBezTo>
                  <a:pt x="177575" y="-8335"/>
                  <a:pt x="289292" y="-22372"/>
                  <a:pt x="455301" y="0"/>
                </a:cubicBezTo>
                <a:cubicBezTo>
                  <a:pt x="621310" y="22372"/>
                  <a:pt x="959229" y="316"/>
                  <a:pt x="1379699" y="0"/>
                </a:cubicBezTo>
                <a:cubicBezTo>
                  <a:pt x="1800169" y="-316"/>
                  <a:pt x="1910290" y="-19988"/>
                  <a:pt x="2069549" y="0"/>
                </a:cubicBezTo>
                <a:cubicBezTo>
                  <a:pt x="2228808" y="19988"/>
                  <a:pt x="2328018" y="-6436"/>
                  <a:pt x="2524849" y="0"/>
                </a:cubicBezTo>
                <a:cubicBezTo>
                  <a:pt x="2721680" y="6436"/>
                  <a:pt x="2744923" y="692"/>
                  <a:pt x="2862876" y="0"/>
                </a:cubicBezTo>
                <a:cubicBezTo>
                  <a:pt x="2980829" y="-692"/>
                  <a:pt x="3455105" y="28803"/>
                  <a:pt x="3787274" y="0"/>
                </a:cubicBezTo>
                <a:cubicBezTo>
                  <a:pt x="4119443" y="-28803"/>
                  <a:pt x="4093258" y="3515"/>
                  <a:pt x="4359849" y="0"/>
                </a:cubicBezTo>
                <a:cubicBezTo>
                  <a:pt x="4626441" y="-3515"/>
                  <a:pt x="4994558" y="-15931"/>
                  <a:pt x="5284248" y="0"/>
                </a:cubicBezTo>
                <a:cubicBezTo>
                  <a:pt x="5573938" y="15931"/>
                  <a:pt x="5518095" y="-13412"/>
                  <a:pt x="5622274" y="0"/>
                </a:cubicBezTo>
                <a:cubicBezTo>
                  <a:pt x="5726453" y="13412"/>
                  <a:pt x="5919345" y="19043"/>
                  <a:pt x="6077575" y="0"/>
                </a:cubicBezTo>
                <a:cubicBezTo>
                  <a:pt x="6235805" y="-19043"/>
                  <a:pt x="6637812" y="29609"/>
                  <a:pt x="7001973" y="0"/>
                </a:cubicBezTo>
                <a:cubicBezTo>
                  <a:pt x="7366134" y="-29609"/>
                  <a:pt x="7716303" y="17424"/>
                  <a:pt x="7926372" y="0"/>
                </a:cubicBezTo>
                <a:cubicBezTo>
                  <a:pt x="8136441" y="-17424"/>
                  <a:pt x="8378864" y="-19420"/>
                  <a:pt x="8498947" y="0"/>
                </a:cubicBezTo>
                <a:cubicBezTo>
                  <a:pt x="8619031" y="19420"/>
                  <a:pt x="8765062" y="-15679"/>
                  <a:pt x="8836973" y="0"/>
                </a:cubicBezTo>
                <a:cubicBezTo>
                  <a:pt x="8908884" y="15679"/>
                  <a:pt x="9288035" y="12756"/>
                  <a:pt x="9644097" y="0"/>
                </a:cubicBezTo>
                <a:cubicBezTo>
                  <a:pt x="10000159" y="-12756"/>
                  <a:pt x="10089663" y="-5649"/>
                  <a:pt x="10333947" y="0"/>
                </a:cubicBezTo>
                <a:cubicBezTo>
                  <a:pt x="10578231" y="5649"/>
                  <a:pt x="10785095" y="27917"/>
                  <a:pt x="10906522" y="0"/>
                </a:cubicBezTo>
                <a:cubicBezTo>
                  <a:pt x="11027949" y="-27917"/>
                  <a:pt x="11562609" y="31188"/>
                  <a:pt x="11727443" y="0"/>
                </a:cubicBezTo>
                <a:cubicBezTo>
                  <a:pt x="11723584" y="38217"/>
                  <a:pt x="11731691" y="73296"/>
                  <a:pt x="11727443" y="100858"/>
                </a:cubicBezTo>
                <a:cubicBezTo>
                  <a:pt x="11381154" y="139297"/>
                  <a:pt x="11163895" y="69647"/>
                  <a:pt x="10920319" y="100858"/>
                </a:cubicBezTo>
                <a:cubicBezTo>
                  <a:pt x="10676743" y="132069"/>
                  <a:pt x="10625983" y="117071"/>
                  <a:pt x="10465018" y="100858"/>
                </a:cubicBezTo>
                <a:cubicBezTo>
                  <a:pt x="10304053" y="84645"/>
                  <a:pt x="10063410" y="105790"/>
                  <a:pt x="9892443" y="100858"/>
                </a:cubicBezTo>
                <a:cubicBezTo>
                  <a:pt x="9721477" y="95926"/>
                  <a:pt x="9298902" y="55708"/>
                  <a:pt x="8968045" y="100858"/>
                </a:cubicBezTo>
                <a:cubicBezTo>
                  <a:pt x="8637188" y="146008"/>
                  <a:pt x="8753098" y="98295"/>
                  <a:pt x="8630018" y="100858"/>
                </a:cubicBezTo>
                <a:cubicBezTo>
                  <a:pt x="8506938" y="103421"/>
                  <a:pt x="8382809" y="104606"/>
                  <a:pt x="8291992" y="100858"/>
                </a:cubicBezTo>
                <a:cubicBezTo>
                  <a:pt x="8201175" y="97110"/>
                  <a:pt x="8042573" y="88227"/>
                  <a:pt x="7953966" y="100858"/>
                </a:cubicBezTo>
                <a:cubicBezTo>
                  <a:pt x="7865359" y="113489"/>
                  <a:pt x="7327260" y="71433"/>
                  <a:pt x="7146842" y="100858"/>
                </a:cubicBezTo>
                <a:cubicBezTo>
                  <a:pt x="6966424" y="130283"/>
                  <a:pt x="6836691" y="78893"/>
                  <a:pt x="6691541" y="100858"/>
                </a:cubicBezTo>
                <a:cubicBezTo>
                  <a:pt x="6546391" y="122823"/>
                  <a:pt x="6161732" y="96929"/>
                  <a:pt x="5884417" y="100858"/>
                </a:cubicBezTo>
                <a:cubicBezTo>
                  <a:pt x="5607102" y="104787"/>
                  <a:pt x="5399769" y="71203"/>
                  <a:pt x="5077293" y="100858"/>
                </a:cubicBezTo>
                <a:cubicBezTo>
                  <a:pt x="4754817" y="130513"/>
                  <a:pt x="4780101" y="110562"/>
                  <a:pt x="4621992" y="100858"/>
                </a:cubicBezTo>
                <a:cubicBezTo>
                  <a:pt x="4463883" y="91154"/>
                  <a:pt x="4080268" y="82653"/>
                  <a:pt x="3932143" y="100858"/>
                </a:cubicBezTo>
                <a:cubicBezTo>
                  <a:pt x="3784018" y="119063"/>
                  <a:pt x="3606068" y="107585"/>
                  <a:pt x="3359567" y="100858"/>
                </a:cubicBezTo>
                <a:cubicBezTo>
                  <a:pt x="3113066" y="94131"/>
                  <a:pt x="2833730" y="108463"/>
                  <a:pt x="2435169" y="100858"/>
                </a:cubicBezTo>
                <a:cubicBezTo>
                  <a:pt x="2036608" y="93253"/>
                  <a:pt x="1979570" y="109496"/>
                  <a:pt x="1745319" y="100858"/>
                </a:cubicBezTo>
                <a:cubicBezTo>
                  <a:pt x="1511068" y="92221"/>
                  <a:pt x="1304277" y="99602"/>
                  <a:pt x="938195" y="100858"/>
                </a:cubicBezTo>
                <a:cubicBezTo>
                  <a:pt x="572113" y="102114"/>
                  <a:pt x="673750" y="115329"/>
                  <a:pt x="600169" y="100858"/>
                </a:cubicBezTo>
                <a:cubicBezTo>
                  <a:pt x="526588" y="86387"/>
                  <a:pt x="223952" y="122492"/>
                  <a:pt x="0" y="100858"/>
                </a:cubicBezTo>
                <a:cubicBezTo>
                  <a:pt x="-124" y="56937"/>
                  <a:pt x="-3196" y="35397"/>
                  <a:pt x="0" y="0"/>
                </a:cubicBezTo>
                <a:close/>
              </a:path>
              <a:path w="11727443" h="100858" stroke="0" extrusionOk="0">
                <a:moveTo>
                  <a:pt x="0" y="0"/>
                </a:moveTo>
                <a:cubicBezTo>
                  <a:pt x="226598" y="-20463"/>
                  <a:pt x="284703" y="21278"/>
                  <a:pt x="455301" y="0"/>
                </a:cubicBezTo>
                <a:cubicBezTo>
                  <a:pt x="625899" y="-21278"/>
                  <a:pt x="975360" y="-38169"/>
                  <a:pt x="1379699" y="0"/>
                </a:cubicBezTo>
                <a:cubicBezTo>
                  <a:pt x="1784038" y="38169"/>
                  <a:pt x="1553897" y="10715"/>
                  <a:pt x="1717725" y="0"/>
                </a:cubicBezTo>
                <a:cubicBezTo>
                  <a:pt x="1881553" y="-10715"/>
                  <a:pt x="1957404" y="7512"/>
                  <a:pt x="2055752" y="0"/>
                </a:cubicBezTo>
                <a:cubicBezTo>
                  <a:pt x="2154100" y="-7512"/>
                  <a:pt x="2455093" y="6931"/>
                  <a:pt x="2745601" y="0"/>
                </a:cubicBezTo>
                <a:cubicBezTo>
                  <a:pt x="3036109" y="-6931"/>
                  <a:pt x="3200578" y="-6899"/>
                  <a:pt x="3318177" y="0"/>
                </a:cubicBezTo>
                <a:cubicBezTo>
                  <a:pt x="3435776" y="6899"/>
                  <a:pt x="3830972" y="-29023"/>
                  <a:pt x="4125301" y="0"/>
                </a:cubicBezTo>
                <a:cubicBezTo>
                  <a:pt x="4419630" y="29023"/>
                  <a:pt x="4438628" y="-3380"/>
                  <a:pt x="4580601" y="0"/>
                </a:cubicBezTo>
                <a:cubicBezTo>
                  <a:pt x="4722574" y="3380"/>
                  <a:pt x="5287872" y="-26084"/>
                  <a:pt x="5505000" y="0"/>
                </a:cubicBezTo>
                <a:cubicBezTo>
                  <a:pt x="5722128" y="26084"/>
                  <a:pt x="5845495" y="-3138"/>
                  <a:pt x="6077575" y="0"/>
                </a:cubicBezTo>
                <a:cubicBezTo>
                  <a:pt x="6309655" y="3138"/>
                  <a:pt x="6416497" y="-9038"/>
                  <a:pt x="6532876" y="0"/>
                </a:cubicBezTo>
                <a:cubicBezTo>
                  <a:pt x="6649255" y="9038"/>
                  <a:pt x="6798774" y="17432"/>
                  <a:pt x="6988176" y="0"/>
                </a:cubicBezTo>
                <a:cubicBezTo>
                  <a:pt x="7177578" y="-17432"/>
                  <a:pt x="7432115" y="-1508"/>
                  <a:pt x="7560751" y="0"/>
                </a:cubicBezTo>
                <a:cubicBezTo>
                  <a:pt x="7689387" y="1508"/>
                  <a:pt x="7817048" y="19459"/>
                  <a:pt x="8016052" y="0"/>
                </a:cubicBezTo>
                <a:cubicBezTo>
                  <a:pt x="8215056" y="-19459"/>
                  <a:pt x="8384141" y="13593"/>
                  <a:pt x="8705902" y="0"/>
                </a:cubicBezTo>
                <a:cubicBezTo>
                  <a:pt x="9027663" y="-13593"/>
                  <a:pt x="8932873" y="-16432"/>
                  <a:pt x="9043928" y="0"/>
                </a:cubicBezTo>
                <a:cubicBezTo>
                  <a:pt x="9154983" y="16432"/>
                  <a:pt x="9568699" y="-30219"/>
                  <a:pt x="9733778" y="0"/>
                </a:cubicBezTo>
                <a:cubicBezTo>
                  <a:pt x="9898857" y="30219"/>
                  <a:pt x="9973728" y="-1849"/>
                  <a:pt x="10071804" y="0"/>
                </a:cubicBezTo>
                <a:cubicBezTo>
                  <a:pt x="10169880" y="1849"/>
                  <a:pt x="10558830" y="-12560"/>
                  <a:pt x="10996202" y="0"/>
                </a:cubicBezTo>
                <a:cubicBezTo>
                  <a:pt x="11433574" y="12560"/>
                  <a:pt x="11579031" y="-6546"/>
                  <a:pt x="11727443" y="0"/>
                </a:cubicBezTo>
                <a:cubicBezTo>
                  <a:pt x="11729168" y="25018"/>
                  <a:pt x="11723362" y="74256"/>
                  <a:pt x="11727443" y="100858"/>
                </a:cubicBezTo>
                <a:cubicBezTo>
                  <a:pt x="11466834" y="85519"/>
                  <a:pt x="11273864" y="83363"/>
                  <a:pt x="11154868" y="100858"/>
                </a:cubicBezTo>
                <a:cubicBezTo>
                  <a:pt x="11035872" y="118353"/>
                  <a:pt x="10917509" y="98250"/>
                  <a:pt x="10816842" y="100858"/>
                </a:cubicBezTo>
                <a:cubicBezTo>
                  <a:pt x="10716175" y="103466"/>
                  <a:pt x="10190281" y="93289"/>
                  <a:pt x="9892443" y="100858"/>
                </a:cubicBezTo>
                <a:cubicBezTo>
                  <a:pt x="9594605" y="108427"/>
                  <a:pt x="9385168" y="118111"/>
                  <a:pt x="9202594" y="100858"/>
                </a:cubicBezTo>
                <a:cubicBezTo>
                  <a:pt x="9020020" y="83605"/>
                  <a:pt x="8470284" y="126256"/>
                  <a:pt x="8278195" y="100858"/>
                </a:cubicBezTo>
                <a:cubicBezTo>
                  <a:pt x="8086106" y="75460"/>
                  <a:pt x="7779236" y="101234"/>
                  <a:pt x="7588345" y="100858"/>
                </a:cubicBezTo>
                <a:cubicBezTo>
                  <a:pt x="7397454" y="100483"/>
                  <a:pt x="7324210" y="98320"/>
                  <a:pt x="7250319" y="100858"/>
                </a:cubicBezTo>
                <a:cubicBezTo>
                  <a:pt x="7176428" y="103396"/>
                  <a:pt x="6743284" y="112839"/>
                  <a:pt x="6325921" y="100858"/>
                </a:cubicBezTo>
                <a:cubicBezTo>
                  <a:pt x="5908558" y="88877"/>
                  <a:pt x="6095670" y="116342"/>
                  <a:pt x="5870620" y="100858"/>
                </a:cubicBezTo>
                <a:cubicBezTo>
                  <a:pt x="5645570" y="85374"/>
                  <a:pt x="5700885" y="115088"/>
                  <a:pt x="5532594" y="100858"/>
                </a:cubicBezTo>
                <a:cubicBezTo>
                  <a:pt x="5364303" y="86628"/>
                  <a:pt x="5212740" y="105293"/>
                  <a:pt x="4960019" y="100858"/>
                </a:cubicBezTo>
                <a:cubicBezTo>
                  <a:pt x="4707298" y="96423"/>
                  <a:pt x="4491720" y="108840"/>
                  <a:pt x="4035620" y="100858"/>
                </a:cubicBezTo>
                <a:cubicBezTo>
                  <a:pt x="3579520" y="92876"/>
                  <a:pt x="3768890" y="79226"/>
                  <a:pt x="3580319" y="100858"/>
                </a:cubicBezTo>
                <a:cubicBezTo>
                  <a:pt x="3391748" y="122490"/>
                  <a:pt x="3059393" y="71723"/>
                  <a:pt x="2655921" y="100858"/>
                </a:cubicBezTo>
                <a:cubicBezTo>
                  <a:pt x="2252449" y="129993"/>
                  <a:pt x="2021995" y="121740"/>
                  <a:pt x="1848797" y="100858"/>
                </a:cubicBezTo>
                <a:cubicBezTo>
                  <a:pt x="1675599" y="79976"/>
                  <a:pt x="1263502" y="106737"/>
                  <a:pt x="924398" y="100858"/>
                </a:cubicBezTo>
                <a:cubicBezTo>
                  <a:pt x="585294" y="94979"/>
                  <a:pt x="216313" y="56521"/>
                  <a:pt x="0" y="100858"/>
                </a:cubicBezTo>
                <a:cubicBezTo>
                  <a:pt x="-4094" y="59488"/>
                  <a:pt x="2375" y="29231"/>
                  <a:pt x="0" y="0"/>
                </a:cubicBezTo>
                <a:close/>
              </a:path>
            </a:pathLst>
          </a:custGeom>
          <a:solidFill>
            <a:srgbClr val="007DA9"/>
          </a:solidFill>
          <a:ln w="44450" cap="rnd">
            <a:solidFill>
              <a:srgbClr val="007DA9"/>
            </a:solidFill>
            <a:round/>
            <a:extLst>
              <a:ext uri="{C807C97D-BFC1-408E-A445-0C87EB9F89A2}">
                <ask:lineSketchStyleProps xmlns:ask="http://schemas.microsoft.com/office/drawing/2018/sketchyshapes" sd="2863741219">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rgbClr val="007DA9"/>
                </a:solidFill>
              </a:rPr>
              <a:t>‘</a:t>
            </a:r>
          </a:p>
        </p:txBody>
      </p:sp>
      <p:sp>
        <p:nvSpPr>
          <p:cNvPr id="4" name="Retângulo 3">
            <a:extLst>
              <a:ext uri="{FF2B5EF4-FFF2-40B4-BE49-F238E27FC236}">
                <a16:creationId xmlns:a16="http://schemas.microsoft.com/office/drawing/2014/main" id="{2C1F0EBE-27CE-3771-13AE-9AE9BA114F88}"/>
              </a:ext>
            </a:extLst>
          </p:cNvPr>
          <p:cNvSpPr/>
          <p:nvPr/>
        </p:nvSpPr>
        <p:spPr>
          <a:xfrm>
            <a:off x="837549" y="3587474"/>
            <a:ext cx="1374430" cy="872795"/>
          </a:xfrm>
          <a:prstGeom prst="rect">
            <a:avLst/>
          </a:prstGeom>
          <a:solidFill>
            <a:srgbClr val="007DA9"/>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latin typeface="Impact" panose="020B0806030902050204" pitchFamily="34" charset="0"/>
              </a:rPr>
              <a:t>Estrutura de Dados</a:t>
            </a:r>
          </a:p>
        </p:txBody>
      </p:sp>
      <p:sp>
        <p:nvSpPr>
          <p:cNvPr id="5" name="Retângulo 4">
            <a:extLst>
              <a:ext uri="{FF2B5EF4-FFF2-40B4-BE49-F238E27FC236}">
                <a16:creationId xmlns:a16="http://schemas.microsoft.com/office/drawing/2014/main" id="{5004940C-C34D-83AD-9C27-FF713D033ABF}"/>
              </a:ext>
            </a:extLst>
          </p:cNvPr>
          <p:cNvSpPr/>
          <p:nvPr/>
        </p:nvSpPr>
        <p:spPr>
          <a:xfrm>
            <a:off x="3424393" y="2780451"/>
            <a:ext cx="1374430" cy="872795"/>
          </a:xfrm>
          <a:prstGeom prst="rect">
            <a:avLst/>
          </a:prstGeom>
          <a:solidFill>
            <a:srgbClr val="007DA9"/>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latin typeface="Impact" panose="020B0806030902050204" pitchFamily="34" charset="0"/>
              </a:rPr>
              <a:t>HDFS</a:t>
            </a:r>
          </a:p>
        </p:txBody>
      </p:sp>
      <p:sp>
        <p:nvSpPr>
          <p:cNvPr id="6" name="Retângulo 5">
            <a:extLst>
              <a:ext uri="{FF2B5EF4-FFF2-40B4-BE49-F238E27FC236}">
                <a16:creationId xmlns:a16="http://schemas.microsoft.com/office/drawing/2014/main" id="{D16DC342-1198-8CB2-FF80-EED88F9BF64D}"/>
              </a:ext>
            </a:extLst>
          </p:cNvPr>
          <p:cNvSpPr/>
          <p:nvPr/>
        </p:nvSpPr>
        <p:spPr>
          <a:xfrm>
            <a:off x="3424393" y="4336831"/>
            <a:ext cx="1374430" cy="872795"/>
          </a:xfrm>
          <a:prstGeom prst="rect">
            <a:avLst/>
          </a:prstGeom>
          <a:solidFill>
            <a:srgbClr val="007DA9"/>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latin typeface="Impact" panose="020B0806030902050204" pitchFamily="34" charset="0"/>
              </a:rPr>
              <a:t>DBFS</a:t>
            </a:r>
          </a:p>
        </p:txBody>
      </p:sp>
      <p:sp>
        <p:nvSpPr>
          <p:cNvPr id="7" name="Retângulo 6">
            <a:extLst>
              <a:ext uri="{FF2B5EF4-FFF2-40B4-BE49-F238E27FC236}">
                <a16:creationId xmlns:a16="http://schemas.microsoft.com/office/drawing/2014/main" id="{A69AEE21-D37C-BF97-0F7D-8A15E85931DB}"/>
              </a:ext>
            </a:extLst>
          </p:cNvPr>
          <p:cNvSpPr/>
          <p:nvPr/>
        </p:nvSpPr>
        <p:spPr>
          <a:xfrm>
            <a:off x="5987110" y="3587470"/>
            <a:ext cx="1374430" cy="872795"/>
          </a:xfrm>
          <a:prstGeom prst="rect">
            <a:avLst/>
          </a:prstGeom>
          <a:solidFill>
            <a:srgbClr val="007DA9"/>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latin typeface="Impact" panose="020B0806030902050204" pitchFamily="34" charset="0"/>
              </a:rPr>
              <a:t>Apache Spark</a:t>
            </a:r>
          </a:p>
        </p:txBody>
      </p:sp>
      <p:sp>
        <p:nvSpPr>
          <p:cNvPr id="9" name="Retângulo 8">
            <a:extLst>
              <a:ext uri="{FF2B5EF4-FFF2-40B4-BE49-F238E27FC236}">
                <a16:creationId xmlns:a16="http://schemas.microsoft.com/office/drawing/2014/main" id="{73DF2F2B-6B10-B6E0-8224-C1100B4AB3BC}"/>
              </a:ext>
            </a:extLst>
          </p:cNvPr>
          <p:cNvSpPr/>
          <p:nvPr/>
        </p:nvSpPr>
        <p:spPr>
          <a:xfrm>
            <a:off x="8106089" y="3581169"/>
            <a:ext cx="1374430" cy="872795"/>
          </a:xfrm>
          <a:prstGeom prst="rect">
            <a:avLst/>
          </a:prstGeom>
          <a:solidFill>
            <a:srgbClr val="007DA9"/>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latin typeface="Impact" panose="020B0806030902050204" pitchFamily="34" charset="0"/>
              </a:rPr>
              <a:t>RDD</a:t>
            </a:r>
          </a:p>
          <a:p>
            <a:pPr algn="ctr"/>
            <a:r>
              <a:rPr lang="pt-BR" dirty="0" err="1">
                <a:latin typeface="Impact" panose="020B0806030902050204" pitchFamily="34" charset="0"/>
              </a:rPr>
              <a:t>Dataset</a:t>
            </a:r>
            <a:endParaRPr lang="pt-BR" dirty="0">
              <a:latin typeface="Impact" panose="020B0806030902050204" pitchFamily="34" charset="0"/>
            </a:endParaRPr>
          </a:p>
          <a:p>
            <a:pPr algn="ctr"/>
            <a:r>
              <a:rPr lang="pt-BR" dirty="0" err="1">
                <a:latin typeface="Impact" panose="020B0806030902050204" pitchFamily="34" charset="0"/>
              </a:rPr>
              <a:t>DataFrame</a:t>
            </a:r>
            <a:endParaRPr lang="pt-BR" dirty="0">
              <a:latin typeface="Impact" panose="020B0806030902050204" pitchFamily="34" charset="0"/>
            </a:endParaRPr>
          </a:p>
        </p:txBody>
      </p:sp>
      <p:sp>
        <p:nvSpPr>
          <p:cNvPr id="10" name="CaixaDeTexto 9">
            <a:extLst>
              <a:ext uri="{FF2B5EF4-FFF2-40B4-BE49-F238E27FC236}">
                <a16:creationId xmlns:a16="http://schemas.microsoft.com/office/drawing/2014/main" id="{688FA653-B531-85AD-7BFB-642B58AE6CD7}"/>
              </a:ext>
            </a:extLst>
          </p:cNvPr>
          <p:cNvSpPr txBox="1"/>
          <p:nvPr/>
        </p:nvSpPr>
        <p:spPr>
          <a:xfrm>
            <a:off x="619072" y="2417935"/>
            <a:ext cx="1759131" cy="923330"/>
          </a:xfrm>
          <a:prstGeom prst="rect">
            <a:avLst/>
          </a:prstGeom>
          <a:noFill/>
        </p:spPr>
        <p:txBody>
          <a:bodyPr wrap="square" rtlCol="0">
            <a:spAutoFit/>
          </a:bodyPr>
          <a:lstStyle/>
          <a:p>
            <a:pPr algn="ctr"/>
            <a:r>
              <a:rPr lang="pt-BR" dirty="0"/>
              <a:t>Organizar Armazenar Gerenciar dados</a:t>
            </a:r>
          </a:p>
        </p:txBody>
      </p:sp>
      <p:sp>
        <p:nvSpPr>
          <p:cNvPr id="11" name="CaixaDeTexto 10">
            <a:extLst>
              <a:ext uri="{FF2B5EF4-FFF2-40B4-BE49-F238E27FC236}">
                <a16:creationId xmlns:a16="http://schemas.microsoft.com/office/drawing/2014/main" id="{EA570104-4B2E-AF84-26AF-7E59251404A0}"/>
              </a:ext>
            </a:extLst>
          </p:cNvPr>
          <p:cNvSpPr txBox="1"/>
          <p:nvPr/>
        </p:nvSpPr>
        <p:spPr>
          <a:xfrm>
            <a:off x="619072" y="4840854"/>
            <a:ext cx="1924595" cy="923330"/>
          </a:xfrm>
          <a:prstGeom prst="rect">
            <a:avLst/>
          </a:prstGeom>
          <a:noFill/>
        </p:spPr>
        <p:txBody>
          <a:bodyPr wrap="square" rtlCol="0">
            <a:spAutoFit/>
          </a:bodyPr>
          <a:lstStyle/>
          <a:p>
            <a:pPr algn="ctr"/>
            <a:r>
              <a:rPr lang="pt-BR" dirty="0"/>
              <a:t>Afeta diretamente a escalabilidade e o desempenho</a:t>
            </a:r>
          </a:p>
        </p:txBody>
      </p:sp>
      <p:sp>
        <p:nvSpPr>
          <p:cNvPr id="12" name="Retângulo 11">
            <a:extLst>
              <a:ext uri="{FF2B5EF4-FFF2-40B4-BE49-F238E27FC236}">
                <a16:creationId xmlns:a16="http://schemas.microsoft.com/office/drawing/2014/main" id="{5BA2775C-E707-6035-2159-60D695441DC2}"/>
              </a:ext>
            </a:extLst>
          </p:cNvPr>
          <p:cNvSpPr/>
          <p:nvPr/>
        </p:nvSpPr>
        <p:spPr>
          <a:xfrm>
            <a:off x="3065418" y="2264229"/>
            <a:ext cx="2177143" cy="3770811"/>
          </a:xfrm>
          <a:prstGeom prst="rect">
            <a:avLst/>
          </a:prstGeom>
          <a:noFill/>
          <a:ln w="38100">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CaixaDeTexto 12">
            <a:extLst>
              <a:ext uri="{FF2B5EF4-FFF2-40B4-BE49-F238E27FC236}">
                <a16:creationId xmlns:a16="http://schemas.microsoft.com/office/drawing/2014/main" id="{3BE220E6-D9B4-1E36-9203-AF5A01CC0A2B}"/>
              </a:ext>
            </a:extLst>
          </p:cNvPr>
          <p:cNvSpPr txBox="1"/>
          <p:nvPr/>
        </p:nvSpPr>
        <p:spPr>
          <a:xfrm>
            <a:off x="2829101" y="1642647"/>
            <a:ext cx="2666008" cy="646331"/>
          </a:xfrm>
          <a:prstGeom prst="rect">
            <a:avLst/>
          </a:prstGeom>
          <a:noFill/>
        </p:spPr>
        <p:txBody>
          <a:bodyPr wrap="square" rtlCol="0">
            <a:spAutoFit/>
          </a:bodyPr>
          <a:lstStyle/>
          <a:p>
            <a:pPr algn="ctr"/>
            <a:r>
              <a:rPr lang="pt-BR" dirty="0"/>
              <a:t>Sistemas de Arquivos Distribuídos</a:t>
            </a:r>
          </a:p>
        </p:txBody>
      </p:sp>
      <p:cxnSp>
        <p:nvCxnSpPr>
          <p:cNvPr id="16" name="Conector de Seta Reta 15">
            <a:extLst>
              <a:ext uri="{FF2B5EF4-FFF2-40B4-BE49-F238E27FC236}">
                <a16:creationId xmlns:a16="http://schemas.microsoft.com/office/drawing/2014/main" id="{FC592F8D-D6F6-554E-518D-EF6FE98C7EE6}"/>
              </a:ext>
            </a:extLst>
          </p:cNvPr>
          <p:cNvCxnSpPr>
            <a:cxnSpLocks/>
            <a:stCxn id="6" idx="3"/>
            <a:endCxn id="7" idx="1"/>
          </p:cNvCxnSpPr>
          <p:nvPr/>
        </p:nvCxnSpPr>
        <p:spPr>
          <a:xfrm flipV="1">
            <a:off x="4798823" y="4023868"/>
            <a:ext cx="1188287" cy="749361"/>
          </a:xfrm>
          <a:prstGeom prst="straightConnector1">
            <a:avLst/>
          </a:prstGeom>
          <a:ln w="762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9" name="Conector de Seta Reta 18">
            <a:extLst>
              <a:ext uri="{FF2B5EF4-FFF2-40B4-BE49-F238E27FC236}">
                <a16:creationId xmlns:a16="http://schemas.microsoft.com/office/drawing/2014/main" id="{576024B6-8837-9354-290A-B5B8C9D069DC}"/>
              </a:ext>
            </a:extLst>
          </p:cNvPr>
          <p:cNvCxnSpPr>
            <a:cxnSpLocks/>
            <a:stCxn id="5" idx="3"/>
            <a:endCxn id="7" idx="1"/>
          </p:cNvCxnSpPr>
          <p:nvPr/>
        </p:nvCxnSpPr>
        <p:spPr>
          <a:xfrm>
            <a:off x="4798823" y="3216849"/>
            <a:ext cx="1188287" cy="807019"/>
          </a:xfrm>
          <a:prstGeom prst="straightConnector1">
            <a:avLst/>
          </a:prstGeom>
          <a:ln w="762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4" name="Conector de Seta Reta 23">
            <a:extLst>
              <a:ext uri="{FF2B5EF4-FFF2-40B4-BE49-F238E27FC236}">
                <a16:creationId xmlns:a16="http://schemas.microsoft.com/office/drawing/2014/main" id="{0E73EE41-820F-65BC-462C-264F3AF1E501}"/>
              </a:ext>
            </a:extLst>
          </p:cNvPr>
          <p:cNvCxnSpPr>
            <a:cxnSpLocks/>
            <a:stCxn id="4" idx="3"/>
          </p:cNvCxnSpPr>
          <p:nvPr/>
        </p:nvCxnSpPr>
        <p:spPr>
          <a:xfrm>
            <a:off x="2211979" y="4023872"/>
            <a:ext cx="853439" cy="9959"/>
          </a:xfrm>
          <a:prstGeom prst="straightConnector1">
            <a:avLst/>
          </a:prstGeom>
          <a:ln w="762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7" name="Conector de Seta Reta 26">
            <a:extLst>
              <a:ext uri="{FF2B5EF4-FFF2-40B4-BE49-F238E27FC236}">
                <a16:creationId xmlns:a16="http://schemas.microsoft.com/office/drawing/2014/main" id="{58E975E5-D24C-0B4A-CA94-21593EC81079}"/>
              </a:ext>
            </a:extLst>
          </p:cNvPr>
          <p:cNvCxnSpPr>
            <a:cxnSpLocks/>
            <a:stCxn id="7" idx="3"/>
          </p:cNvCxnSpPr>
          <p:nvPr/>
        </p:nvCxnSpPr>
        <p:spPr>
          <a:xfrm>
            <a:off x="7361540" y="4023868"/>
            <a:ext cx="744549" cy="0"/>
          </a:xfrm>
          <a:prstGeom prst="straightConnector1">
            <a:avLst/>
          </a:prstGeom>
          <a:ln w="762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0" name="CaixaDeTexto 29">
            <a:extLst>
              <a:ext uri="{FF2B5EF4-FFF2-40B4-BE49-F238E27FC236}">
                <a16:creationId xmlns:a16="http://schemas.microsoft.com/office/drawing/2014/main" id="{9E71EB33-0ABC-B527-B661-5ED865C1545B}"/>
              </a:ext>
            </a:extLst>
          </p:cNvPr>
          <p:cNvSpPr txBox="1"/>
          <p:nvPr/>
        </p:nvSpPr>
        <p:spPr>
          <a:xfrm>
            <a:off x="5929775" y="4601430"/>
            <a:ext cx="1374431" cy="1384995"/>
          </a:xfrm>
          <a:prstGeom prst="rect">
            <a:avLst/>
          </a:prstGeom>
          <a:noFill/>
        </p:spPr>
        <p:txBody>
          <a:bodyPr wrap="square" rtlCol="0">
            <a:spAutoFit/>
          </a:bodyPr>
          <a:lstStyle/>
          <a:p>
            <a:r>
              <a:rPr lang="pt-BR" sz="1200" dirty="0"/>
              <a:t>Mecanismo de processamento distribuído projetado para execução rápida de tarefas em grandes volumes de dados.</a:t>
            </a:r>
          </a:p>
        </p:txBody>
      </p:sp>
      <p:sp>
        <p:nvSpPr>
          <p:cNvPr id="31" name="Retângulo 30">
            <a:extLst>
              <a:ext uri="{FF2B5EF4-FFF2-40B4-BE49-F238E27FC236}">
                <a16:creationId xmlns:a16="http://schemas.microsoft.com/office/drawing/2014/main" id="{5D6094B9-9B40-6F65-007E-D6AE2B28F6A1}"/>
              </a:ext>
            </a:extLst>
          </p:cNvPr>
          <p:cNvSpPr/>
          <p:nvPr/>
        </p:nvSpPr>
        <p:spPr>
          <a:xfrm>
            <a:off x="10248078" y="3581168"/>
            <a:ext cx="1374430" cy="872795"/>
          </a:xfrm>
          <a:prstGeom prst="rect">
            <a:avLst/>
          </a:prstGeom>
          <a:solidFill>
            <a:srgbClr val="007DA9"/>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latin typeface="Impact" panose="020B0806030902050204" pitchFamily="34" charset="0"/>
              </a:rPr>
              <a:t>Grandes Volumes de Dados</a:t>
            </a:r>
          </a:p>
        </p:txBody>
      </p:sp>
      <p:cxnSp>
        <p:nvCxnSpPr>
          <p:cNvPr id="32" name="Conector de Seta Reta 31">
            <a:extLst>
              <a:ext uri="{FF2B5EF4-FFF2-40B4-BE49-F238E27FC236}">
                <a16:creationId xmlns:a16="http://schemas.microsoft.com/office/drawing/2014/main" id="{53667C32-78A9-EFB9-9A60-AF7BA301702B}"/>
              </a:ext>
            </a:extLst>
          </p:cNvPr>
          <p:cNvCxnSpPr>
            <a:cxnSpLocks/>
          </p:cNvCxnSpPr>
          <p:nvPr/>
        </p:nvCxnSpPr>
        <p:spPr>
          <a:xfrm>
            <a:off x="9503529" y="4017565"/>
            <a:ext cx="744549" cy="0"/>
          </a:xfrm>
          <a:prstGeom prst="straightConnector1">
            <a:avLst/>
          </a:prstGeom>
          <a:ln w="762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0611774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35BFF9-5397-9F8C-870D-5BE468EAB1C7}"/>
            </a:ext>
          </a:extLst>
        </p:cNvPr>
        <p:cNvGrpSpPr/>
        <p:nvPr/>
      </p:nvGrpSpPr>
      <p:grpSpPr>
        <a:xfrm>
          <a:off x="0" y="0"/>
          <a:ext cx="0" cy="0"/>
          <a:chOff x="0" y="0"/>
          <a:chExt cx="0" cy="0"/>
        </a:xfrm>
      </p:grpSpPr>
      <p:sp>
        <p:nvSpPr>
          <p:cNvPr id="2" name="Retângulo 1">
            <a:extLst>
              <a:ext uri="{FF2B5EF4-FFF2-40B4-BE49-F238E27FC236}">
                <a16:creationId xmlns:a16="http://schemas.microsoft.com/office/drawing/2014/main" id="{8353834F-4FBC-2DA9-F893-9DC5400A77A5}"/>
              </a:ext>
            </a:extLst>
          </p:cNvPr>
          <p:cNvSpPr/>
          <p:nvPr/>
        </p:nvSpPr>
        <p:spPr>
          <a:xfrm>
            <a:off x="355104" y="1426718"/>
            <a:ext cx="11425561" cy="5294757"/>
          </a:xfrm>
          <a:prstGeom prst="rect">
            <a:avLst/>
          </a:prstGeom>
          <a:solidFill>
            <a:schemeClr val="accent2">
              <a:lumMod val="20000"/>
              <a:lumOff val="80000"/>
            </a:schemeClr>
          </a:solidFill>
          <a:ln>
            <a:solidFill>
              <a:srgbClr val="007DA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noFill/>
            </a:endParaRPr>
          </a:p>
        </p:txBody>
      </p:sp>
      <p:sp>
        <p:nvSpPr>
          <p:cNvPr id="3" name="CaixaDeTexto 2">
            <a:extLst>
              <a:ext uri="{FF2B5EF4-FFF2-40B4-BE49-F238E27FC236}">
                <a16:creationId xmlns:a16="http://schemas.microsoft.com/office/drawing/2014/main" id="{B4B76515-92E6-3F65-0E51-6403CBF2B491}"/>
              </a:ext>
            </a:extLst>
          </p:cNvPr>
          <p:cNvSpPr txBox="1"/>
          <p:nvPr/>
        </p:nvSpPr>
        <p:spPr>
          <a:xfrm>
            <a:off x="130373" y="169518"/>
            <a:ext cx="10487075" cy="1107996"/>
          </a:xfrm>
          <a:prstGeom prst="rect">
            <a:avLst/>
          </a:prstGeom>
          <a:noFill/>
        </p:spPr>
        <p:txBody>
          <a:bodyPr wrap="square" rtlCol="0">
            <a:spAutoFit/>
          </a:bodyPr>
          <a:lstStyle/>
          <a:p>
            <a:r>
              <a:rPr lang="pt-BR" sz="6600" dirty="0">
                <a:solidFill>
                  <a:srgbClr val="007DA9"/>
                </a:solidFill>
                <a:latin typeface="Impact" panose="020B0806030902050204" pitchFamily="34" charset="0"/>
              </a:rPr>
              <a:t>O que é Estrutura de Dados...</a:t>
            </a:r>
          </a:p>
        </p:txBody>
      </p:sp>
      <p:sp>
        <p:nvSpPr>
          <p:cNvPr id="8" name="sketchy line">
            <a:extLst>
              <a:ext uri="{FF2B5EF4-FFF2-40B4-BE49-F238E27FC236}">
                <a16:creationId xmlns:a16="http://schemas.microsoft.com/office/drawing/2014/main" id="{096863DC-7DB0-D58B-563A-D86C00F1674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68062" y="1184695"/>
            <a:ext cx="11727443" cy="100858"/>
          </a:xfrm>
          <a:custGeom>
            <a:avLst/>
            <a:gdLst>
              <a:gd name="connsiteX0" fmla="*/ 0 w 11727443"/>
              <a:gd name="connsiteY0" fmla="*/ 0 h 100858"/>
              <a:gd name="connsiteX1" fmla="*/ 455301 w 11727443"/>
              <a:gd name="connsiteY1" fmla="*/ 0 h 100858"/>
              <a:gd name="connsiteX2" fmla="*/ 1379699 w 11727443"/>
              <a:gd name="connsiteY2" fmla="*/ 0 h 100858"/>
              <a:gd name="connsiteX3" fmla="*/ 2069549 w 11727443"/>
              <a:gd name="connsiteY3" fmla="*/ 0 h 100858"/>
              <a:gd name="connsiteX4" fmla="*/ 2524849 w 11727443"/>
              <a:gd name="connsiteY4" fmla="*/ 0 h 100858"/>
              <a:gd name="connsiteX5" fmla="*/ 2862876 w 11727443"/>
              <a:gd name="connsiteY5" fmla="*/ 0 h 100858"/>
              <a:gd name="connsiteX6" fmla="*/ 3787274 w 11727443"/>
              <a:gd name="connsiteY6" fmla="*/ 0 h 100858"/>
              <a:gd name="connsiteX7" fmla="*/ 4359849 w 11727443"/>
              <a:gd name="connsiteY7" fmla="*/ 0 h 100858"/>
              <a:gd name="connsiteX8" fmla="*/ 5284248 w 11727443"/>
              <a:gd name="connsiteY8" fmla="*/ 0 h 100858"/>
              <a:gd name="connsiteX9" fmla="*/ 5622274 w 11727443"/>
              <a:gd name="connsiteY9" fmla="*/ 0 h 100858"/>
              <a:gd name="connsiteX10" fmla="*/ 6077575 w 11727443"/>
              <a:gd name="connsiteY10" fmla="*/ 0 h 100858"/>
              <a:gd name="connsiteX11" fmla="*/ 7001973 w 11727443"/>
              <a:gd name="connsiteY11" fmla="*/ 0 h 100858"/>
              <a:gd name="connsiteX12" fmla="*/ 7926372 w 11727443"/>
              <a:gd name="connsiteY12" fmla="*/ 0 h 100858"/>
              <a:gd name="connsiteX13" fmla="*/ 8498947 w 11727443"/>
              <a:gd name="connsiteY13" fmla="*/ 0 h 100858"/>
              <a:gd name="connsiteX14" fmla="*/ 8836973 w 11727443"/>
              <a:gd name="connsiteY14" fmla="*/ 0 h 100858"/>
              <a:gd name="connsiteX15" fmla="*/ 9644097 w 11727443"/>
              <a:gd name="connsiteY15" fmla="*/ 0 h 100858"/>
              <a:gd name="connsiteX16" fmla="*/ 10333947 w 11727443"/>
              <a:gd name="connsiteY16" fmla="*/ 0 h 100858"/>
              <a:gd name="connsiteX17" fmla="*/ 10906522 w 11727443"/>
              <a:gd name="connsiteY17" fmla="*/ 0 h 100858"/>
              <a:gd name="connsiteX18" fmla="*/ 11727443 w 11727443"/>
              <a:gd name="connsiteY18" fmla="*/ 0 h 100858"/>
              <a:gd name="connsiteX19" fmla="*/ 11727443 w 11727443"/>
              <a:gd name="connsiteY19" fmla="*/ 100858 h 100858"/>
              <a:gd name="connsiteX20" fmla="*/ 10920319 w 11727443"/>
              <a:gd name="connsiteY20" fmla="*/ 100858 h 100858"/>
              <a:gd name="connsiteX21" fmla="*/ 10465018 w 11727443"/>
              <a:gd name="connsiteY21" fmla="*/ 100858 h 100858"/>
              <a:gd name="connsiteX22" fmla="*/ 9892443 w 11727443"/>
              <a:gd name="connsiteY22" fmla="*/ 100858 h 100858"/>
              <a:gd name="connsiteX23" fmla="*/ 8968045 w 11727443"/>
              <a:gd name="connsiteY23" fmla="*/ 100858 h 100858"/>
              <a:gd name="connsiteX24" fmla="*/ 8630018 w 11727443"/>
              <a:gd name="connsiteY24" fmla="*/ 100858 h 100858"/>
              <a:gd name="connsiteX25" fmla="*/ 8291992 w 11727443"/>
              <a:gd name="connsiteY25" fmla="*/ 100858 h 100858"/>
              <a:gd name="connsiteX26" fmla="*/ 7953966 w 11727443"/>
              <a:gd name="connsiteY26" fmla="*/ 100858 h 100858"/>
              <a:gd name="connsiteX27" fmla="*/ 7146842 w 11727443"/>
              <a:gd name="connsiteY27" fmla="*/ 100858 h 100858"/>
              <a:gd name="connsiteX28" fmla="*/ 6691541 w 11727443"/>
              <a:gd name="connsiteY28" fmla="*/ 100858 h 100858"/>
              <a:gd name="connsiteX29" fmla="*/ 5884417 w 11727443"/>
              <a:gd name="connsiteY29" fmla="*/ 100858 h 100858"/>
              <a:gd name="connsiteX30" fmla="*/ 5077293 w 11727443"/>
              <a:gd name="connsiteY30" fmla="*/ 100858 h 100858"/>
              <a:gd name="connsiteX31" fmla="*/ 4621992 w 11727443"/>
              <a:gd name="connsiteY31" fmla="*/ 100858 h 100858"/>
              <a:gd name="connsiteX32" fmla="*/ 3932143 w 11727443"/>
              <a:gd name="connsiteY32" fmla="*/ 100858 h 100858"/>
              <a:gd name="connsiteX33" fmla="*/ 3359567 w 11727443"/>
              <a:gd name="connsiteY33" fmla="*/ 100858 h 100858"/>
              <a:gd name="connsiteX34" fmla="*/ 2435169 w 11727443"/>
              <a:gd name="connsiteY34" fmla="*/ 100858 h 100858"/>
              <a:gd name="connsiteX35" fmla="*/ 1745319 w 11727443"/>
              <a:gd name="connsiteY35" fmla="*/ 100858 h 100858"/>
              <a:gd name="connsiteX36" fmla="*/ 938195 w 11727443"/>
              <a:gd name="connsiteY36" fmla="*/ 100858 h 100858"/>
              <a:gd name="connsiteX37" fmla="*/ 600169 w 11727443"/>
              <a:gd name="connsiteY37" fmla="*/ 100858 h 100858"/>
              <a:gd name="connsiteX38" fmla="*/ 0 w 11727443"/>
              <a:gd name="connsiteY38" fmla="*/ 100858 h 100858"/>
              <a:gd name="connsiteX39" fmla="*/ 0 w 11727443"/>
              <a:gd name="connsiteY39" fmla="*/ 0 h 1008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11727443" h="100858" fill="none" extrusionOk="0">
                <a:moveTo>
                  <a:pt x="0" y="0"/>
                </a:moveTo>
                <a:cubicBezTo>
                  <a:pt x="177575" y="-8335"/>
                  <a:pt x="289292" y="-22372"/>
                  <a:pt x="455301" y="0"/>
                </a:cubicBezTo>
                <a:cubicBezTo>
                  <a:pt x="621310" y="22372"/>
                  <a:pt x="959229" y="316"/>
                  <a:pt x="1379699" y="0"/>
                </a:cubicBezTo>
                <a:cubicBezTo>
                  <a:pt x="1800169" y="-316"/>
                  <a:pt x="1910290" y="-19988"/>
                  <a:pt x="2069549" y="0"/>
                </a:cubicBezTo>
                <a:cubicBezTo>
                  <a:pt x="2228808" y="19988"/>
                  <a:pt x="2328018" y="-6436"/>
                  <a:pt x="2524849" y="0"/>
                </a:cubicBezTo>
                <a:cubicBezTo>
                  <a:pt x="2721680" y="6436"/>
                  <a:pt x="2744923" y="692"/>
                  <a:pt x="2862876" y="0"/>
                </a:cubicBezTo>
                <a:cubicBezTo>
                  <a:pt x="2980829" y="-692"/>
                  <a:pt x="3455105" y="28803"/>
                  <a:pt x="3787274" y="0"/>
                </a:cubicBezTo>
                <a:cubicBezTo>
                  <a:pt x="4119443" y="-28803"/>
                  <a:pt x="4093258" y="3515"/>
                  <a:pt x="4359849" y="0"/>
                </a:cubicBezTo>
                <a:cubicBezTo>
                  <a:pt x="4626441" y="-3515"/>
                  <a:pt x="4994558" y="-15931"/>
                  <a:pt x="5284248" y="0"/>
                </a:cubicBezTo>
                <a:cubicBezTo>
                  <a:pt x="5573938" y="15931"/>
                  <a:pt x="5518095" y="-13412"/>
                  <a:pt x="5622274" y="0"/>
                </a:cubicBezTo>
                <a:cubicBezTo>
                  <a:pt x="5726453" y="13412"/>
                  <a:pt x="5919345" y="19043"/>
                  <a:pt x="6077575" y="0"/>
                </a:cubicBezTo>
                <a:cubicBezTo>
                  <a:pt x="6235805" y="-19043"/>
                  <a:pt x="6637812" y="29609"/>
                  <a:pt x="7001973" y="0"/>
                </a:cubicBezTo>
                <a:cubicBezTo>
                  <a:pt x="7366134" y="-29609"/>
                  <a:pt x="7716303" y="17424"/>
                  <a:pt x="7926372" y="0"/>
                </a:cubicBezTo>
                <a:cubicBezTo>
                  <a:pt x="8136441" y="-17424"/>
                  <a:pt x="8378864" y="-19420"/>
                  <a:pt x="8498947" y="0"/>
                </a:cubicBezTo>
                <a:cubicBezTo>
                  <a:pt x="8619031" y="19420"/>
                  <a:pt x="8765062" y="-15679"/>
                  <a:pt x="8836973" y="0"/>
                </a:cubicBezTo>
                <a:cubicBezTo>
                  <a:pt x="8908884" y="15679"/>
                  <a:pt x="9288035" y="12756"/>
                  <a:pt x="9644097" y="0"/>
                </a:cubicBezTo>
                <a:cubicBezTo>
                  <a:pt x="10000159" y="-12756"/>
                  <a:pt x="10089663" y="-5649"/>
                  <a:pt x="10333947" y="0"/>
                </a:cubicBezTo>
                <a:cubicBezTo>
                  <a:pt x="10578231" y="5649"/>
                  <a:pt x="10785095" y="27917"/>
                  <a:pt x="10906522" y="0"/>
                </a:cubicBezTo>
                <a:cubicBezTo>
                  <a:pt x="11027949" y="-27917"/>
                  <a:pt x="11562609" y="31188"/>
                  <a:pt x="11727443" y="0"/>
                </a:cubicBezTo>
                <a:cubicBezTo>
                  <a:pt x="11723584" y="38217"/>
                  <a:pt x="11731691" y="73296"/>
                  <a:pt x="11727443" y="100858"/>
                </a:cubicBezTo>
                <a:cubicBezTo>
                  <a:pt x="11381154" y="139297"/>
                  <a:pt x="11163895" y="69647"/>
                  <a:pt x="10920319" y="100858"/>
                </a:cubicBezTo>
                <a:cubicBezTo>
                  <a:pt x="10676743" y="132069"/>
                  <a:pt x="10625983" y="117071"/>
                  <a:pt x="10465018" y="100858"/>
                </a:cubicBezTo>
                <a:cubicBezTo>
                  <a:pt x="10304053" y="84645"/>
                  <a:pt x="10063410" y="105790"/>
                  <a:pt x="9892443" y="100858"/>
                </a:cubicBezTo>
                <a:cubicBezTo>
                  <a:pt x="9721477" y="95926"/>
                  <a:pt x="9298902" y="55708"/>
                  <a:pt x="8968045" y="100858"/>
                </a:cubicBezTo>
                <a:cubicBezTo>
                  <a:pt x="8637188" y="146008"/>
                  <a:pt x="8753098" y="98295"/>
                  <a:pt x="8630018" y="100858"/>
                </a:cubicBezTo>
                <a:cubicBezTo>
                  <a:pt x="8506938" y="103421"/>
                  <a:pt x="8382809" y="104606"/>
                  <a:pt x="8291992" y="100858"/>
                </a:cubicBezTo>
                <a:cubicBezTo>
                  <a:pt x="8201175" y="97110"/>
                  <a:pt x="8042573" y="88227"/>
                  <a:pt x="7953966" y="100858"/>
                </a:cubicBezTo>
                <a:cubicBezTo>
                  <a:pt x="7865359" y="113489"/>
                  <a:pt x="7327260" y="71433"/>
                  <a:pt x="7146842" y="100858"/>
                </a:cubicBezTo>
                <a:cubicBezTo>
                  <a:pt x="6966424" y="130283"/>
                  <a:pt x="6836691" y="78893"/>
                  <a:pt x="6691541" y="100858"/>
                </a:cubicBezTo>
                <a:cubicBezTo>
                  <a:pt x="6546391" y="122823"/>
                  <a:pt x="6161732" y="96929"/>
                  <a:pt x="5884417" y="100858"/>
                </a:cubicBezTo>
                <a:cubicBezTo>
                  <a:pt x="5607102" y="104787"/>
                  <a:pt x="5399769" y="71203"/>
                  <a:pt x="5077293" y="100858"/>
                </a:cubicBezTo>
                <a:cubicBezTo>
                  <a:pt x="4754817" y="130513"/>
                  <a:pt x="4780101" y="110562"/>
                  <a:pt x="4621992" y="100858"/>
                </a:cubicBezTo>
                <a:cubicBezTo>
                  <a:pt x="4463883" y="91154"/>
                  <a:pt x="4080268" y="82653"/>
                  <a:pt x="3932143" y="100858"/>
                </a:cubicBezTo>
                <a:cubicBezTo>
                  <a:pt x="3784018" y="119063"/>
                  <a:pt x="3606068" y="107585"/>
                  <a:pt x="3359567" y="100858"/>
                </a:cubicBezTo>
                <a:cubicBezTo>
                  <a:pt x="3113066" y="94131"/>
                  <a:pt x="2833730" y="108463"/>
                  <a:pt x="2435169" y="100858"/>
                </a:cubicBezTo>
                <a:cubicBezTo>
                  <a:pt x="2036608" y="93253"/>
                  <a:pt x="1979570" y="109496"/>
                  <a:pt x="1745319" y="100858"/>
                </a:cubicBezTo>
                <a:cubicBezTo>
                  <a:pt x="1511068" y="92221"/>
                  <a:pt x="1304277" y="99602"/>
                  <a:pt x="938195" y="100858"/>
                </a:cubicBezTo>
                <a:cubicBezTo>
                  <a:pt x="572113" y="102114"/>
                  <a:pt x="673750" y="115329"/>
                  <a:pt x="600169" y="100858"/>
                </a:cubicBezTo>
                <a:cubicBezTo>
                  <a:pt x="526588" y="86387"/>
                  <a:pt x="223952" y="122492"/>
                  <a:pt x="0" y="100858"/>
                </a:cubicBezTo>
                <a:cubicBezTo>
                  <a:pt x="-124" y="56937"/>
                  <a:pt x="-3196" y="35397"/>
                  <a:pt x="0" y="0"/>
                </a:cubicBezTo>
                <a:close/>
              </a:path>
              <a:path w="11727443" h="100858" stroke="0" extrusionOk="0">
                <a:moveTo>
                  <a:pt x="0" y="0"/>
                </a:moveTo>
                <a:cubicBezTo>
                  <a:pt x="226598" y="-20463"/>
                  <a:pt x="284703" y="21278"/>
                  <a:pt x="455301" y="0"/>
                </a:cubicBezTo>
                <a:cubicBezTo>
                  <a:pt x="625899" y="-21278"/>
                  <a:pt x="975360" y="-38169"/>
                  <a:pt x="1379699" y="0"/>
                </a:cubicBezTo>
                <a:cubicBezTo>
                  <a:pt x="1784038" y="38169"/>
                  <a:pt x="1553897" y="10715"/>
                  <a:pt x="1717725" y="0"/>
                </a:cubicBezTo>
                <a:cubicBezTo>
                  <a:pt x="1881553" y="-10715"/>
                  <a:pt x="1957404" y="7512"/>
                  <a:pt x="2055752" y="0"/>
                </a:cubicBezTo>
                <a:cubicBezTo>
                  <a:pt x="2154100" y="-7512"/>
                  <a:pt x="2455093" y="6931"/>
                  <a:pt x="2745601" y="0"/>
                </a:cubicBezTo>
                <a:cubicBezTo>
                  <a:pt x="3036109" y="-6931"/>
                  <a:pt x="3200578" y="-6899"/>
                  <a:pt x="3318177" y="0"/>
                </a:cubicBezTo>
                <a:cubicBezTo>
                  <a:pt x="3435776" y="6899"/>
                  <a:pt x="3830972" y="-29023"/>
                  <a:pt x="4125301" y="0"/>
                </a:cubicBezTo>
                <a:cubicBezTo>
                  <a:pt x="4419630" y="29023"/>
                  <a:pt x="4438628" y="-3380"/>
                  <a:pt x="4580601" y="0"/>
                </a:cubicBezTo>
                <a:cubicBezTo>
                  <a:pt x="4722574" y="3380"/>
                  <a:pt x="5287872" y="-26084"/>
                  <a:pt x="5505000" y="0"/>
                </a:cubicBezTo>
                <a:cubicBezTo>
                  <a:pt x="5722128" y="26084"/>
                  <a:pt x="5845495" y="-3138"/>
                  <a:pt x="6077575" y="0"/>
                </a:cubicBezTo>
                <a:cubicBezTo>
                  <a:pt x="6309655" y="3138"/>
                  <a:pt x="6416497" y="-9038"/>
                  <a:pt x="6532876" y="0"/>
                </a:cubicBezTo>
                <a:cubicBezTo>
                  <a:pt x="6649255" y="9038"/>
                  <a:pt x="6798774" y="17432"/>
                  <a:pt x="6988176" y="0"/>
                </a:cubicBezTo>
                <a:cubicBezTo>
                  <a:pt x="7177578" y="-17432"/>
                  <a:pt x="7432115" y="-1508"/>
                  <a:pt x="7560751" y="0"/>
                </a:cubicBezTo>
                <a:cubicBezTo>
                  <a:pt x="7689387" y="1508"/>
                  <a:pt x="7817048" y="19459"/>
                  <a:pt x="8016052" y="0"/>
                </a:cubicBezTo>
                <a:cubicBezTo>
                  <a:pt x="8215056" y="-19459"/>
                  <a:pt x="8384141" y="13593"/>
                  <a:pt x="8705902" y="0"/>
                </a:cubicBezTo>
                <a:cubicBezTo>
                  <a:pt x="9027663" y="-13593"/>
                  <a:pt x="8932873" y="-16432"/>
                  <a:pt x="9043928" y="0"/>
                </a:cubicBezTo>
                <a:cubicBezTo>
                  <a:pt x="9154983" y="16432"/>
                  <a:pt x="9568699" y="-30219"/>
                  <a:pt x="9733778" y="0"/>
                </a:cubicBezTo>
                <a:cubicBezTo>
                  <a:pt x="9898857" y="30219"/>
                  <a:pt x="9973728" y="-1849"/>
                  <a:pt x="10071804" y="0"/>
                </a:cubicBezTo>
                <a:cubicBezTo>
                  <a:pt x="10169880" y="1849"/>
                  <a:pt x="10558830" y="-12560"/>
                  <a:pt x="10996202" y="0"/>
                </a:cubicBezTo>
                <a:cubicBezTo>
                  <a:pt x="11433574" y="12560"/>
                  <a:pt x="11579031" y="-6546"/>
                  <a:pt x="11727443" y="0"/>
                </a:cubicBezTo>
                <a:cubicBezTo>
                  <a:pt x="11729168" y="25018"/>
                  <a:pt x="11723362" y="74256"/>
                  <a:pt x="11727443" y="100858"/>
                </a:cubicBezTo>
                <a:cubicBezTo>
                  <a:pt x="11466834" y="85519"/>
                  <a:pt x="11273864" y="83363"/>
                  <a:pt x="11154868" y="100858"/>
                </a:cubicBezTo>
                <a:cubicBezTo>
                  <a:pt x="11035872" y="118353"/>
                  <a:pt x="10917509" y="98250"/>
                  <a:pt x="10816842" y="100858"/>
                </a:cubicBezTo>
                <a:cubicBezTo>
                  <a:pt x="10716175" y="103466"/>
                  <a:pt x="10190281" y="93289"/>
                  <a:pt x="9892443" y="100858"/>
                </a:cubicBezTo>
                <a:cubicBezTo>
                  <a:pt x="9594605" y="108427"/>
                  <a:pt x="9385168" y="118111"/>
                  <a:pt x="9202594" y="100858"/>
                </a:cubicBezTo>
                <a:cubicBezTo>
                  <a:pt x="9020020" y="83605"/>
                  <a:pt x="8470284" y="126256"/>
                  <a:pt x="8278195" y="100858"/>
                </a:cubicBezTo>
                <a:cubicBezTo>
                  <a:pt x="8086106" y="75460"/>
                  <a:pt x="7779236" y="101234"/>
                  <a:pt x="7588345" y="100858"/>
                </a:cubicBezTo>
                <a:cubicBezTo>
                  <a:pt x="7397454" y="100483"/>
                  <a:pt x="7324210" y="98320"/>
                  <a:pt x="7250319" y="100858"/>
                </a:cubicBezTo>
                <a:cubicBezTo>
                  <a:pt x="7176428" y="103396"/>
                  <a:pt x="6743284" y="112839"/>
                  <a:pt x="6325921" y="100858"/>
                </a:cubicBezTo>
                <a:cubicBezTo>
                  <a:pt x="5908558" y="88877"/>
                  <a:pt x="6095670" y="116342"/>
                  <a:pt x="5870620" y="100858"/>
                </a:cubicBezTo>
                <a:cubicBezTo>
                  <a:pt x="5645570" y="85374"/>
                  <a:pt x="5700885" y="115088"/>
                  <a:pt x="5532594" y="100858"/>
                </a:cubicBezTo>
                <a:cubicBezTo>
                  <a:pt x="5364303" y="86628"/>
                  <a:pt x="5212740" y="105293"/>
                  <a:pt x="4960019" y="100858"/>
                </a:cubicBezTo>
                <a:cubicBezTo>
                  <a:pt x="4707298" y="96423"/>
                  <a:pt x="4491720" y="108840"/>
                  <a:pt x="4035620" y="100858"/>
                </a:cubicBezTo>
                <a:cubicBezTo>
                  <a:pt x="3579520" y="92876"/>
                  <a:pt x="3768890" y="79226"/>
                  <a:pt x="3580319" y="100858"/>
                </a:cubicBezTo>
                <a:cubicBezTo>
                  <a:pt x="3391748" y="122490"/>
                  <a:pt x="3059393" y="71723"/>
                  <a:pt x="2655921" y="100858"/>
                </a:cubicBezTo>
                <a:cubicBezTo>
                  <a:pt x="2252449" y="129993"/>
                  <a:pt x="2021995" y="121740"/>
                  <a:pt x="1848797" y="100858"/>
                </a:cubicBezTo>
                <a:cubicBezTo>
                  <a:pt x="1675599" y="79976"/>
                  <a:pt x="1263502" y="106737"/>
                  <a:pt x="924398" y="100858"/>
                </a:cubicBezTo>
                <a:cubicBezTo>
                  <a:pt x="585294" y="94979"/>
                  <a:pt x="216313" y="56521"/>
                  <a:pt x="0" y="100858"/>
                </a:cubicBezTo>
                <a:cubicBezTo>
                  <a:pt x="-4094" y="59488"/>
                  <a:pt x="2375" y="29231"/>
                  <a:pt x="0" y="0"/>
                </a:cubicBezTo>
                <a:close/>
              </a:path>
            </a:pathLst>
          </a:custGeom>
          <a:solidFill>
            <a:srgbClr val="007DA9"/>
          </a:solidFill>
          <a:ln w="44450" cap="rnd">
            <a:solidFill>
              <a:srgbClr val="007DA9"/>
            </a:solidFill>
            <a:round/>
            <a:extLst>
              <a:ext uri="{C807C97D-BFC1-408E-A445-0C87EB9F89A2}">
                <ask:lineSketchStyleProps xmlns:ask="http://schemas.microsoft.com/office/drawing/2018/sketchyshapes" sd="2863741219">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rgbClr val="007DA9"/>
                </a:solidFill>
              </a:rPr>
              <a:t>‘</a:t>
            </a:r>
          </a:p>
        </p:txBody>
      </p:sp>
      <p:pic>
        <p:nvPicPr>
          <p:cNvPr id="5" name="Imagem 4" descr="Imagem em preto e branco de banco de madeira&#10;&#10;Descrição gerada automaticamente com confiança baixa">
            <a:extLst>
              <a:ext uri="{FF2B5EF4-FFF2-40B4-BE49-F238E27FC236}">
                <a16:creationId xmlns:a16="http://schemas.microsoft.com/office/drawing/2014/main" id="{4D41F630-6064-B134-AA9C-1A8EDD1B63E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085080" y="2460035"/>
            <a:ext cx="6267450" cy="3609975"/>
          </a:xfrm>
          <a:prstGeom prst="rect">
            <a:avLst/>
          </a:prstGeom>
        </p:spPr>
      </p:pic>
      <p:pic>
        <p:nvPicPr>
          <p:cNvPr id="6" name="Imagem 5" descr="Uma imagem contendo Texto&#10;&#10;Descrição gerada automaticamente">
            <a:extLst>
              <a:ext uri="{FF2B5EF4-FFF2-40B4-BE49-F238E27FC236}">
                <a16:creationId xmlns:a16="http://schemas.microsoft.com/office/drawing/2014/main" id="{CFE50E23-AA08-7E3A-468C-C71857E27A4E}"/>
              </a:ext>
            </a:extLst>
          </p:cNvPr>
          <p:cNvPicPr>
            <a:picLocks noChangeAspect="1"/>
          </p:cNvPicPr>
          <p:nvPr/>
        </p:nvPicPr>
        <p:blipFill rotWithShape="1">
          <a:blip r:embed="rId4">
            <a:extLst>
              <a:ext uri="{28A0092B-C50C-407E-A947-70E740481C1C}">
                <a14:useLocalDpi xmlns:a14="http://schemas.microsoft.com/office/drawing/2010/main" val="0"/>
              </a:ext>
            </a:extLst>
          </a:blip>
          <a:srcRect b="10676"/>
          <a:stretch/>
        </p:blipFill>
        <p:spPr>
          <a:xfrm>
            <a:off x="8158567" y="1808570"/>
            <a:ext cx="2790825" cy="1463387"/>
          </a:xfrm>
          <a:prstGeom prst="rect">
            <a:avLst/>
          </a:prstGeom>
        </p:spPr>
      </p:pic>
    </p:spTree>
    <p:extLst>
      <p:ext uri="{BB962C8B-B14F-4D97-AF65-F5344CB8AC3E}">
        <p14:creationId xmlns:p14="http://schemas.microsoft.com/office/powerpoint/2010/main" val="12916385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35BFF9-5397-9F8C-870D-5BE468EAB1C7}"/>
            </a:ext>
          </a:extLst>
        </p:cNvPr>
        <p:cNvGrpSpPr/>
        <p:nvPr/>
      </p:nvGrpSpPr>
      <p:grpSpPr>
        <a:xfrm>
          <a:off x="0" y="0"/>
          <a:ext cx="0" cy="0"/>
          <a:chOff x="0" y="0"/>
          <a:chExt cx="0" cy="0"/>
        </a:xfrm>
      </p:grpSpPr>
      <p:sp>
        <p:nvSpPr>
          <p:cNvPr id="2" name="Retângulo 1">
            <a:extLst>
              <a:ext uri="{FF2B5EF4-FFF2-40B4-BE49-F238E27FC236}">
                <a16:creationId xmlns:a16="http://schemas.microsoft.com/office/drawing/2014/main" id="{8353834F-4FBC-2DA9-F893-9DC5400A77A5}"/>
              </a:ext>
            </a:extLst>
          </p:cNvPr>
          <p:cNvSpPr/>
          <p:nvPr/>
        </p:nvSpPr>
        <p:spPr>
          <a:xfrm>
            <a:off x="355104" y="1426718"/>
            <a:ext cx="11425561" cy="5294757"/>
          </a:xfrm>
          <a:prstGeom prst="rect">
            <a:avLst/>
          </a:prstGeom>
          <a:solidFill>
            <a:schemeClr val="accent2">
              <a:lumMod val="20000"/>
              <a:lumOff val="80000"/>
            </a:schemeClr>
          </a:solidFill>
          <a:ln>
            <a:solidFill>
              <a:srgbClr val="007DA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noFill/>
            </a:endParaRPr>
          </a:p>
        </p:txBody>
      </p:sp>
      <p:sp>
        <p:nvSpPr>
          <p:cNvPr id="3" name="CaixaDeTexto 2">
            <a:extLst>
              <a:ext uri="{FF2B5EF4-FFF2-40B4-BE49-F238E27FC236}">
                <a16:creationId xmlns:a16="http://schemas.microsoft.com/office/drawing/2014/main" id="{B4B76515-92E6-3F65-0E51-6403CBF2B491}"/>
              </a:ext>
            </a:extLst>
          </p:cNvPr>
          <p:cNvSpPr txBox="1"/>
          <p:nvPr/>
        </p:nvSpPr>
        <p:spPr>
          <a:xfrm>
            <a:off x="130373" y="169518"/>
            <a:ext cx="10487075" cy="1107996"/>
          </a:xfrm>
          <a:prstGeom prst="rect">
            <a:avLst/>
          </a:prstGeom>
          <a:noFill/>
        </p:spPr>
        <p:txBody>
          <a:bodyPr wrap="square" rtlCol="0">
            <a:spAutoFit/>
          </a:bodyPr>
          <a:lstStyle/>
          <a:p>
            <a:r>
              <a:rPr lang="pt-BR" sz="6600" dirty="0">
                <a:solidFill>
                  <a:srgbClr val="007DA9"/>
                </a:solidFill>
                <a:latin typeface="Impact" panose="020B0806030902050204" pitchFamily="34" charset="0"/>
              </a:rPr>
              <a:t>O que é Estrutura de Dados...</a:t>
            </a:r>
          </a:p>
        </p:txBody>
      </p:sp>
      <p:sp>
        <p:nvSpPr>
          <p:cNvPr id="8" name="sketchy line">
            <a:extLst>
              <a:ext uri="{FF2B5EF4-FFF2-40B4-BE49-F238E27FC236}">
                <a16:creationId xmlns:a16="http://schemas.microsoft.com/office/drawing/2014/main" id="{096863DC-7DB0-D58B-563A-D86C00F1674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68062" y="1184695"/>
            <a:ext cx="11727443" cy="100858"/>
          </a:xfrm>
          <a:custGeom>
            <a:avLst/>
            <a:gdLst>
              <a:gd name="connsiteX0" fmla="*/ 0 w 11727443"/>
              <a:gd name="connsiteY0" fmla="*/ 0 h 100858"/>
              <a:gd name="connsiteX1" fmla="*/ 455301 w 11727443"/>
              <a:gd name="connsiteY1" fmla="*/ 0 h 100858"/>
              <a:gd name="connsiteX2" fmla="*/ 1379699 w 11727443"/>
              <a:gd name="connsiteY2" fmla="*/ 0 h 100858"/>
              <a:gd name="connsiteX3" fmla="*/ 2069549 w 11727443"/>
              <a:gd name="connsiteY3" fmla="*/ 0 h 100858"/>
              <a:gd name="connsiteX4" fmla="*/ 2524849 w 11727443"/>
              <a:gd name="connsiteY4" fmla="*/ 0 h 100858"/>
              <a:gd name="connsiteX5" fmla="*/ 2862876 w 11727443"/>
              <a:gd name="connsiteY5" fmla="*/ 0 h 100858"/>
              <a:gd name="connsiteX6" fmla="*/ 3787274 w 11727443"/>
              <a:gd name="connsiteY6" fmla="*/ 0 h 100858"/>
              <a:gd name="connsiteX7" fmla="*/ 4359849 w 11727443"/>
              <a:gd name="connsiteY7" fmla="*/ 0 h 100858"/>
              <a:gd name="connsiteX8" fmla="*/ 5284248 w 11727443"/>
              <a:gd name="connsiteY8" fmla="*/ 0 h 100858"/>
              <a:gd name="connsiteX9" fmla="*/ 5622274 w 11727443"/>
              <a:gd name="connsiteY9" fmla="*/ 0 h 100858"/>
              <a:gd name="connsiteX10" fmla="*/ 6077575 w 11727443"/>
              <a:gd name="connsiteY10" fmla="*/ 0 h 100858"/>
              <a:gd name="connsiteX11" fmla="*/ 7001973 w 11727443"/>
              <a:gd name="connsiteY11" fmla="*/ 0 h 100858"/>
              <a:gd name="connsiteX12" fmla="*/ 7926372 w 11727443"/>
              <a:gd name="connsiteY12" fmla="*/ 0 h 100858"/>
              <a:gd name="connsiteX13" fmla="*/ 8498947 w 11727443"/>
              <a:gd name="connsiteY13" fmla="*/ 0 h 100858"/>
              <a:gd name="connsiteX14" fmla="*/ 8836973 w 11727443"/>
              <a:gd name="connsiteY14" fmla="*/ 0 h 100858"/>
              <a:gd name="connsiteX15" fmla="*/ 9644097 w 11727443"/>
              <a:gd name="connsiteY15" fmla="*/ 0 h 100858"/>
              <a:gd name="connsiteX16" fmla="*/ 10333947 w 11727443"/>
              <a:gd name="connsiteY16" fmla="*/ 0 h 100858"/>
              <a:gd name="connsiteX17" fmla="*/ 10906522 w 11727443"/>
              <a:gd name="connsiteY17" fmla="*/ 0 h 100858"/>
              <a:gd name="connsiteX18" fmla="*/ 11727443 w 11727443"/>
              <a:gd name="connsiteY18" fmla="*/ 0 h 100858"/>
              <a:gd name="connsiteX19" fmla="*/ 11727443 w 11727443"/>
              <a:gd name="connsiteY19" fmla="*/ 100858 h 100858"/>
              <a:gd name="connsiteX20" fmla="*/ 10920319 w 11727443"/>
              <a:gd name="connsiteY20" fmla="*/ 100858 h 100858"/>
              <a:gd name="connsiteX21" fmla="*/ 10465018 w 11727443"/>
              <a:gd name="connsiteY21" fmla="*/ 100858 h 100858"/>
              <a:gd name="connsiteX22" fmla="*/ 9892443 w 11727443"/>
              <a:gd name="connsiteY22" fmla="*/ 100858 h 100858"/>
              <a:gd name="connsiteX23" fmla="*/ 8968045 w 11727443"/>
              <a:gd name="connsiteY23" fmla="*/ 100858 h 100858"/>
              <a:gd name="connsiteX24" fmla="*/ 8630018 w 11727443"/>
              <a:gd name="connsiteY24" fmla="*/ 100858 h 100858"/>
              <a:gd name="connsiteX25" fmla="*/ 8291992 w 11727443"/>
              <a:gd name="connsiteY25" fmla="*/ 100858 h 100858"/>
              <a:gd name="connsiteX26" fmla="*/ 7953966 w 11727443"/>
              <a:gd name="connsiteY26" fmla="*/ 100858 h 100858"/>
              <a:gd name="connsiteX27" fmla="*/ 7146842 w 11727443"/>
              <a:gd name="connsiteY27" fmla="*/ 100858 h 100858"/>
              <a:gd name="connsiteX28" fmla="*/ 6691541 w 11727443"/>
              <a:gd name="connsiteY28" fmla="*/ 100858 h 100858"/>
              <a:gd name="connsiteX29" fmla="*/ 5884417 w 11727443"/>
              <a:gd name="connsiteY29" fmla="*/ 100858 h 100858"/>
              <a:gd name="connsiteX30" fmla="*/ 5077293 w 11727443"/>
              <a:gd name="connsiteY30" fmla="*/ 100858 h 100858"/>
              <a:gd name="connsiteX31" fmla="*/ 4621992 w 11727443"/>
              <a:gd name="connsiteY31" fmla="*/ 100858 h 100858"/>
              <a:gd name="connsiteX32" fmla="*/ 3932143 w 11727443"/>
              <a:gd name="connsiteY32" fmla="*/ 100858 h 100858"/>
              <a:gd name="connsiteX33" fmla="*/ 3359567 w 11727443"/>
              <a:gd name="connsiteY33" fmla="*/ 100858 h 100858"/>
              <a:gd name="connsiteX34" fmla="*/ 2435169 w 11727443"/>
              <a:gd name="connsiteY34" fmla="*/ 100858 h 100858"/>
              <a:gd name="connsiteX35" fmla="*/ 1745319 w 11727443"/>
              <a:gd name="connsiteY35" fmla="*/ 100858 h 100858"/>
              <a:gd name="connsiteX36" fmla="*/ 938195 w 11727443"/>
              <a:gd name="connsiteY36" fmla="*/ 100858 h 100858"/>
              <a:gd name="connsiteX37" fmla="*/ 600169 w 11727443"/>
              <a:gd name="connsiteY37" fmla="*/ 100858 h 100858"/>
              <a:gd name="connsiteX38" fmla="*/ 0 w 11727443"/>
              <a:gd name="connsiteY38" fmla="*/ 100858 h 100858"/>
              <a:gd name="connsiteX39" fmla="*/ 0 w 11727443"/>
              <a:gd name="connsiteY39" fmla="*/ 0 h 1008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11727443" h="100858" fill="none" extrusionOk="0">
                <a:moveTo>
                  <a:pt x="0" y="0"/>
                </a:moveTo>
                <a:cubicBezTo>
                  <a:pt x="177575" y="-8335"/>
                  <a:pt x="289292" y="-22372"/>
                  <a:pt x="455301" y="0"/>
                </a:cubicBezTo>
                <a:cubicBezTo>
                  <a:pt x="621310" y="22372"/>
                  <a:pt x="959229" y="316"/>
                  <a:pt x="1379699" y="0"/>
                </a:cubicBezTo>
                <a:cubicBezTo>
                  <a:pt x="1800169" y="-316"/>
                  <a:pt x="1910290" y="-19988"/>
                  <a:pt x="2069549" y="0"/>
                </a:cubicBezTo>
                <a:cubicBezTo>
                  <a:pt x="2228808" y="19988"/>
                  <a:pt x="2328018" y="-6436"/>
                  <a:pt x="2524849" y="0"/>
                </a:cubicBezTo>
                <a:cubicBezTo>
                  <a:pt x="2721680" y="6436"/>
                  <a:pt x="2744923" y="692"/>
                  <a:pt x="2862876" y="0"/>
                </a:cubicBezTo>
                <a:cubicBezTo>
                  <a:pt x="2980829" y="-692"/>
                  <a:pt x="3455105" y="28803"/>
                  <a:pt x="3787274" y="0"/>
                </a:cubicBezTo>
                <a:cubicBezTo>
                  <a:pt x="4119443" y="-28803"/>
                  <a:pt x="4093258" y="3515"/>
                  <a:pt x="4359849" y="0"/>
                </a:cubicBezTo>
                <a:cubicBezTo>
                  <a:pt x="4626441" y="-3515"/>
                  <a:pt x="4994558" y="-15931"/>
                  <a:pt x="5284248" y="0"/>
                </a:cubicBezTo>
                <a:cubicBezTo>
                  <a:pt x="5573938" y="15931"/>
                  <a:pt x="5518095" y="-13412"/>
                  <a:pt x="5622274" y="0"/>
                </a:cubicBezTo>
                <a:cubicBezTo>
                  <a:pt x="5726453" y="13412"/>
                  <a:pt x="5919345" y="19043"/>
                  <a:pt x="6077575" y="0"/>
                </a:cubicBezTo>
                <a:cubicBezTo>
                  <a:pt x="6235805" y="-19043"/>
                  <a:pt x="6637812" y="29609"/>
                  <a:pt x="7001973" y="0"/>
                </a:cubicBezTo>
                <a:cubicBezTo>
                  <a:pt x="7366134" y="-29609"/>
                  <a:pt x="7716303" y="17424"/>
                  <a:pt x="7926372" y="0"/>
                </a:cubicBezTo>
                <a:cubicBezTo>
                  <a:pt x="8136441" y="-17424"/>
                  <a:pt x="8378864" y="-19420"/>
                  <a:pt x="8498947" y="0"/>
                </a:cubicBezTo>
                <a:cubicBezTo>
                  <a:pt x="8619031" y="19420"/>
                  <a:pt x="8765062" y="-15679"/>
                  <a:pt x="8836973" y="0"/>
                </a:cubicBezTo>
                <a:cubicBezTo>
                  <a:pt x="8908884" y="15679"/>
                  <a:pt x="9288035" y="12756"/>
                  <a:pt x="9644097" y="0"/>
                </a:cubicBezTo>
                <a:cubicBezTo>
                  <a:pt x="10000159" y="-12756"/>
                  <a:pt x="10089663" y="-5649"/>
                  <a:pt x="10333947" y="0"/>
                </a:cubicBezTo>
                <a:cubicBezTo>
                  <a:pt x="10578231" y="5649"/>
                  <a:pt x="10785095" y="27917"/>
                  <a:pt x="10906522" y="0"/>
                </a:cubicBezTo>
                <a:cubicBezTo>
                  <a:pt x="11027949" y="-27917"/>
                  <a:pt x="11562609" y="31188"/>
                  <a:pt x="11727443" y="0"/>
                </a:cubicBezTo>
                <a:cubicBezTo>
                  <a:pt x="11723584" y="38217"/>
                  <a:pt x="11731691" y="73296"/>
                  <a:pt x="11727443" y="100858"/>
                </a:cubicBezTo>
                <a:cubicBezTo>
                  <a:pt x="11381154" y="139297"/>
                  <a:pt x="11163895" y="69647"/>
                  <a:pt x="10920319" y="100858"/>
                </a:cubicBezTo>
                <a:cubicBezTo>
                  <a:pt x="10676743" y="132069"/>
                  <a:pt x="10625983" y="117071"/>
                  <a:pt x="10465018" y="100858"/>
                </a:cubicBezTo>
                <a:cubicBezTo>
                  <a:pt x="10304053" y="84645"/>
                  <a:pt x="10063410" y="105790"/>
                  <a:pt x="9892443" y="100858"/>
                </a:cubicBezTo>
                <a:cubicBezTo>
                  <a:pt x="9721477" y="95926"/>
                  <a:pt x="9298902" y="55708"/>
                  <a:pt x="8968045" y="100858"/>
                </a:cubicBezTo>
                <a:cubicBezTo>
                  <a:pt x="8637188" y="146008"/>
                  <a:pt x="8753098" y="98295"/>
                  <a:pt x="8630018" y="100858"/>
                </a:cubicBezTo>
                <a:cubicBezTo>
                  <a:pt x="8506938" y="103421"/>
                  <a:pt x="8382809" y="104606"/>
                  <a:pt x="8291992" y="100858"/>
                </a:cubicBezTo>
                <a:cubicBezTo>
                  <a:pt x="8201175" y="97110"/>
                  <a:pt x="8042573" y="88227"/>
                  <a:pt x="7953966" y="100858"/>
                </a:cubicBezTo>
                <a:cubicBezTo>
                  <a:pt x="7865359" y="113489"/>
                  <a:pt x="7327260" y="71433"/>
                  <a:pt x="7146842" y="100858"/>
                </a:cubicBezTo>
                <a:cubicBezTo>
                  <a:pt x="6966424" y="130283"/>
                  <a:pt x="6836691" y="78893"/>
                  <a:pt x="6691541" y="100858"/>
                </a:cubicBezTo>
                <a:cubicBezTo>
                  <a:pt x="6546391" y="122823"/>
                  <a:pt x="6161732" y="96929"/>
                  <a:pt x="5884417" y="100858"/>
                </a:cubicBezTo>
                <a:cubicBezTo>
                  <a:pt x="5607102" y="104787"/>
                  <a:pt x="5399769" y="71203"/>
                  <a:pt x="5077293" y="100858"/>
                </a:cubicBezTo>
                <a:cubicBezTo>
                  <a:pt x="4754817" y="130513"/>
                  <a:pt x="4780101" y="110562"/>
                  <a:pt x="4621992" y="100858"/>
                </a:cubicBezTo>
                <a:cubicBezTo>
                  <a:pt x="4463883" y="91154"/>
                  <a:pt x="4080268" y="82653"/>
                  <a:pt x="3932143" y="100858"/>
                </a:cubicBezTo>
                <a:cubicBezTo>
                  <a:pt x="3784018" y="119063"/>
                  <a:pt x="3606068" y="107585"/>
                  <a:pt x="3359567" y="100858"/>
                </a:cubicBezTo>
                <a:cubicBezTo>
                  <a:pt x="3113066" y="94131"/>
                  <a:pt x="2833730" y="108463"/>
                  <a:pt x="2435169" y="100858"/>
                </a:cubicBezTo>
                <a:cubicBezTo>
                  <a:pt x="2036608" y="93253"/>
                  <a:pt x="1979570" y="109496"/>
                  <a:pt x="1745319" y="100858"/>
                </a:cubicBezTo>
                <a:cubicBezTo>
                  <a:pt x="1511068" y="92221"/>
                  <a:pt x="1304277" y="99602"/>
                  <a:pt x="938195" y="100858"/>
                </a:cubicBezTo>
                <a:cubicBezTo>
                  <a:pt x="572113" y="102114"/>
                  <a:pt x="673750" y="115329"/>
                  <a:pt x="600169" y="100858"/>
                </a:cubicBezTo>
                <a:cubicBezTo>
                  <a:pt x="526588" y="86387"/>
                  <a:pt x="223952" y="122492"/>
                  <a:pt x="0" y="100858"/>
                </a:cubicBezTo>
                <a:cubicBezTo>
                  <a:pt x="-124" y="56937"/>
                  <a:pt x="-3196" y="35397"/>
                  <a:pt x="0" y="0"/>
                </a:cubicBezTo>
                <a:close/>
              </a:path>
              <a:path w="11727443" h="100858" stroke="0" extrusionOk="0">
                <a:moveTo>
                  <a:pt x="0" y="0"/>
                </a:moveTo>
                <a:cubicBezTo>
                  <a:pt x="226598" y="-20463"/>
                  <a:pt x="284703" y="21278"/>
                  <a:pt x="455301" y="0"/>
                </a:cubicBezTo>
                <a:cubicBezTo>
                  <a:pt x="625899" y="-21278"/>
                  <a:pt x="975360" y="-38169"/>
                  <a:pt x="1379699" y="0"/>
                </a:cubicBezTo>
                <a:cubicBezTo>
                  <a:pt x="1784038" y="38169"/>
                  <a:pt x="1553897" y="10715"/>
                  <a:pt x="1717725" y="0"/>
                </a:cubicBezTo>
                <a:cubicBezTo>
                  <a:pt x="1881553" y="-10715"/>
                  <a:pt x="1957404" y="7512"/>
                  <a:pt x="2055752" y="0"/>
                </a:cubicBezTo>
                <a:cubicBezTo>
                  <a:pt x="2154100" y="-7512"/>
                  <a:pt x="2455093" y="6931"/>
                  <a:pt x="2745601" y="0"/>
                </a:cubicBezTo>
                <a:cubicBezTo>
                  <a:pt x="3036109" y="-6931"/>
                  <a:pt x="3200578" y="-6899"/>
                  <a:pt x="3318177" y="0"/>
                </a:cubicBezTo>
                <a:cubicBezTo>
                  <a:pt x="3435776" y="6899"/>
                  <a:pt x="3830972" y="-29023"/>
                  <a:pt x="4125301" y="0"/>
                </a:cubicBezTo>
                <a:cubicBezTo>
                  <a:pt x="4419630" y="29023"/>
                  <a:pt x="4438628" y="-3380"/>
                  <a:pt x="4580601" y="0"/>
                </a:cubicBezTo>
                <a:cubicBezTo>
                  <a:pt x="4722574" y="3380"/>
                  <a:pt x="5287872" y="-26084"/>
                  <a:pt x="5505000" y="0"/>
                </a:cubicBezTo>
                <a:cubicBezTo>
                  <a:pt x="5722128" y="26084"/>
                  <a:pt x="5845495" y="-3138"/>
                  <a:pt x="6077575" y="0"/>
                </a:cubicBezTo>
                <a:cubicBezTo>
                  <a:pt x="6309655" y="3138"/>
                  <a:pt x="6416497" y="-9038"/>
                  <a:pt x="6532876" y="0"/>
                </a:cubicBezTo>
                <a:cubicBezTo>
                  <a:pt x="6649255" y="9038"/>
                  <a:pt x="6798774" y="17432"/>
                  <a:pt x="6988176" y="0"/>
                </a:cubicBezTo>
                <a:cubicBezTo>
                  <a:pt x="7177578" y="-17432"/>
                  <a:pt x="7432115" y="-1508"/>
                  <a:pt x="7560751" y="0"/>
                </a:cubicBezTo>
                <a:cubicBezTo>
                  <a:pt x="7689387" y="1508"/>
                  <a:pt x="7817048" y="19459"/>
                  <a:pt x="8016052" y="0"/>
                </a:cubicBezTo>
                <a:cubicBezTo>
                  <a:pt x="8215056" y="-19459"/>
                  <a:pt x="8384141" y="13593"/>
                  <a:pt x="8705902" y="0"/>
                </a:cubicBezTo>
                <a:cubicBezTo>
                  <a:pt x="9027663" y="-13593"/>
                  <a:pt x="8932873" y="-16432"/>
                  <a:pt x="9043928" y="0"/>
                </a:cubicBezTo>
                <a:cubicBezTo>
                  <a:pt x="9154983" y="16432"/>
                  <a:pt x="9568699" y="-30219"/>
                  <a:pt x="9733778" y="0"/>
                </a:cubicBezTo>
                <a:cubicBezTo>
                  <a:pt x="9898857" y="30219"/>
                  <a:pt x="9973728" y="-1849"/>
                  <a:pt x="10071804" y="0"/>
                </a:cubicBezTo>
                <a:cubicBezTo>
                  <a:pt x="10169880" y="1849"/>
                  <a:pt x="10558830" y="-12560"/>
                  <a:pt x="10996202" y="0"/>
                </a:cubicBezTo>
                <a:cubicBezTo>
                  <a:pt x="11433574" y="12560"/>
                  <a:pt x="11579031" y="-6546"/>
                  <a:pt x="11727443" y="0"/>
                </a:cubicBezTo>
                <a:cubicBezTo>
                  <a:pt x="11729168" y="25018"/>
                  <a:pt x="11723362" y="74256"/>
                  <a:pt x="11727443" y="100858"/>
                </a:cubicBezTo>
                <a:cubicBezTo>
                  <a:pt x="11466834" y="85519"/>
                  <a:pt x="11273864" y="83363"/>
                  <a:pt x="11154868" y="100858"/>
                </a:cubicBezTo>
                <a:cubicBezTo>
                  <a:pt x="11035872" y="118353"/>
                  <a:pt x="10917509" y="98250"/>
                  <a:pt x="10816842" y="100858"/>
                </a:cubicBezTo>
                <a:cubicBezTo>
                  <a:pt x="10716175" y="103466"/>
                  <a:pt x="10190281" y="93289"/>
                  <a:pt x="9892443" y="100858"/>
                </a:cubicBezTo>
                <a:cubicBezTo>
                  <a:pt x="9594605" y="108427"/>
                  <a:pt x="9385168" y="118111"/>
                  <a:pt x="9202594" y="100858"/>
                </a:cubicBezTo>
                <a:cubicBezTo>
                  <a:pt x="9020020" y="83605"/>
                  <a:pt x="8470284" y="126256"/>
                  <a:pt x="8278195" y="100858"/>
                </a:cubicBezTo>
                <a:cubicBezTo>
                  <a:pt x="8086106" y="75460"/>
                  <a:pt x="7779236" y="101234"/>
                  <a:pt x="7588345" y="100858"/>
                </a:cubicBezTo>
                <a:cubicBezTo>
                  <a:pt x="7397454" y="100483"/>
                  <a:pt x="7324210" y="98320"/>
                  <a:pt x="7250319" y="100858"/>
                </a:cubicBezTo>
                <a:cubicBezTo>
                  <a:pt x="7176428" y="103396"/>
                  <a:pt x="6743284" y="112839"/>
                  <a:pt x="6325921" y="100858"/>
                </a:cubicBezTo>
                <a:cubicBezTo>
                  <a:pt x="5908558" y="88877"/>
                  <a:pt x="6095670" y="116342"/>
                  <a:pt x="5870620" y="100858"/>
                </a:cubicBezTo>
                <a:cubicBezTo>
                  <a:pt x="5645570" y="85374"/>
                  <a:pt x="5700885" y="115088"/>
                  <a:pt x="5532594" y="100858"/>
                </a:cubicBezTo>
                <a:cubicBezTo>
                  <a:pt x="5364303" y="86628"/>
                  <a:pt x="5212740" y="105293"/>
                  <a:pt x="4960019" y="100858"/>
                </a:cubicBezTo>
                <a:cubicBezTo>
                  <a:pt x="4707298" y="96423"/>
                  <a:pt x="4491720" y="108840"/>
                  <a:pt x="4035620" y="100858"/>
                </a:cubicBezTo>
                <a:cubicBezTo>
                  <a:pt x="3579520" y="92876"/>
                  <a:pt x="3768890" y="79226"/>
                  <a:pt x="3580319" y="100858"/>
                </a:cubicBezTo>
                <a:cubicBezTo>
                  <a:pt x="3391748" y="122490"/>
                  <a:pt x="3059393" y="71723"/>
                  <a:pt x="2655921" y="100858"/>
                </a:cubicBezTo>
                <a:cubicBezTo>
                  <a:pt x="2252449" y="129993"/>
                  <a:pt x="2021995" y="121740"/>
                  <a:pt x="1848797" y="100858"/>
                </a:cubicBezTo>
                <a:cubicBezTo>
                  <a:pt x="1675599" y="79976"/>
                  <a:pt x="1263502" y="106737"/>
                  <a:pt x="924398" y="100858"/>
                </a:cubicBezTo>
                <a:cubicBezTo>
                  <a:pt x="585294" y="94979"/>
                  <a:pt x="216313" y="56521"/>
                  <a:pt x="0" y="100858"/>
                </a:cubicBezTo>
                <a:cubicBezTo>
                  <a:pt x="-4094" y="59488"/>
                  <a:pt x="2375" y="29231"/>
                  <a:pt x="0" y="0"/>
                </a:cubicBezTo>
                <a:close/>
              </a:path>
            </a:pathLst>
          </a:custGeom>
          <a:solidFill>
            <a:srgbClr val="007DA9"/>
          </a:solidFill>
          <a:ln w="44450" cap="rnd">
            <a:solidFill>
              <a:srgbClr val="007DA9"/>
            </a:solidFill>
            <a:round/>
            <a:extLst>
              <a:ext uri="{C807C97D-BFC1-408E-A445-0C87EB9F89A2}">
                <ask:lineSketchStyleProps xmlns:ask="http://schemas.microsoft.com/office/drawing/2018/sketchyshapes" sd="2863741219">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rgbClr val="007DA9"/>
                </a:solidFill>
              </a:rPr>
              <a:t>‘</a:t>
            </a:r>
          </a:p>
        </p:txBody>
      </p:sp>
      <p:sp>
        <p:nvSpPr>
          <p:cNvPr id="15" name="CaixaDeTexto 14">
            <a:extLst>
              <a:ext uri="{FF2B5EF4-FFF2-40B4-BE49-F238E27FC236}">
                <a16:creationId xmlns:a16="http://schemas.microsoft.com/office/drawing/2014/main" id="{6EDB44E0-4193-F190-280A-EF29B0C36580}"/>
              </a:ext>
            </a:extLst>
          </p:cNvPr>
          <p:cNvSpPr txBox="1"/>
          <p:nvPr/>
        </p:nvSpPr>
        <p:spPr>
          <a:xfrm>
            <a:off x="355104" y="2300730"/>
            <a:ext cx="11425561" cy="3108543"/>
          </a:xfrm>
          <a:prstGeom prst="rect">
            <a:avLst/>
          </a:prstGeom>
          <a:noFill/>
        </p:spPr>
        <p:txBody>
          <a:bodyPr wrap="square" rtlCol="0">
            <a:spAutoFit/>
          </a:bodyPr>
          <a:lstStyle/>
          <a:p>
            <a:r>
              <a:rPr lang="pt-BR" sz="2800" dirty="0">
                <a:solidFill>
                  <a:srgbClr val="007DA9"/>
                </a:solidFill>
                <a:latin typeface="Impact" panose="020B0806030902050204" pitchFamily="34" charset="0"/>
              </a:rPr>
              <a:t>Em computação, normalmente utilizamos os dados de forma conjunta. A forma como estes dados serão agregados e organizados depende muito de como serão utilizados e processados, levando-se em consideração, por exemplo, a eficiência para buscas, o volume dos dados trabalhados, a complexidade da implementação e a forma como os dados se relacionam. </a:t>
            </a:r>
          </a:p>
          <a:p>
            <a:endParaRPr lang="pt-BR" sz="2800" dirty="0">
              <a:solidFill>
                <a:srgbClr val="007DA9"/>
              </a:solidFill>
              <a:latin typeface="Impact" panose="020B0806030902050204" pitchFamily="34" charset="0"/>
            </a:endParaRPr>
          </a:p>
          <a:p>
            <a:r>
              <a:rPr lang="pt-BR" sz="2800" dirty="0">
                <a:solidFill>
                  <a:srgbClr val="007DA9"/>
                </a:solidFill>
                <a:latin typeface="Impact" panose="020B0806030902050204" pitchFamily="34" charset="0"/>
              </a:rPr>
              <a:t>Estas diversas formas de organização são as chamadas estruturas de dados.</a:t>
            </a:r>
          </a:p>
        </p:txBody>
      </p:sp>
    </p:spTree>
    <p:extLst>
      <p:ext uri="{BB962C8B-B14F-4D97-AF65-F5344CB8AC3E}">
        <p14:creationId xmlns:p14="http://schemas.microsoft.com/office/powerpoint/2010/main" val="410132125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35BFF9-5397-9F8C-870D-5BE468EAB1C7}"/>
            </a:ext>
          </a:extLst>
        </p:cNvPr>
        <p:cNvGrpSpPr/>
        <p:nvPr/>
      </p:nvGrpSpPr>
      <p:grpSpPr>
        <a:xfrm>
          <a:off x="0" y="0"/>
          <a:ext cx="0" cy="0"/>
          <a:chOff x="0" y="0"/>
          <a:chExt cx="0" cy="0"/>
        </a:xfrm>
      </p:grpSpPr>
      <p:sp>
        <p:nvSpPr>
          <p:cNvPr id="16" name="Retângulo 15">
            <a:extLst>
              <a:ext uri="{FF2B5EF4-FFF2-40B4-BE49-F238E27FC236}">
                <a16:creationId xmlns:a16="http://schemas.microsoft.com/office/drawing/2014/main" id="{8306BCA1-8DD3-FD08-17A3-F42D9B9B8332}"/>
              </a:ext>
            </a:extLst>
          </p:cNvPr>
          <p:cNvSpPr/>
          <p:nvPr/>
        </p:nvSpPr>
        <p:spPr>
          <a:xfrm>
            <a:off x="355104" y="1426718"/>
            <a:ext cx="11425561" cy="5294757"/>
          </a:xfrm>
          <a:prstGeom prst="rect">
            <a:avLst/>
          </a:prstGeom>
          <a:solidFill>
            <a:schemeClr val="accent2">
              <a:lumMod val="20000"/>
              <a:lumOff val="80000"/>
            </a:schemeClr>
          </a:solidFill>
          <a:ln>
            <a:solidFill>
              <a:srgbClr val="007DA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noFill/>
            </a:endParaRPr>
          </a:p>
        </p:txBody>
      </p:sp>
      <p:sp>
        <p:nvSpPr>
          <p:cNvPr id="3" name="CaixaDeTexto 2">
            <a:extLst>
              <a:ext uri="{FF2B5EF4-FFF2-40B4-BE49-F238E27FC236}">
                <a16:creationId xmlns:a16="http://schemas.microsoft.com/office/drawing/2014/main" id="{B4B76515-92E6-3F65-0E51-6403CBF2B491}"/>
              </a:ext>
            </a:extLst>
          </p:cNvPr>
          <p:cNvSpPr txBox="1"/>
          <p:nvPr/>
        </p:nvSpPr>
        <p:spPr>
          <a:xfrm>
            <a:off x="130373" y="169518"/>
            <a:ext cx="10487075" cy="1107996"/>
          </a:xfrm>
          <a:prstGeom prst="rect">
            <a:avLst/>
          </a:prstGeom>
          <a:noFill/>
        </p:spPr>
        <p:txBody>
          <a:bodyPr wrap="square" rtlCol="0">
            <a:spAutoFit/>
          </a:bodyPr>
          <a:lstStyle/>
          <a:p>
            <a:r>
              <a:rPr lang="pt-BR" sz="6600" dirty="0">
                <a:solidFill>
                  <a:srgbClr val="007DA9"/>
                </a:solidFill>
                <a:latin typeface="Impact" panose="020B0806030902050204" pitchFamily="34" charset="0"/>
              </a:rPr>
              <a:t>E na Engenharia de Dados?</a:t>
            </a:r>
          </a:p>
        </p:txBody>
      </p:sp>
      <p:sp>
        <p:nvSpPr>
          <p:cNvPr id="8" name="sketchy line">
            <a:extLst>
              <a:ext uri="{FF2B5EF4-FFF2-40B4-BE49-F238E27FC236}">
                <a16:creationId xmlns:a16="http://schemas.microsoft.com/office/drawing/2014/main" id="{096863DC-7DB0-D58B-563A-D86C00F1674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68062" y="1184695"/>
            <a:ext cx="11727443" cy="100858"/>
          </a:xfrm>
          <a:custGeom>
            <a:avLst/>
            <a:gdLst>
              <a:gd name="connsiteX0" fmla="*/ 0 w 11727443"/>
              <a:gd name="connsiteY0" fmla="*/ 0 h 100858"/>
              <a:gd name="connsiteX1" fmla="*/ 455301 w 11727443"/>
              <a:gd name="connsiteY1" fmla="*/ 0 h 100858"/>
              <a:gd name="connsiteX2" fmla="*/ 1379699 w 11727443"/>
              <a:gd name="connsiteY2" fmla="*/ 0 h 100858"/>
              <a:gd name="connsiteX3" fmla="*/ 2069549 w 11727443"/>
              <a:gd name="connsiteY3" fmla="*/ 0 h 100858"/>
              <a:gd name="connsiteX4" fmla="*/ 2524849 w 11727443"/>
              <a:gd name="connsiteY4" fmla="*/ 0 h 100858"/>
              <a:gd name="connsiteX5" fmla="*/ 2862876 w 11727443"/>
              <a:gd name="connsiteY5" fmla="*/ 0 h 100858"/>
              <a:gd name="connsiteX6" fmla="*/ 3787274 w 11727443"/>
              <a:gd name="connsiteY6" fmla="*/ 0 h 100858"/>
              <a:gd name="connsiteX7" fmla="*/ 4359849 w 11727443"/>
              <a:gd name="connsiteY7" fmla="*/ 0 h 100858"/>
              <a:gd name="connsiteX8" fmla="*/ 5284248 w 11727443"/>
              <a:gd name="connsiteY8" fmla="*/ 0 h 100858"/>
              <a:gd name="connsiteX9" fmla="*/ 5622274 w 11727443"/>
              <a:gd name="connsiteY9" fmla="*/ 0 h 100858"/>
              <a:gd name="connsiteX10" fmla="*/ 6077575 w 11727443"/>
              <a:gd name="connsiteY10" fmla="*/ 0 h 100858"/>
              <a:gd name="connsiteX11" fmla="*/ 7001973 w 11727443"/>
              <a:gd name="connsiteY11" fmla="*/ 0 h 100858"/>
              <a:gd name="connsiteX12" fmla="*/ 7926372 w 11727443"/>
              <a:gd name="connsiteY12" fmla="*/ 0 h 100858"/>
              <a:gd name="connsiteX13" fmla="*/ 8498947 w 11727443"/>
              <a:gd name="connsiteY13" fmla="*/ 0 h 100858"/>
              <a:gd name="connsiteX14" fmla="*/ 8836973 w 11727443"/>
              <a:gd name="connsiteY14" fmla="*/ 0 h 100858"/>
              <a:gd name="connsiteX15" fmla="*/ 9644097 w 11727443"/>
              <a:gd name="connsiteY15" fmla="*/ 0 h 100858"/>
              <a:gd name="connsiteX16" fmla="*/ 10333947 w 11727443"/>
              <a:gd name="connsiteY16" fmla="*/ 0 h 100858"/>
              <a:gd name="connsiteX17" fmla="*/ 10906522 w 11727443"/>
              <a:gd name="connsiteY17" fmla="*/ 0 h 100858"/>
              <a:gd name="connsiteX18" fmla="*/ 11727443 w 11727443"/>
              <a:gd name="connsiteY18" fmla="*/ 0 h 100858"/>
              <a:gd name="connsiteX19" fmla="*/ 11727443 w 11727443"/>
              <a:gd name="connsiteY19" fmla="*/ 100858 h 100858"/>
              <a:gd name="connsiteX20" fmla="*/ 10920319 w 11727443"/>
              <a:gd name="connsiteY20" fmla="*/ 100858 h 100858"/>
              <a:gd name="connsiteX21" fmla="*/ 10465018 w 11727443"/>
              <a:gd name="connsiteY21" fmla="*/ 100858 h 100858"/>
              <a:gd name="connsiteX22" fmla="*/ 9892443 w 11727443"/>
              <a:gd name="connsiteY22" fmla="*/ 100858 h 100858"/>
              <a:gd name="connsiteX23" fmla="*/ 8968045 w 11727443"/>
              <a:gd name="connsiteY23" fmla="*/ 100858 h 100858"/>
              <a:gd name="connsiteX24" fmla="*/ 8630018 w 11727443"/>
              <a:gd name="connsiteY24" fmla="*/ 100858 h 100858"/>
              <a:gd name="connsiteX25" fmla="*/ 8291992 w 11727443"/>
              <a:gd name="connsiteY25" fmla="*/ 100858 h 100858"/>
              <a:gd name="connsiteX26" fmla="*/ 7953966 w 11727443"/>
              <a:gd name="connsiteY26" fmla="*/ 100858 h 100858"/>
              <a:gd name="connsiteX27" fmla="*/ 7146842 w 11727443"/>
              <a:gd name="connsiteY27" fmla="*/ 100858 h 100858"/>
              <a:gd name="connsiteX28" fmla="*/ 6691541 w 11727443"/>
              <a:gd name="connsiteY28" fmla="*/ 100858 h 100858"/>
              <a:gd name="connsiteX29" fmla="*/ 5884417 w 11727443"/>
              <a:gd name="connsiteY29" fmla="*/ 100858 h 100858"/>
              <a:gd name="connsiteX30" fmla="*/ 5077293 w 11727443"/>
              <a:gd name="connsiteY30" fmla="*/ 100858 h 100858"/>
              <a:gd name="connsiteX31" fmla="*/ 4621992 w 11727443"/>
              <a:gd name="connsiteY31" fmla="*/ 100858 h 100858"/>
              <a:gd name="connsiteX32" fmla="*/ 3932143 w 11727443"/>
              <a:gd name="connsiteY32" fmla="*/ 100858 h 100858"/>
              <a:gd name="connsiteX33" fmla="*/ 3359567 w 11727443"/>
              <a:gd name="connsiteY33" fmla="*/ 100858 h 100858"/>
              <a:gd name="connsiteX34" fmla="*/ 2435169 w 11727443"/>
              <a:gd name="connsiteY34" fmla="*/ 100858 h 100858"/>
              <a:gd name="connsiteX35" fmla="*/ 1745319 w 11727443"/>
              <a:gd name="connsiteY35" fmla="*/ 100858 h 100858"/>
              <a:gd name="connsiteX36" fmla="*/ 938195 w 11727443"/>
              <a:gd name="connsiteY36" fmla="*/ 100858 h 100858"/>
              <a:gd name="connsiteX37" fmla="*/ 600169 w 11727443"/>
              <a:gd name="connsiteY37" fmla="*/ 100858 h 100858"/>
              <a:gd name="connsiteX38" fmla="*/ 0 w 11727443"/>
              <a:gd name="connsiteY38" fmla="*/ 100858 h 100858"/>
              <a:gd name="connsiteX39" fmla="*/ 0 w 11727443"/>
              <a:gd name="connsiteY39" fmla="*/ 0 h 1008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11727443" h="100858" fill="none" extrusionOk="0">
                <a:moveTo>
                  <a:pt x="0" y="0"/>
                </a:moveTo>
                <a:cubicBezTo>
                  <a:pt x="177575" y="-8335"/>
                  <a:pt x="289292" y="-22372"/>
                  <a:pt x="455301" y="0"/>
                </a:cubicBezTo>
                <a:cubicBezTo>
                  <a:pt x="621310" y="22372"/>
                  <a:pt x="959229" y="316"/>
                  <a:pt x="1379699" y="0"/>
                </a:cubicBezTo>
                <a:cubicBezTo>
                  <a:pt x="1800169" y="-316"/>
                  <a:pt x="1910290" y="-19988"/>
                  <a:pt x="2069549" y="0"/>
                </a:cubicBezTo>
                <a:cubicBezTo>
                  <a:pt x="2228808" y="19988"/>
                  <a:pt x="2328018" y="-6436"/>
                  <a:pt x="2524849" y="0"/>
                </a:cubicBezTo>
                <a:cubicBezTo>
                  <a:pt x="2721680" y="6436"/>
                  <a:pt x="2744923" y="692"/>
                  <a:pt x="2862876" y="0"/>
                </a:cubicBezTo>
                <a:cubicBezTo>
                  <a:pt x="2980829" y="-692"/>
                  <a:pt x="3455105" y="28803"/>
                  <a:pt x="3787274" y="0"/>
                </a:cubicBezTo>
                <a:cubicBezTo>
                  <a:pt x="4119443" y="-28803"/>
                  <a:pt x="4093258" y="3515"/>
                  <a:pt x="4359849" y="0"/>
                </a:cubicBezTo>
                <a:cubicBezTo>
                  <a:pt x="4626441" y="-3515"/>
                  <a:pt x="4994558" y="-15931"/>
                  <a:pt x="5284248" y="0"/>
                </a:cubicBezTo>
                <a:cubicBezTo>
                  <a:pt x="5573938" y="15931"/>
                  <a:pt x="5518095" y="-13412"/>
                  <a:pt x="5622274" y="0"/>
                </a:cubicBezTo>
                <a:cubicBezTo>
                  <a:pt x="5726453" y="13412"/>
                  <a:pt x="5919345" y="19043"/>
                  <a:pt x="6077575" y="0"/>
                </a:cubicBezTo>
                <a:cubicBezTo>
                  <a:pt x="6235805" y="-19043"/>
                  <a:pt x="6637812" y="29609"/>
                  <a:pt x="7001973" y="0"/>
                </a:cubicBezTo>
                <a:cubicBezTo>
                  <a:pt x="7366134" y="-29609"/>
                  <a:pt x="7716303" y="17424"/>
                  <a:pt x="7926372" y="0"/>
                </a:cubicBezTo>
                <a:cubicBezTo>
                  <a:pt x="8136441" y="-17424"/>
                  <a:pt x="8378864" y="-19420"/>
                  <a:pt x="8498947" y="0"/>
                </a:cubicBezTo>
                <a:cubicBezTo>
                  <a:pt x="8619031" y="19420"/>
                  <a:pt x="8765062" y="-15679"/>
                  <a:pt x="8836973" y="0"/>
                </a:cubicBezTo>
                <a:cubicBezTo>
                  <a:pt x="8908884" y="15679"/>
                  <a:pt x="9288035" y="12756"/>
                  <a:pt x="9644097" y="0"/>
                </a:cubicBezTo>
                <a:cubicBezTo>
                  <a:pt x="10000159" y="-12756"/>
                  <a:pt x="10089663" y="-5649"/>
                  <a:pt x="10333947" y="0"/>
                </a:cubicBezTo>
                <a:cubicBezTo>
                  <a:pt x="10578231" y="5649"/>
                  <a:pt x="10785095" y="27917"/>
                  <a:pt x="10906522" y="0"/>
                </a:cubicBezTo>
                <a:cubicBezTo>
                  <a:pt x="11027949" y="-27917"/>
                  <a:pt x="11562609" y="31188"/>
                  <a:pt x="11727443" y="0"/>
                </a:cubicBezTo>
                <a:cubicBezTo>
                  <a:pt x="11723584" y="38217"/>
                  <a:pt x="11731691" y="73296"/>
                  <a:pt x="11727443" y="100858"/>
                </a:cubicBezTo>
                <a:cubicBezTo>
                  <a:pt x="11381154" y="139297"/>
                  <a:pt x="11163895" y="69647"/>
                  <a:pt x="10920319" y="100858"/>
                </a:cubicBezTo>
                <a:cubicBezTo>
                  <a:pt x="10676743" y="132069"/>
                  <a:pt x="10625983" y="117071"/>
                  <a:pt x="10465018" y="100858"/>
                </a:cubicBezTo>
                <a:cubicBezTo>
                  <a:pt x="10304053" y="84645"/>
                  <a:pt x="10063410" y="105790"/>
                  <a:pt x="9892443" y="100858"/>
                </a:cubicBezTo>
                <a:cubicBezTo>
                  <a:pt x="9721477" y="95926"/>
                  <a:pt x="9298902" y="55708"/>
                  <a:pt x="8968045" y="100858"/>
                </a:cubicBezTo>
                <a:cubicBezTo>
                  <a:pt x="8637188" y="146008"/>
                  <a:pt x="8753098" y="98295"/>
                  <a:pt x="8630018" y="100858"/>
                </a:cubicBezTo>
                <a:cubicBezTo>
                  <a:pt x="8506938" y="103421"/>
                  <a:pt x="8382809" y="104606"/>
                  <a:pt x="8291992" y="100858"/>
                </a:cubicBezTo>
                <a:cubicBezTo>
                  <a:pt x="8201175" y="97110"/>
                  <a:pt x="8042573" y="88227"/>
                  <a:pt x="7953966" y="100858"/>
                </a:cubicBezTo>
                <a:cubicBezTo>
                  <a:pt x="7865359" y="113489"/>
                  <a:pt x="7327260" y="71433"/>
                  <a:pt x="7146842" y="100858"/>
                </a:cubicBezTo>
                <a:cubicBezTo>
                  <a:pt x="6966424" y="130283"/>
                  <a:pt x="6836691" y="78893"/>
                  <a:pt x="6691541" y="100858"/>
                </a:cubicBezTo>
                <a:cubicBezTo>
                  <a:pt x="6546391" y="122823"/>
                  <a:pt x="6161732" y="96929"/>
                  <a:pt x="5884417" y="100858"/>
                </a:cubicBezTo>
                <a:cubicBezTo>
                  <a:pt x="5607102" y="104787"/>
                  <a:pt x="5399769" y="71203"/>
                  <a:pt x="5077293" y="100858"/>
                </a:cubicBezTo>
                <a:cubicBezTo>
                  <a:pt x="4754817" y="130513"/>
                  <a:pt x="4780101" y="110562"/>
                  <a:pt x="4621992" y="100858"/>
                </a:cubicBezTo>
                <a:cubicBezTo>
                  <a:pt x="4463883" y="91154"/>
                  <a:pt x="4080268" y="82653"/>
                  <a:pt x="3932143" y="100858"/>
                </a:cubicBezTo>
                <a:cubicBezTo>
                  <a:pt x="3784018" y="119063"/>
                  <a:pt x="3606068" y="107585"/>
                  <a:pt x="3359567" y="100858"/>
                </a:cubicBezTo>
                <a:cubicBezTo>
                  <a:pt x="3113066" y="94131"/>
                  <a:pt x="2833730" y="108463"/>
                  <a:pt x="2435169" y="100858"/>
                </a:cubicBezTo>
                <a:cubicBezTo>
                  <a:pt x="2036608" y="93253"/>
                  <a:pt x="1979570" y="109496"/>
                  <a:pt x="1745319" y="100858"/>
                </a:cubicBezTo>
                <a:cubicBezTo>
                  <a:pt x="1511068" y="92221"/>
                  <a:pt x="1304277" y="99602"/>
                  <a:pt x="938195" y="100858"/>
                </a:cubicBezTo>
                <a:cubicBezTo>
                  <a:pt x="572113" y="102114"/>
                  <a:pt x="673750" y="115329"/>
                  <a:pt x="600169" y="100858"/>
                </a:cubicBezTo>
                <a:cubicBezTo>
                  <a:pt x="526588" y="86387"/>
                  <a:pt x="223952" y="122492"/>
                  <a:pt x="0" y="100858"/>
                </a:cubicBezTo>
                <a:cubicBezTo>
                  <a:pt x="-124" y="56937"/>
                  <a:pt x="-3196" y="35397"/>
                  <a:pt x="0" y="0"/>
                </a:cubicBezTo>
                <a:close/>
              </a:path>
              <a:path w="11727443" h="100858" stroke="0" extrusionOk="0">
                <a:moveTo>
                  <a:pt x="0" y="0"/>
                </a:moveTo>
                <a:cubicBezTo>
                  <a:pt x="226598" y="-20463"/>
                  <a:pt x="284703" y="21278"/>
                  <a:pt x="455301" y="0"/>
                </a:cubicBezTo>
                <a:cubicBezTo>
                  <a:pt x="625899" y="-21278"/>
                  <a:pt x="975360" y="-38169"/>
                  <a:pt x="1379699" y="0"/>
                </a:cubicBezTo>
                <a:cubicBezTo>
                  <a:pt x="1784038" y="38169"/>
                  <a:pt x="1553897" y="10715"/>
                  <a:pt x="1717725" y="0"/>
                </a:cubicBezTo>
                <a:cubicBezTo>
                  <a:pt x="1881553" y="-10715"/>
                  <a:pt x="1957404" y="7512"/>
                  <a:pt x="2055752" y="0"/>
                </a:cubicBezTo>
                <a:cubicBezTo>
                  <a:pt x="2154100" y="-7512"/>
                  <a:pt x="2455093" y="6931"/>
                  <a:pt x="2745601" y="0"/>
                </a:cubicBezTo>
                <a:cubicBezTo>
                  <a:pt x="3036109" y="-6931"/>
                  <a:pt x="3200578" y="-6899"/>
                  <a:pt x="3318177" y="0"/>
                </a:cubicBezTo>
                <a:cubicBezTo>
                  <a:pt x="3435776" y="6899"/>
                  <a:pt x="3830972" y="-29023"/>
                  <a:pt x="4125301" y="0"/>
                </a:cubicBezTo>
                <a:cubicBezTo>
                  <a:pt x="4419630" y="29023"/>
                  <a:pt x="4438628" y="-3380"/>
                  <a:pt x="4580601" y="0"/>
                </a:cubicBezTo>
                <a:cubicBezTo>
                  <a:pt x="4722574" y="3380"/>
                  <a:pt x="5287872" y="-26084"/>
                  <a:pt x="5505000" y="0"/>
                </a:cubicBezTo>
                <a:cubicBezTo>
                  <a:pt x="5722128" y="26084"/>
                  <a:pt x="5845495" y="-3138"/>
                  <a:pt x="6077575" y="0"/>
                </a:cubicBezTo>
                <a:cubicBezTo>
                  <a:pt x="6309655" y="3138"/>
                  <a:pt x="6416497" y="-9038"/>
                  <a:pt x="6532876" y="0"/>
                </a:cubicBezTo>
                <a:cubicBezTo>
                  <a:pt x="6649255" y="9038"/>
                  <a:pt x="6798774" y="17432"/>
                  <a:pt x="6988176" y="0"/>
                </a:cubicBezTo>
                <a:cubicBezTo>
                  <a:pt x="7177578" y="-17432"/>
                  <a:pt x="7432115" y="-1508"/>
                  <a:pt x="7560751" y="0"/>
                </a:cubicBezTo>
                <a:cubicBezTo>
                  <a:pt x="7689387" y="1508"/>
                  <a:pt x="7817048" y="19459"/>
                  <a:pt x="8016052" y="0"/>
                </a:cubicBezTo>
                <a:cubicBezTo>
                  <a:pt x="8215056" y="-19459"/>
                  <a:pt x="8384141" y="13593"/>
                  <a:pt x="8705902" y="0"/>
                </a:cubicBezTo>
                <a:cubicBezTo>
                  <a:pt x="9027663" y="-13593"/>
                  <a:pt x="8932873" y="-16432"/>
                  <a:pt x="9043928" y="0"/>
                </a:cubicBezTo>
                <a:cubicBezTo>
                  <a:pt x="9154983" y="16432"/>
                  <a:pt x="9568699" y="-30219"/>
                  <a:pt x="9733778" y="0"/>
                </a:cubicBezTo>
                <a:cubicBezTo>
                  <a:pt x="9898857" y="30219"/>
                  <a:pt x="9973728" y="-1849"/>
                  <a:pt x="10071804" y="0"/>
                </a:cubicBezTo>
                <a:cubicBezTo>
                  <a:pt x="10169880" y="1849"/>
                  <a:pt x="10558830" y="-12560"/>
                  <a:pt x="10996202" y="0"/>
                </a:cubicBezTo>
                <a:cubicBezTo>
                  <a:pt x="11433574" y="12560"/>
                  <a:pt x="11579031" y="-6546"/>
                  <a:pt x="11727443" y="0"/>
                </a:cubicBezTo>
                <a:cubicBezTo>
                  <a:pt x="11729168" y="25018"/>
                  <a:pt x="11723362" y="74256"/>
                  <a:pt x="11727443" y="100858"/>
                </a:cubicBezTo>
                <a:cubicBezTo>
                  <a:pt x="11466834" y="85519"/>
                  <a:pt x="11273864" y="83363"/>
                  <a:pt x="11154868" y="100858"/>
                </a:cubicBezTo>
                <a:cubicBezTo>
                  <a:pt x="11035872" y="118353"/>
                  <a:pt x="10917509" y="98250"/>
                  <a:pt x="10816842" y="100858"/>
                </a:cubicBezTo>
                <a:cubicBezTo>
                  <a:pt x="10716175" y="103466"/>
                  <a:pt x="10190281" y="93289"/>
                  <a:pt x="9892443" y="100858"/>
                </a:cubicBezTo>
                <a:cubicBezTo>
                  <a:pt x="9594605" y="108427"/>
                  <a:pt x="9385168" y="118111"/>
                  <a:pt x="9202594" y="100858"/>
                </a:cubicBezTo>
                <a:cubicBezTo>
                  <a:pt x="9020020" y="83605"/>
                  <a:pt x="8470284" y="126256"/>
                  <a:pt x="8278195" y="100858"/>
                </a:cubicBezTo>
                <a:cubicBezTo>
                  <a:pt x="8086106" y="75460"/>
                  <a:pt x="7779236" y="101234"/>
                  <a:pt x="7588345" y="100858"/>
                </a:cubicBezTo>
                <a:cubicBezTo>
                  <a:pt x="7397454" y="100483"/>
                  <a:pt x="7324210" y="98320"/>
                  <a:pt x="7250319" y="100858"/>
                </a:cubicBezTo>
                <a:cubicBezTo>
                  <a:pt x="7176428" y="103396"/>
                  <a:pt x="6743284" y="112839"/>
                  <a:pt x="6325921" y="100858"/>
                </a:cubicBezTo>
                <a:cubicBezTo>
                  <a:pt x="5908558" y="88877"/>
                  <a:pt x="6095670" y="116342"/>
                  <a:pt x="5870620" y="100858"/>
                </a:cubicBezTo>
                <a:cubicBezTo>
                  <a:pt x="5645570" y="85374"/>
                  <a:pt x="5700885" y="115088"/>
                  <a:pt x="5532594" y="100858"/>
                </a:cubicBezTo>
                <a:cubicBezTo>
                  <a:pt x="5364303" y="86628"/>
                  <a:pt x="5212740" y="105293"/>
                  <a:pt x="4960019" y="100858"/>
                </a:cubicBezTo>
                <a:cubicBezTo>
                  <a:pt x="4707298" y="96423"/>
                  <a:pt x="4491720" y="108840"/>
                  <a:pt x="4035620" y="100858"/>
                </a:cubicBezTo>
                <a:cubicBezTo>
                  <a:pt x="3579520" y="92876"/>
                  <a:pt x="3768890" y="79226"/>
                  <a:pt x="3580319" y="100858"/>
                </a:cubicBezTo>
                <a:cubicBezTo>
                  <a:pt x="3391748" y="122490"/>
                  <a:pt x="3059393" y="71723"/>
                  <a:pt x="2655921" y="100858"/>
                </a:cubicBezTo>
                <a:cubicBezTo>
                  <a:pt x="2252449" y="129993"/>
                  <a:pt x="2021995" y="121740"/>
                  <a:pt x="1848797" y="100858"/>
                </a:cubicBezTo>
                <a:cubicBezTo>
                  <a:pt x="1675599" y="79976"/>
                  <a:pt x="1263502" y="106737"/>
                  <a:pt x="924398" y="100858"/>
                </a:cubicBezTo>
                <a:cubicBezTo>
                  <a:pt x="585294" y="94979"/>
                  <a:pt x="216313" y="56521"/>
                  <a:pt x="0" y="100858"/>
                </a:cubicBezTo>
                <a:cubicBezTo>
                  <a:pt x="-4094" y="59488"/>
                  <a:pt x="2375" y="29231"/>
                  <a:pt x="0" y="0"/>
                </a:cubicBezTo>
                <a:close/>
              </a:path>
            </a:pathLst>
          </a:custGeom>
          <a:solidFill>
            <a:srgbClr val="007DA9"/>
          </a:solidFill>
          <a:ln w="44450" cap="rnd">
            <a:solidFill>
              <a:srgbClr val="007DA9"/>
            </a:solidFill>
            <a:round/>
            <a:extLst>
              <a:ext uri="{C807C97D-BFC1-408E-A445-0C87EB9F89A2}">
                <ask:lineSketchStyleProps xmlns:ask="http://schemas.microsoft.com/office/drawing/2018/sketchyshapes" sd="2863741219">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rgbClr val="007DA9"/>
                </a:solidFill>
              </a:rPr>
              <a:t>‘</a:t>
            </a:r>
          </a:p>
        </p:txBody>
      </p:sp>
      <p:sp>
        <p:nvSpPr>
          <p:cNvPr id="6" name="Retângulo 5">
            <a:extLst>
              <a:ext uri="{FF2B5EF4-FFF2-40B4-BE49-F238E27FC236}">
                <a16:creationId xmlns:a16="http://schemas.microsoft.com/office/drawing/2014/main" id="{75A73C3C-8B20-52B4-84E9-E8482CE50A37}"/>
              </a:ext>
            </a:extLst>
          </p:cNvPr>
          <p:cNvSpPr/>
          <p:nvPr/>
        </p:nvSpPr>
        <p:spPr>
          <a:xfrm>
            <a:off x="480496" y="3481491"/>
            <a:ext cx="2322449" cy="1182363"/>
          </a:xfrm>
          <a:prstGeom prst="rect">
            <a:avLst/>
          </a:prstGeom>
          <a:solidFill>
            <a:srgbClr val="007DA9"/>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latin typeface="Impact" panose="020B0806030902050204" pitchFamily="34" charset="0"/>
              </a:rPr>
              <a:t>Constituem uma forma de organizar os nossos dados....</a:t>
            </a:r>
          </a:p>
        </p:txBody>
      </p:sp>
      <p:sp>
        <p:nvSpPr>
          <p:cNvPr id="10" name="Losango 9">
            <a:extLst>
              <a:ext uri="{FF2B5EF4-FFF2-40B4-BE49-F238E27FC236}">
                <a16:creationId xmlns:a16="http://schemas.microsoft.com/office/drawing/2014/main" id="{D2C7FC74-CF87-38EC-3209-7FAD792F6A53}"/>
              </a:ext>
            </a:extLst>
          </p:cNvPr>
          <p:cNvSpPr/>
          <p:nvPr/>
        </p:nvSpPr>
        <p:spPr>
          <a:xfrm>
            <a:off x="3370847" y="3553019"/>
            <a:ext cx="1291472" cy="1039305"/>
          </a:xfrm>
          <a:prstGeom prst="diamond">
            <a:avLst/>
          </a:prstGeom>
          <a:solidFill>
            <a:srgbClr val="007DA9"/>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sz="1000" dirty="0">
              <a:latin typeface="Impact" panose="020B0806030902050204" pitchFamily="34" charset="0"/>
            </a:endParaRPr>
          </a:p>
        </p:txBody>
      </p:sp>
      <p:sp>
        <p:nvSpPr>
          <p:cNvPr id="11" name="CaixaDeTexto 10">
            <a:extLst>
              <a:ext uri="{FF2B5EF4-FFF2-40B4-BE49-F238E27FC236}">
                <a16:creationId xmlns:a16="http://schemas.microsoft.com/office/drawing/2014/main" id="{D6E7579D-CEB9-0E45-44D6-C9D2F67687A9}"/>
              </a:ext>
            </a:extLst>
          </p:cNvPr>
          <p:cNvSpPr txBox="1"/>
          <p:nvPr/>
        </p:nvSpPr>
        <p:spPr>
          <a:xfrm>
            <a:off x="3574042" y="3898117"/>
            <a:ext cx="926857" cy="372409"/>
          </a:xfrm>
          <a:prstGeom prst="rect">
            <a:avLst/>
          </a:prstGeom>
          <a:noFill/>
        </p:spPr>
        <p:txBody>
          <a:bodyPr wrap="none" rtlCol="0">
            <a:spAutoFit/>
          </a:bodyPr>
          <a:lstStyle/>
          <a:p>
            <a:r>
              <a:rPr lang="pt-BR" sz="1600" dirty="0">
                <a:solidFill>
                  <a:schemeClr val="bg1"/>
                </a:solidFill>
                <a:latin typeface="Impact" panose="020B0806030902050204" pitchFamily="34" charset="0"/>
              </a:rPr>
              <a:t>Pra que?</a:t>
            </a:r>
          </a:p>
        </p:txBody>
      </p:sp>
      <p:sp>
        <p:nvSpPr>
          <p:cNvPr id="12" name="Retângulo 11">
            <a:extLst>
              <a:ext uri="{FF2B5EF4-FFF2-40B4-BE49-F238E27FC236}">
                <a16:creationId xmlns:a16="http://schemas.microsoft.com/office/drawing/2014/main" id="{A417A1E8-22D1-BE75-3F10-C1C5827586BC}"/>
              </a:ext>
            </a:extLst>
          </p:cNvPr>
          <p:cNvSpPr/>
          <p:nvPr/>
        </p:nvSpPr>
        <p:spPr>
          <a:xfrm>
            <a:off x="5235587" y="3483903"/>
            <a:ext cx="2322449" cy="1182363"/>
          </a:xfrm>
          <a:prstGeom prst="rect">
            <a:avLst/>
          </a:prstGeom>
          <a:solidFill>
            <a:srgbClr val="007DA9"/>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pt-BR" dirty="0">
                <a:latin typeface="Impact" panose="020B0806030902050204" pitchFamily="34" charset="0"/>
              </a:rPr>
              <a:t>Facilitar: </a:t>
            </a:r>
          </a:p>
          <a:p>
            <a:r>
              <a:rPr lang="pt-BR" dirty="0">
                <a:latin typeface="Impact" panose="020B0806030902050204" pitchFamily="34" charset="0"/>
              </a:rPr>
              <a:t>1 – Armazenamento;</a:t>
            </a:r>
          </a:p>
          <a:p>
            <a:r>
              <a:rPr lang="pt-BR" dirty="0">
                <a:latin typeface="Impact" panose="020B0806030902050204" pitchFamily="34" charset="0"/>
              </a:rPr>
              <a:t>2 - Processamento e; </a:t>
            </a:r>
          </a:p>
          <a:p>
            <a:r>
              <a:rPr lang="pt-BR" dirty="0">
                <a:latin typeface="Impact" panose="020B0806030902050204" pitchFamily="34" charset="0"/>
              </a:rPr>
              <a:t>3 - Análise</a:t>
            </a:r>
          </a:p>
        </p:txBody>
      </p:sp>
      <p:sp>
        <p:nvSpPr>
          <p:cNvPr id="13" name="Retângulo 12">
            <a:extLst>
              <a:ext uri="{FF2B5EF4-FFF2-40B4-BE49-F238E27FC236}">
                <a16:creationId xmlns:a16="http://schemas.microsoft.com/office/drawing/2014/main" id="{C12EF300-6622-677A-6F80-0BDB874D8530}"/>
              </a:ext>
            </a:extLst>
          </p:cNvPr>
          <p:cNvSpPr/>
          <p:nvPr/>
        </p:nvSpPr>
        <p:spPr>
          <a:xfrm>
            <a:off x="8344556" y="2918692"/>
            <a:ext cx="3292244" cy="2309091"/>
          </a:xfrm>
          <a:prstGeom prst="rect">
            <a:avLst/>
          </a:prstGeom>
          <a:solidFill>
            <a:srgbClr val="007DA9"/>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pt-BR" dirty="0">
                <a:latin typeface="Impact" panose="020B0806030902050204" pitchFamily="34" charset="0"/>
              </a:rPr>
              <a:t>O que envolve: </a:t>
            </a:r>
          </a:p>
          <a:p>
            <a:endParaRPr lang="pt-BR" dirty="0">
              <a:latin typeface="Impact" panose="020B0806030902050204" pitchFamily="34" charset="0"/>
            </a:endParaRPr>
          </a:p>
          <a:p>
            <a:r>
              <a:rPr lang="pt-BR" dirty="0">
                <a:latin typeface="Impact" panose="020B0806030902050204" pitchFamily="34" charset="0"/>
              </a:rPr>
              <a:t>1 - Escolha do formato de armazenamento</a:t>
            </a:r>
          </a:p>
          <a:p>
            <a:r>
              <a:rPr lang="pt-BR" dirty="0">
                <a:latin typeface="Impact" panose="020B0806030902050204" pitchFamily="34" charset="0"/>
              </a:rPr>
              <a:t>2 - Forma de indexação;</a:t>
            </a:r>
          </a:p>
          <a:p>
            <a:r>
              <a:rPr lang="pt-BR" dirty="0">
                <a:latin typeface="Impact" panose="020B0806030902050204" pitchFamily="34" charset="0"/>
              </a:rPr>
              <a:t>3 - Como eles são acessados e manipulados</a:t>
            </a:r>
          </a:p>
        </p:txBody>
      </p:sp>
      <p:cxnSp>
        <p:nvCxnSpPr>
          <p:cNvPr id="18" name="Conector de Seta Reta 17">
            <a:extLst>
              <a:ext uri="{FF2B5EF4-FFF2-40B4-BE49-F238E27FC236}">
                <a16:creationId xmlns:a16="http://schemas.microsoft.com/office/drawing/2014/main" id="{E554958C-894C-8225-C988-4827AC5A9CC5}"/>
              </a:ext>
            </a:extLst>
          </p:cNvPr>
          <p:cNvCxnSpPr>
            <a:cxnSpLocks/>
            <a:stCxn id="6" idx="3"/>
            <a:endCxn id="10" idx="1"/>
          </p:cNvCxnSpPr>
          <p:nvPr/>
        </p:nvCxnSpPr>
        <p:spPr>
          <a:xfrm flipV="1">
            <a:off x="2802945" y="4072672"/>
            <a:ext cx="567902" cy="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Conector de Seta Reta 21">
            <a:extLst>
              <a:ext uri="{FF2B5EF4-FFF2-40B4-BE49-F238E27FC236}">
                <a16:creationId xmlns:a16="http://schemas.microsoft.com/office/drawing/2014/main" id="{9F5040A1-6156-9BDA-263C-856CB445D315}"/>
              </a:ext>
            </a:extLst>
          </p:cNvPr>
          <p:cNvCxnSpPr>
            <a:stCxn id="10" idx="3"/>
            <a:endCxn id="12" idx="1"/>
          </p:cNvCxnSpPr>
          <p:nvPr/>
        </p:nvCxnSpPr>
        <p:spPr>
          <a:xfrm>
            <a:off x="4662319" y="4072672"/>
            <a:ext cx="573268" cy="241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Conector de Seta Reta 23">
            <a:extLst>
              <a:ext uri="{FF2B5EF4-FFF2-40B4-BE49-F238E27FC236}">
                <a16:creationId xmlns:a16="http://schemas.microsoft.com/office/drawing/2014/main" id="{6B4FFA71-4AE2-7766-83A7-A8CDD3C8CEB1}"/>
              </a:ext>
            </a:extLst>
          </p:cNvPr>
          <p:cNvCxnSpPr>
            <a:cxnSpLocks/>
            <a:stCxn id="12" idx="3"/>
            <a:endCxn id="13" idx="1"/>
          </p:cNvCxnSpPr>
          <p:nvPr/>
        </p:nvCxnSpPr>
        <p:spPr>
          <a:xfrm flipV="1">
            <a:off x="7558036" y="4073238"/>
            <a:ext cx="786520" cy="184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950440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2"/>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24"/>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p:bldP spid="12" grpId="0" animBg="1"/>
      <p:bldP spid="13"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35BFF9-5397-9F8C-870D-5BE468EAB1C7}"/>
            </a:ext>
          </a:extLst>
        </p:cNvPr>
        <p:cNvGrpSpPr/>
        <p:nvPr/>
      </p:nvGrpSpPr>
      <p:grpSpPr>
        <a:xfrm>
          <a:off x="0" y="0"/>
          <a:ext cx="0" cy="0"/>
          <a:chOff x="0" y="0"/>
          <a:chExt cx="0" cy="0"/>
        </a:xfrm>
      </p:grpSpPr>
      <p:sp>
        <p:nvSpPr>
          <p:cNvPr id="4" name="Retângulo 3">
            <a:extLst>
              <a:ext uri="{FF2B5EF4-FFF2-40B4-BE49-F238E27FC236}">
                <a16:creationId xmlns:a16="http://schemas.microsoft.com/office/drawing/2014/main" id="{C576F564-EE53-B059-325B-54908C2B3B29}"/>
              </a:ext>
            </a:extLst>
          </p:cNvPr>
          <p:cNvSpPr/>
          <p:nvPr/>
        </p:nvSpPr>
        <p:spPr>
          <a:xfrm>
            <a:off x="355104" y="1426718"/>
            <a:ext cx="11425561" cy="5294757"/>
          </a:xfrm>
          <a:prstGeom prst="rect">
            <a:avLst/>
          </a:prstGeom>
          <a:solidFill>
            <a:schemeClr val="accent2">
              <a:lumMod val="20000"/>
              <a:lumOff val="80000"/>
            </a:schemeClr>
          </a:solidFill>
          <a:ln>
            <a:solidFill>
              <a:srgbClr val="007DA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noFill/>
            </a:endParaRPr>
          </a:p>
        </p:txBody>
      </p:sp>
      <p:sp>
        <p:nvSpPr>
          <p:cNvPr id="3" name="CaixaDeTexto 2">
            <a:extLst>
              <a:ext uri="{FF2B5EF4-FFF2-40B4-BE49-F238E27FC236}">
                <a16:creationId xmlns:a16="http://schemas.microsoft.com/office/drawing/2014/main" id="{B4B76515-92E6-3F65-0E51-6403CBF2B491}"/>
              </a:ext>
            </a:extLst>
          </p:cNvPr>
          <p:cNvSpPr txBox="1"/>
          <p:nvPr/>
        </p:nvSpPr>
        <p:spPr>
          <a:xfrm>
            <a:off x="130373" y="169518"/>
            <a:ext cx="10487075" cy="1107996"/>
          </a:xfrm>
          <a:prstGeom prst="rect">
            <a:avLst/>
          </a:prstGeom>
          <a:noFill/>
        </p:spPr>
        <p:txBody>
          <a:bodyPr wrap="square" rtlCol="0">
            <a:spAutoFit/>
          </a:bodyPr>
          <a:lstStyle/>
          <a:p>
            <a:r>
              <a:rPr lang="pt-BR" sz="6600" dirty="0">
                <a:solidFill>
                  <a:srgbClr val="007DA9"/>
                </a:solidFill>
                <a:latin typeface="Impact" panose="020B0806030902050204" pitchFamily="34" charset="0"/>
              </a:rPr>
              <a:t>Tipos de Estrutura de Dados</a:t>
            </a:r>
          </a:p>
        </p:txBody>
      </p:sp>
      <p:sp>
        <p:nvSpPr>
          <p:cNvPr id="2" name="CaixaDeTexto 1">
            <a:extLst>
              <a:ext uri="{FF2B5EF4-FFF2-40B4-BE49-F238E27FC236}">
                <a16:creationId xmlns:a16="http://schemas.microsoft.com/office/drawing/2014/main" id="{013C05AC-FB30-84CF-7E71-7660F77580EF}"/>
              </a:ext>
            </a:extLst>
          </p:cNvPr>
          <p:cNvSpPr txBox="1"/>
          <p:nvPr/>
        </p:nvSpPr>
        <p:spPr>
          <a:xfrm>
            <a:off x="355103" y="1825242"/>
            <a:ext cx="11425561" cy="2031325"/>
          </a:xfrm>
          <a:prstGeom prst="rect">
            <a:avLst/>
          </a:prstGeom>
          <a:noFill/>
        </p:spPr>
        <p:txBody>
          <a:bodyPr wrap="square" rtlCol="0">
            <a:spAutoFit/>
          </a:bodyPr>
          <a:lstStyle>
            <a:defPPr>
              <a:defRPr lang="pt-BR"/>
            </a:defPPr>
            <a:lvl1pPr>
              <a:defRPr>
                <a:solidFill>
                  <a:srgbClr val="007DA9"/>
                </a:solidFill>
                <a:latin typeface="Impact" panose="020B0806030902050204" pitchFamily="34" charset="0"/>
              </a:defRPr>
            </a:lvl1pPr>
          </a:lstStyle>
          <a:p>
            <a:r>
              <a:rPr lang="pt-BR" dirty="0"/>
              <a:t>Pilha (Stack)</a:t>
            </a:r>
          </a:p>
          <a:p>
            <a:endParaRPr lang="pt-BR" dirty="0"/>
          </a:p>
          <a:p>
            <a:r>
              <a:rPr lang="pt-BR" dirty="0"/>
              <a:t>Pilha é útil para operações temporárias durante o processamento de dados, como na execução de tarefas que precisam ser resolvidas na ordem inversa em que foram iniciadas.</a:t>
            </a:r>
          </a:p>
          <a:p>
            <a:endParaRPr lang="pt-BR" dirty="0"/>
          </a:p>
          <a:p>
            <a:r>
              <a:rPr lang="pt-BR" dirty="0"/>
              <a:t>Exemplo: No processamento de logs ou eventos, uma pilha pode ser usada para rastrear a ordem de eventos que precisam ser desfeitos ou reprocessados.</a:t>
            </a:r>
          </a:p>
        </p:txBody>
      </p:sp>
      <p:sp>
        <p:nvSpPr>
          <p:cNvPr id="8" name="sketchy line">
            <a:extLst>
              <a:ext uri="{FF2B5EF4-FFF2-40B4-BE49-F238E27FC236}">
                <a16:creationId xmlns:a16="http://schemas.microsoft.com/office/drawing/2014/main" id="{096863DC-7DB0-D58B-563A-D86C00F1674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68062" y="1184695"/>
            <a:ext cx="11727443" cy="100858"/>
          </a:xfrm>
          <a:custGeom>
            <a:avLst/>
            <a:gdLst>
              <a:gd name="connsiteX0" fmla="*/ 0 w 11727443"/>
              <a:gd name="connsiteY0" fmla="*/ 0 h 100858"/>
              <a:gd name="connsiteX1" fmla="*/ 455301 w 11727443"/>
              <a:gd name="connsiteY1" fmla="*/ 0 h 100858"/>
              <a:gd name="connsiteX2" fmla="*/ 1379699 w 11727443"/>
              <a:gd name="connsiteY2" fmla="*/ 0 h 100858"/>
              <a:gd name="connsiteX3" fmla="*/ 2069549 w 11727443"/>
              <a:gd name="connsiteY3" fmla="*/ 0 h 100858"/>
              <a:gd name="connsiteX4" fmla="*/ 2524849 w 11727443"/>
              <a:gd name="connsiteY4" fmla="*/ 0 h 100858"/>
              <a:gd name="connsiteX5" fmla="*/ 2862876 w 11727443"/>
              <a:gd name="connsiteY5" fmla="*/ 0 h 100858"/>
              <a:gd name="connsiteX6" fmla="*/ 3787274 w 11727443"/>
              <a:gd name="connsiteY6" fmla="*/ 0 h 100858"/>
              <a:gd name="connsiteX7" fmla="*/ 4359849 w 11727443"/>
              <a:gd name="connsiteY7" fmla="*/ 0 h 100858"/>
              <a:gd name="connsiteX8" fmla="*/ 5284248 w 11727443"/>
              <a:gd name="connsiteY8" fmla="*/ 0 h 100858"/>
              <a:gd name="connsiteX9" fmla="*/ 5622274 w 11727443"/>
              <a:gd name="connsiteY9" fmla="*/ 0 h 100858"/>
              <a:gd name="connsiteX10" fmla="*/ 6077575 w 11727443"/>
              <a:gd name="connsiteY10" fmla="*/ 0 h 100858"/>
              <a:gd name="connsiteX11" fmla="*/ 7001973 w 11727443"/>
              <a:gd name="connsiteY11" fmla="*/ 0 h 100858"/>
              <a:gd name="connsiteX12" fmla="*/ 7926372 w 11727443"/>
              <a:gd name="connsiteY12" fmla="*/ 0 h 100858"/>
              <a:gd name="connsiteX13" fmla="*/ 8498947 w 11727443"/>
              <a:gd name="connsiteY13" fmla="*/ 0 h 100858"/>
              <a:gd name="connsiteX14" fmla="*/ 8836973 w 11727443"/>
              <a:gd name="connsiteY14" fmla="*/ 0 h 100858"/>
              <a:gd name="connsiteX15" fmla="*/ 9644097 w 11727443"/>
              <a:gd name="connsiteY15" fmla="*/ 0 h 100858"/>
              <a:gd name="connsiteX16" fmla="*/ 10333947 w 11727443"/>
              <a:gd name="connsiteY16" fmla="*/ 0 h 100858"/>
              <a:gd name="connsiteX17" fmla="*/ 10906522 w 11727443"/>
              <a:gd name="connsiteY17" fmla="*/ 0 h 100858"/>
              <a:gd name="connsiteX18" fmla="*/ 11727443 w 11727443"/>
              <a:gd name="connsiteY18" fmla="*/ 0 h 100858"/>
              <a:gd name="connsiteX19" fmla="*/ 11727443 w 11727443"/>
              <a:gd name="connsiteY19" fmla="*/ 100858 h 100858"/>
              <a:gd name="connsiteX20" fmla="*/ 10920319 w 11727443"/>
              <a:gd name="connsiteY20" fmla="*/ 100858 h 100858"/>
              <a:gd name="connsiteX21" fmla="*/ 10465018 w 11727443"/>
              <a:gd name="connsiteY21" fmla="*/ 100858 h 100858"/>
              <a:gd name="connsiteX22" fmla="*/ 9892443 w 11727443"/>
              <a:gd name="connsiteY22" fmla="*/ 100858 h 100858"/>
              <a:gd name="connsiteX23" fmla="*/ 8968045 w 11727443"/>
              <a:gd name="connsiteY23" fmla="*/ 100858 h 100858"/>
              <a:gd name="connsiteX24" fmla="*/ 8630018 w 11727443"/>
              <a:gd name="connsiteY24" fmla="*/ 100858 h 100858"/>
              <a:gd name="connsiteX25" fmla="*/ 8291992 w 11727443"/>
              <a:gd name="connsiteY25" fmla="*/ 100858 h 100858"/>
              <a:gd name="connsiteX26" fmla="*/ 7953966 w 11727443"/>
              <a:gd name="connsiteY26" fmla="*/ 100858 h 100858"/>
              <a:gd name="connsiteX27" fmla="*/ 7146842 w 11727443"/>
              <a:gd name="connsiteY27" fmla="*/ 100858 h 100858"/>
              <a:gd name="connsiteX28" fmla="*/ 6691541 w 11727443"/>
              <a:gd name="connsiteY28" fmla="*/ 100858 h 100858"/>
              <a:gd name="connsiteX29" fmla="*/ 5884417 w 11727443"/>
              <a:gd name="connsiteY29" fmla="*/ 100858 h 100858"/>
              <a:gd name="connsiteX30" fmla="*/ 5077293 w 11727443"/>
              <a:gd name="connsiteY30" fmla="*/ 100858 h 100858"/>
              <a:gd name="connsiteX31" fmla="*/ 4621992 w 11727443"/>
              <a:gd name="connsiteY31" fmla="*/ 100858 h 100858"/>
              <a:gd name="connsiteX32" fmla="*/ 3932143 w 11727443"/>
              <a:gd name="connsiteY32" fmla="*/ 100858 h 100858"/>
              <a:gd name="connsiteX33" fmla="*/ 3359567 w 11727443"/>
              <a:gd name="connsiteY33" fmla="*/ 100858 h 100858"/>
              <a:gd name="connsiteX34" fmla="*/ 2435169 w 11727443"/>
              <a:gd name="connsiteY34" fmla="*/ 100858 h 100858"/>
              <a:gd name="connsiteX35" fmla="*/ 1745319 w 11727443"/>
              <a:gd name="connsiteY35" fmla="*/ 100858 h 100858"/>
              <a:gd name="connsiteX36" fmla="*/ 938195 w 11727443"/>
              <a:gd name="connsiteY36" fmla="*/ 100858 h 100858"/>
              <a:gd name="connsiteX37" fmla="*/ 600169 w 11727443"/>
              <a:gd name="connsiteY37" fmla="*/ 100858 h 100858"/>
              <a:gd name="connsiteX38" fmla="*/ 0 w 11727443"/>
              <a:gd name="connsiteY38" fmla="*/ 100858 h 100858"/>
              <a:gd name="connsiteX39" fmla="*/ 0 w 11727443"/>
              <a:gd name="connsiteY39" fmla="*/ 0 h 1008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11727443" h="100858" fill="none" extrusionOk="0">
                <a:moveTo>
                  <a:pt x="0" y="0"/>
                </a:moveTo>
                <a:cubicBezTo>
                  <a:pt x="177575" y="-8335"/>
                  <a:pt x="289292" y="-22372"/>
                  <a:pt x="455301" y="0"/>
                </a:cubicBezTo>
                <a:cubicBezTo>
                  <a:pt x="621310" y="22372"/>
                  <a:pt x="959229" y="316"/>
                  <a:pt x="1379699" y="0"/>
                </a:cubicBezTo>
                <a:cubicBezTo>
                  <a:pt x="1800169" y="-316"/>
                  <a:pt x="1910290" y="-19988"/>
                  <a:pt x="2069549" y="0"/>
                </a:cubicBezTo>
                <a:cubicBezTo>
                  <a:pt x="2228808" y="19988"/>
                  <a:pt x="2328018" y="-6436"/>
                  <a:pt x="2524849" y="0"/>
                </a:cubicBezTo>
                <a:cubicBezTo>
                  <a:pt x="2721680" y="6436"/>
                  <a:pt x="2744923" y="692"/>
                  <a:pt x="2862876" y="0"/>
                </a:cubicBezTo>
                <a:cubicBezTo>
                  <a:pt x="2980829" y="-692"/>
                  <a:pt x="3455105" y="28803"/>
                  <a:pt x="3787274" y="0"/>
                </a:cubicBezTo>
                <a:cubicBezTo>
                  <a:pt x="4119443" y="-28803"/>
                  <a:pt x="4093258" y="3515"/>
                  <a:pt x="4359849" y="0"/>
                </a:cubicBezTo>
                <a:cubicBezTo>
                  <a:pt x="4626441" y="-3515"/>
                  <a:pt x="4994558" y="-15931"/>
                  <a:pt x="5284248" y="0"/>
                </a:cubicBezTo>
                <a:cubicBezTo>
                  <a:pt x="5573938" y="15931"/>
                  <a:pt x="5518095" y="-13412"/>
                  <a:pt x="5622274" y="0"/>
                </a:cubicBezTo>
                <a:cubicBezTo>
                  <a:pt x="5726453" y="13412"/>
                  <a:pt x="5919345" y="19043"/>
                  <a:pt x="6077575" y="0"/>
                </a:cubicBezTo>
                <a:cubicBezTo>
                  <a:pt x="6235805" y="-19043"/>
                  <a:pt x="6637812" y="29609"/>
                  <a:pt x="7001973" y="0"/>
                </a:cubicBezTo>
                <a:cubicBezTo>
                  <a:pt x="7366134" y="-29609"/>
                  <a:pt x="7716303" y="17424"/>
                  <a:pt x="7926372" y="0"/>
                </a:cubicBezTo>
                <a:cubicBezTo>
                  <a:pt x="8136441" y="-17424"/>
                  <a:pt x="8378864" y="-19420"/>
                  <a:pt x="8498947" y="0"/>
                </a:cubicBezTo>
                <a:cubicBezTo>
                  <a:pt x="8619031" y="19420"/>
                  <a:pt x="8765062" y="-15679"/>
                  <a:pt x="8836973" y="0"/>
                </a:cubicBezTo>
                <a:cubicBezTo>
                  <a:pt x="8908884" y="15679"/>
                  <a:pt x="9288035" y="12756"/>
                  <a:pt x="9644097" y="0"/>
                </a:cubicBezTo>
                <a:cubicBezTo>
                  <a:pt x="10000159" y="-12756"/>
                  <a:pt x="10089663" y="-5649"/>
                  <a:pt x="10333947" y="0"/>
                </a:cubicBezTo>
                <a:cubicBezTo>
                  <a:pt x="10578231" y="5649"/>
                  <a:pt x="10785095" y="27917"/>
                  <a:pt x="10906522" y="0"/>
                </a:cubicBezTo>
                <a:cubicBezTo>
                  <a:pt x="11027949" y="-27917"/>
                  <a:pt x="11562609" y="31188"/>
                  <a:pt x="11727443" y="0"/>
                </a:cubicBezTo>
                <a:cubicBezTo>
                  <a:pt x="11723584" y="38217"/>
                  <a:pt x="11731691" y="73296"/>
                  <a:pt x="11727443" y="100858"/>
                </a:cubicBezTo>
                <a:cubicBezTo>
                  <a:pt x="11381154" y="139297"/>
                  <a:pt x="11163895" y="69647"/>
                  <a:pt x="10920319" y="100858"/>
                </a:cubicBezTo>
                <a:cubicBezTo>
                  <a:pt x="10676743" y="132069"/>
                  <a:pt x="10625983" y="117071"/>
                  <a:pt x="10465018" y="100858"/>
                </a:cubicBezTo>
                <a:cubicBezTo>
                  <a:pt x="10304053" y="84645"/>
                  <a:pt x="10063410" y="105790"/>
                  <a:pt x="9892443" y="100858"/>
                </a:cubicBezTo>
                <a:cubicBezTo>
                  <a:pt x="9721477" y="95926"/>
                  <a:pt x="9298902" y="55708"/>
                  <a:pt x="8968045" y="100858"/>
                </a:cubicBezTo>
                <a:cubicBezTo>
                  <a:pt x="8637188" y="146008"/>
                  <a:pt x="8753098" y="98295"/>
                  <a:pt x="8630018" y="100858"/>
                </a:cubicBezTo>
                <a:cubicBezTo>
                  <a:pt x="8506938" y="103421"/>
                  <a:pt x="8382809" y="104606"/>
                  <a:pt x="8291992" y="100858"/>
                </a:cubicBezTo>
                <a:cubicBezTo>
                  <a:pt x="8201175" y="97110"/>
                  <a:pt x="8042573" y="88227"/>
                  <a:pt x="7953966" y="100858"/>
                </a:cubicBezTo>
                <a:cubicBezTo>
                  <a:pt x="7865359" y="113489"/>
                  <a:pt x="7327260" y="71433"/>
                  <a:pt x="7146842" y="100858"/>
                </a:cubicBezTo>
                <a:cubicBezTo>
                  <a:pt x="6966424" y="130283"/>
                  <a:pt x="6836691" y="78893"/>
                  <a:pt x="6691541" y="100858"/>
                </a:cubicBezTo>
                <a:cubicBezTo>
                  <a:pt x="6546391" y="122823"/>
                  <a:pt x="6161732" y="96929"/>
                  <a:pt x="5884417" y="100858"/>
                </a:cubicBezTo>
                <a:cubicBezTo>
                  <a:pt x="5607102" y="104787"/>
                  <a:pt x="5399769" y="71203"/>
                  <a:pt x="5077293" y="100858"/>
                </a:cubicBezTo>
                <a:cubicBezTo>
                  <a:pt x="4754817" y="130513"/>
                  <a:pt x="4780101" y="110562"/>
                  <a:pt x="4621992" y="100858"/>
                </a:cubicBezTo>
                <a:cubicBezTo>
                  <a:pt x="4463883" y="91154"/>
                  <a:pt x="4080268" y="82653"/>
                  <a:pt x="3932143" y="100858"/>
                </a:cubicBezTo>
                <a:cubicBezTo>
                  <a:pt x="3784018" y="119063"/>
                  <a:pt x="3606068" y="107585"/>
                  <a:pt x="3359567" y="100858"/>
                </a:cubicBezTo>
                <a:cubicBezTo>
                  <a:pt x="3113066" y="94131"/>
                  <a:pt x="2833730" y="108463"/>
                  <a:pt x="2435169" y="100858"/>
                </a:cubicBezTo>
                <a:cubicBezTo>
                  <a:pt x="2036608" y="93253"/>
                  <a:pt x="1979570" y="109496"/>
                  <a:pt x="1745319" y="100858"/>
                </a:cubicBezTo>
                <a:cubicBezTo>
                  <a:pt x="1511068" y="92221"/>
                  <a:pt x="1304277" y="99602"/>
                  <a:pt x="938195" y="100858"/>
                </a:cubicBezTo>
                <a:cubicBezTo>
                  <a:pt x="572113" y="102114"/>
                  <a:pt x="673750" y="115329"/>
                  <a:pt x="600169" y="100858"/>
                </a:cubicBezTo>
                <a:cubicBezTo>
                  <a:pt x="526588" y="86387"/>
                  <a:pt x="223952" y="122492"/>
                  <a:pt x="0" y="100858"/>
                </a:cubicBezTo>
                <a:cubicBezTo>
                  <a:pt x="-124" y="56937"/>
                  <a:pt x="-3196" y="35397"/>
                  <a:pt x="0" y="0"/>
                </a:cubicBezTo>
                <a:close/>
              </a:path>
              <a:path w="11727443" h="100858" stroke="0" extrusionOk="0">
                <a:moveTo>
                  <a:pt x="0" y="0"/>
                </a:moveTo>
                <a:cubicBezTo>
                  <a:pt x="226598" y="-20463"/>
                  <a:pt x="284703" y="21278"/>
                  <a:pt x="455301" y="0"/>
                </a:cubicBezTo>
                <a:cubicBezTo>
                  <a:pt x="625899" y="-21278"/>
                  <a:pt x="975360" y="-38169"/>
                  <a:pt x="1379699" y="0"/>
                </a:cubicBezTo>
                <a:cubicBezTo>
                  <a:pt x="1784038" y="38169"/>
                  <a:pt x="1553897" y="10715"/>
                  <a:pt x="1717725" y="0"/>
                </a:cubicBezTo>
                <a:cubicBezTo>
                  <a:pt x="1881553" y="-10715"/>
                  <a:pt x="1957404" y="7512"/>
                  <a:pt x="2055752" y="0"/>
                </a:cubicBezTo>
                <a:cubicBezTo>
                  <a:pt x="2154100" y="-7512"/>
                  <a:pt x="2455093" y="6931"/>
                  <a:pt x="2745601" y="0"/>
                </a:cubicBezTo>
                <a:cubicBezTo>
                  <a:pt x="3036109" y="-6931"/>
                  <a:pt x="3200578" y="-6899"/>
                  <a:pt x="3318177" y="0"/>
                </a:cubicBezTo>
                <a:cubicBezTo>
                  <a:pt x="3435776" y="6899"/>
                  <a:pt x="3830972" y="-29023"/>
                  <a:pt x="4125301" y="0"/>
                </a:cubicBezTo>
                <a:cubicBezTo>
                  <a:pt x="4419630" y="29023"/>
                  <a:pt x="4438628" y="-3380"/>
                  <a:pt x="4580601" y="0"/>
                </a:cubicBezTo>
                <a:cubicBezTo>
                  <a:pt x="4722574" y="3380"/>
                  <a:pt x="5287872" y="-26084"/>
                  <a:pt x="5505000" y="0"/>
                </a:cubicBezTo>
                <a:cubicBezTo>
                  <a:pt x="5722128" y="26084"/>
                  <a:pt x="5845495" y="-3138"/>
                  <a:pt x="6077575" y="0"/>
                </a:cubicBezTo>
                <a:cubicBezTo>
                  <a:pt x="6309655" y="3138"/>
                  <a:pt x="6416497" y="-9038"/>
                  <a:pt x="6532876" y="0"/>
                </a:cubicBezTo>
                <a:cubicBezTo>
                  <a:pt x="6649255" y="9038"/>
                  <a:pt x="6798774" y="17432"/>
                  <a:pt x="6988176" y="0"/>
                </a:cubicBezTo>
                <a:cubicBezTo>
                  <a:pt x="7177578" y="-17432"/>
                  <a:pt x="7432115" y="-1508"/>
                  <a:pt x="7560751" y="0"/>
                </a:cubicBezTo>
                <a:cubicBezTo>
                  <a:pt x="7689387" y="1508"/>
                  <a:pt x="7817048" y="19459"/>
                  <a:pt x="8016052" y="0"/>
                </a:cubicBezTo>
                <a:cubicBezTo>
                  <a:pt x="8215056" y="-19459"/>
                  <a:pt x="8384141" y="13593"/>
                  <a:pt x="8705902" y="0"/>
                </a:cubicBezTo>
                <a:cubicBezTo>
                  <a:pt x="9027663" y="-13593"/>
                  <a:pt x="8932873" y="-16432"/>
                  <a:pt x="9043928" y="0"/>
                </a:cubicBezTo>
                <a:cubicBezTo>
                  <a:pt x="9154983" y="16432"/>
                  <a:pt x="9568699" y="-30219"/>
                  <a:pt x="9733778" y="0"/>
                </a:cubicBezTo>
                <a:cubicBezTo>
                  <a:pt x="9898857" y="30219"/>
                  <a:pt x="9973728" y="-1849"/>
                  <a:pt x="10071804" y="0"/>
                </a:cubicBezTo>
                <a:cubicBezTo>
                  <a:pt x="10169880" y="1849"/>
                  <a:pt x="10558830" y="-12560"/>
                  <a:pt x="10996202" y="0"/>
                </a:cubicBezTo>
                <a:cubicBezTo>
                  <a:pt x="11433574" y="12560"/>
                  <a:pt x="11579031" y="-6546"/>
                  <a:pt x="11727443" y="0"/>
                </a:cubicBezTo>
                <a:cubicBezTo>
                  <a:pt x="11729168" y="25018"/>
                  <a:pt x="11723362" y="74256"/>
                  <a:pt x="11727443" y="100858"/>
                </a:cubicBezTo>
                <a:cubicBezTo>
                  <a:pt x="11466834" y="85519"/>
                  <a:pt x="11273864" y="83363"/>
                  <a:pt x="11154868" y="100858"/>
                </a:cubicBezTo>
                <a:cubicBezTo>
                  <a:pt x="11035872" y="118353"/>
                  <a:pt x="10917509" y="98250"/>
                  <a:pt x="10816842" y="100858"/>
                </a:cubicBezTo>
                <a:cubicBezTo>
                  <a:pt x="10716175" y="103466"/>
                  <a:pt x="10190281" y="93289"/>
                  <a:pt x="9892443" y="100858"/>
                </a:cubicBezTo>
                <a:cubicBezTo>
                  <a:pt x="9594605" y="108427"/>
                  <a:pt x="9385168" y="118111"/>
                  <a:pt x="9202594" y="100858"/>
                </a:cubicBezTo>
                <a:cubicBezTo>
                  <a:pt x="9020020" y="83605"/>
                  <a:pt x="8470284" y="126256"/>
                  <a:pt x="8278195" y="100858"/>
                </a:cubicBezTo>
                <a:cubicBezTo>
                  <a:pt x="8086106" y="75460"/>
                  <a:pt x="7779236" y="101234"/>
                  <a:pt x="7588345" y="100858"/>
                </a:cubicBezTo>
                <a:cubicBezTo>
                  <a:pt x="7397454" y="100483"/>
                  <a:pt x="7324210" y="98320"/>
                  <a:pt x="7250319" y="100858"/>
                </a:cubicBezTo>
                <a:cubicBezTo>
                  <a:pt x="7176428" y="103396"/>
                  <a:pt x="6743284" y="112839"/>
                  <a:pt x="6325921" y="100858"/>
                </a:cubicBezTo>
                <a:cubicBezTo>
                  <a:pt x="5908558" y="88877"/>
                  <a:pt x="6095670" y="116342"/>
                  <a:pt x="5870620" y="100858"/>
                </a:cubicBezTo>
                <a:cubicBezTo>
                  <a:pt x="5645570" y="85374"/>
                  <a:pt x="5700885" y="115088"/>
                  <a:pt x="5532594" y="100858"/>
                </a:cubicBezTo>
                <a:cubicBezTo>
                  <a:pt x="5364303" y="86628"/>
                  <a:pt x="5212740" y="105293"/>
                  <a:pt x="4960019" y="100858"/>
                </a:cubicBezTo>
                <a:cubicBezTo>
                  <a:pt x="4707298" y="96423"/>
                  <a:pt x="4491720" y="108840"/>
                  <a:pt x="4035620" y="100858"/>
                </a:cubicBezTo>
                <a:cubicBezTo>
                  <a:pt x="3579520" y="92876"/>
                  <a:pt x="3768890" y="79226"/>
                  <a:pt x="3580319" y="100858"/>
                </a:cubicBezTo>
                <a:cubicBezTo>
                  <a:pt x="3391748" y="122490"/>
                  <a:pt x="3059393" y="71723"/>
                  <a:pt x="2655921" y="100858"/>
                </a:cubicBezTo>
                <a:cubicBezTo>
                  <a:pt x="2252449" y="129993"/>
                  <a:pt x="2021995" y="121740"/>
                  <a:pt x="1848797" y="100858"/>
                </a:cubicBezTo>
                <a:cubicBezTo>
                  <a:pt x="1675599" y="79976"/>
                  <a:pt x="1263502" y="106737"/>
                  <a:pt x="924398" y="100858"/>
                </a:cubicBezTo>
                <a:cubicBezTo>
                  <a:pt x="585294" y="94979"/>
                  <a:pt x="216313" y="56521"/>
                  <a:pt x="0" y="100858"/>
                </a:cubicBezTo>
                <a:cubicBezTo>
                  <a:pt x="-4094" y="59488"/>
                  <a:pt x="2375" y="29231"/>
                  <a:pt x="0" y="0"/>
                </a:cubicBezTo>
                <a:close/>
              </a:path>
            </a:pathLst>
          </a:custGeom>
          <a:solidFill>
            <a:srgbClr val="007DA9"/>
          </a:solidFill>
          <a:ln w="44450" cap="rnd">
            <a:solidFill>
              <a:srgbClr val="007DA9"/>
            </a:solidFill>
            <a:round/>
            <a:extLst>
              <a:ext uri="{C807C97D-BFC1-408E-A445-0C87EB9F89A2}">
                <ask:lineSketchStyleProps xmlns:ask="http://schemas.microsoft.com/office/drawing/2018/sketchyshapes" sd="2863741219">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rgbClr val="007DA9"/>
                </a:solidFill>
              </a:rPr>
              <a:t>‘</a:t>
            </a:r>
          </a:p>
        </p:txBody>
      </p:sp>
      <p:pic>
        <p:nvPicPr>
          <p:cNvPr id="6" name="Imagem 5" descr="Diagrama&#10;&#10;Descrição gerada automaticamente">
            <a:extLst>
              <a:ext uri="{FF2B5EF4-FFF2-40B4-BE49-F238E27FC236}">
                <a16:creationId xmlns:a16="http://schemas.microsoft.com/office/drawing/2014/main" id="{A94AC7F2-345F-3AE0-0E60-81221B5C157A}"/>
              </a:ext>
            </a:extLst>
          </p:cNvPr>
          <p:cNvPicPr>
            <a:picLocks noChangeAspect="1"/>
          </p:cNvPicPr>
          <p:nvPr/>
        </p:nvPicPr>
        <p:blipFill>
          <a:blip r:embed="rId3">
            <a:extLst>
              <a:ext uri="{BEBA8EAE-BF5A-486C-A8C5-ECC9F3942E4B}">
                <a14:imgProps xmlns:a14="http://schemas.microsoft.com/office/drawing/2010/main">
                  <a14:imgLayer r:embed="rId4">
                    <a14:imgEffect>
                      <a14:backgroundRemoval t="8728" b="78549" l="22683" r="71303"/>
                    </a14:imgEffect>
                  </a14:imgLayer>
                </a14:imgProps>
              </a:ext>
              <a:ext uri="{28A0092B-C50C-407E-A947-70E740481C1C}">
                <a14:useLocalDpi xmlns:a14="http://schemas.microsoft.com/office/drawing/2010/main" val="0"/>
              </a:ext>
            </a:extLst>
          </a:blip>
          <a:srcRect l="16606" r="22619" b="12723"/>
          <a:stretch/>
        </p:blipFill>
        <p:spPr>
          <a:xfrm>
            <a:off x="8755481" y="3497502"/>
            <a:ext cx="3172968" cy="3104285"/>
          </a:xfrm>
          <a:prstGeom prst="rect">
            <a:avLst/>
          </a:prstGeom>
        </p:spPr>
      </p:pic>
      <p:pic>
        <p:nvPicPr>
          <p:cNvPr id="3074" name="Picture 2" descr="Prato Pratos Porcelana - Foto gratuita no Pixabay - Pixabay">
            <a:extLst>
              <a:ext uri="{FF2B5EF4-FFF2-40B4-BE49-F238E27FC236}">
                <a16:creationId xmlns:a16="http://schemas.microsoft.com/office/drawing/2014/main" id="{CCC39DB6-8F9E-F1A9-E9C6-AA4487D804D0}"/>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517904" y="4143488"/>
            <a:ext cx="3166936" cy="211031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8432685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35BFF9-5397-9F8C-870D-5BE468EAB1C7}"/>
            </a:ext>
          </a:extLst>
        </p:cNvPr>
        <p:cNvGrpSpPr/>
        <p:nvPr/>
      </p:nvGrpSpPr>
      <p:grpSpPr>
        <a:xfrm>
          <a:off x="0" y="0"/>
          <a:ext cx="0" cy="0"/>
          <a:chOff x="0" y="0"/>
          <a:chExt cx="0" cy="0"/>
        </a:xfrm>
      </p:grpSpPr>
      <p:sp>
        <p:nvSpPr>
          <p:cNvPr id="4" name="Retângulo 3">
            <a:extLst>
              <a:ext uri="{FF2B5EF4-FFF2-40B4-BE49-F238E27FC236}">
                <a16:creationId xmlns:a16="http://schemas.microsoft.com/office/drawing/2014/main" id="{C576F564-EE53-B059-325B-54908C2B3B29}"/>
              </a:ext>
            </a:extLst>
          </p:cNvPr>
          <p:cNvSpPr/>
          <p:nvPr/>
        </p:nvSpPr>
        <p:spPr>
          <a:xfrm>
            <a:off x="355104" y="1426718"/>
            <a:ext cx="11425561" cy="5294757"/>
          </a:xfrm>
          <a:prstGeom prst="rect">
            <a:avLst/>
          </a:prstGeom>
          <a:solidFill>
            <a:schemeClr val="accent2">
              <a:lumMod val="20000"/>
              <a:lumOff val="80000"/>
            </a:schemeClr>
          </a:solidFill>
          <a:ln>
            <a:solidFill>
              <a:srgbClr val="007DA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noFill/>
            </a:endParaRPr>
          </a:p>
        </p:txBody>
      </p:sp>
      <p:sp>
        <p:nvSpPr>
          <p:cNvPr id="3" name="CaixaDeTexto 2">
            <a:extLst>
              <a:ext uri="{FF2B5EF4-FFF2-40B4-BE49-F238E27FC236}">
                <a16:creationId xmlns:a16="http://schemas.microsoft.com/office/drawing/2014/main" id="{B4B76515-92E6-3F65-0E51-6403CBF2B491}"/>
              </a:ext>
            </a:extLst>
          </p:cNvPr>
          <p:cNvSpPr txBox="1"/>
          <p:nvPr/>
        </p:nvSpPr>
        <p:spPr>
          <a:xfrm>
            <a:off x="130373" y="169518"/>
            <a:ext cx="10487075" cy="1107996"/>
          </a:xfrm>
          <a:prstGeom prst="rect">
            <a:avLst/>
          </a:prstGeom>
          <a:noFill/>
        </p:spPr>
        <p:txBody>
          <a:bodyPr wrap="square" rtlCol="0">
            <a:spAutoFit/>
          </a:bodyPr>
          <a:lstStyle/>
          <a:p>
            <a:r>
              <a:rPr lang="pt-BR" sz="6600" dirty="0">
                <a:solidFill>
                  <a:srgbClr val="007DA9"/>
                </a:solidFill>
                <a:latin typeface="Impact" panose="020B0806030902050204" pitchFamily="34" charset="0"/>
              </a:rPr>
              <a:t>Pilha – Navegando por aí...</a:t>
            </a:r>
          </a:p>
        </p:txBody>
      </p:sp>
      <p:sp>
        <p:nvSpPr>
          <p:cNvPr id="8" name="sketchy line">
            <a:extLst>
              <a:ext uri="{FF2B5EF4-FFF2-40B4-BE49-F238E27FC236}">
                <a16:creationId xmlns:a16="http://schemas.microsoft.com/office/drawing/2014/main" id="{096863DC-7DB0-D58B-563A-D86C00F1674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68062" y="1184695"/>
            <a:ext cx="11727443" cy="100858"/>
          </a:xfrm>
          <a:custGeom>
            <a:avLst/>
            <a:gdLst>
              <a:gd name="connsiteX0" fmla="*/ 0 w 11727443"/>
              <a:gd name="connsiteY0" fmla="*/ 0 h 100858"/>
              <a:gd name="connsiteX1" fmla="*/ 455301 w 11727443"/>
              <a:gd name="connsiteY1" fmla="*/ 0 h 100858"/>
              <a:gd name="connsiteX2" fmla="*/ 1379699 w 11727443"/>
              <a:gd name="connsiteY2" fmla="*/ 0 h 100858"/>
              <a:gd name="connsiteX3" fmla="*/ 2069549 w 11727443"/>
              <a:gd name="connsiteY3" fmla="*/ 0 h 100858"/>
              <a:gd name="connsiteX4" fmla="*/ 2524849 w 11727443"/>
              <a:gd name="connsiteY4" fmla="*/ 0 h 100858"/>
              <a:gd name="connsiteX5" fmla="*/ 2862876 w 11727443"/>
              <a:gd name="connsiteY5" fmla="*/ 0 h 100858"/>
              <a:gd name="connsiteX6" fmla="*/ 3787274 w 11727443"/>
              <a:gd name="connsiteY6" fmla="*/ 0 h 100858"/>
              <a:gd name="connsiteX7" fmla="*/ 4359849 w 11727443"/>
              <a:gd name="connsiteY7" fmla="*/ 0 h 100858"/>
              <a:gd name="connsiteX8" fmla="*/ 5284248 w 11727443"/>
              <a:gd name="connsiteY8" fmla="*/ 0 h 100858"/>
              <a:gd name="connsiteX9" fmla="*/ 5622274 w 11727443"/>
              <a:gd name="connsiteY9" fmla="*/ 0 h 100858"/>
              <a:gd name="connsiteX10" fmla="*/ 6077575 w 11727443"/>
              <a:gd name="connsiteY10" fmla="*/ 0 h 100858"/>
              <a:gd name="connsiteX11" fmla="*/ 7001973 w 11727443"/>
              <a:gd name="connsiteY11" fmla="*/ 0 h 100858"/>
              <a:gd name="connsiteX12" fmla="*/ 7926372 w 11727443"/>
              <a:gd name="connsiteY12" fmla="*/ 0 h 100858"/>
              <a:gd name="connsiteX13" fmla="*/ 8498947 w 11727443"/>
              <a:gd name="connsiteY13" fmla="*/ 0 h 100858"/>
              <a:gd name="connsiteX14" fmla="*/ 8836973 w 11727443"/>
              <a:gd name="connsiteY14" fmla="*/ 0 h 100858"/>
              <a:gd name="connsiteX15" fmla="*/ 9644097 w 11727443"/>
              <a:gd name="connsiteY15" fmla="*/ 0 h 100858"/>
              <a:gd name="connsiteX16" fmla="*/ 10333947 w 11727443"/>
              <a:gd name="connsiteY16" fmla="*/ 0 h 100858"/>
              <a:gd name="connsiteX17" fmla="*/ 10906522 w 11727443"/>
              <a:gd name="connsiteY17" fmla="*/ 0 h 100858"/>
              <a:gd name="connsiteX18" fmla="*/ 11727443 w 11727443"/>
              <a:gd name="connsiteY18" fmla="*/ 0 h 100858"/>
              <a:gd name="connsiteX19" fmla="*/ 11727443 w 11727443"/>
              <a:gd name="connsiteY19" fmla="*/ 100858 h 100858"/>
              <a:gd name="connsiteX20" fmla="*/ 10920319 w 11727443"/>
              <a:gd name="connsiteY20" fmla="*/ 100858 h 100858"/>
              <a:gd name="connsiteX21" fmla="*/ 10465018 w 11727443"/>
              <a:gd name="connsiteY21" fmla="*/ 100858 h 100858"/>
              <a:gd name="connsiteX22" fmla="*/ 9892443 w 11727443"/>
              <a:gd name="connsiteY22" fmla="*/ 100858 h 100858"/>
              <a:gd name="connsiteX23" fmla="*/ 8968045 w 11727443"/>
              <a:gd name="connsiteY23" fmla="*/ 100858 h 100858"/>
              <a:gd name="connsiteX24" fmla="*/ 8630018 w 11727443"/>
              <a:gd name="connsiteY24" fmla="*/ 100858 h 100858"/>
              <a:gd name="connsiteX25" fmla="*/ 8291992 w 11727443"/>
              <a:gd name="connsiteY25" fmla="*/ 100858 h 100858"/>
              <a:gd name="connsiteX26" fmla="*/ 7953966 w 11727443"/>
              <a:gd name="connsiteY26" fmla="*/ 100858 h 100858"/>
              <a:gd name="connsiteX27" fmla="*/ 7146842 w 11727443"/>
              <a:gd name="connsiteY27" fmla="*/ 100858 h 100858"/>
              <a:gd name="connsiteX28" fmla="*/ 6691541 w 11727443"/>
              <a:gd name="connsiteY28" fmla="*/ 100858 h 100858"/>
              <a:gd name="connsiteX29" fmla="*/ 5884417 w 11727443"/>
              <a:gd name="connsiteY29" fmla="*/ 100858 h 100858"/>
              <a:gd name="connsiteX30" fmla="*/ 5077293 w 11727443"/>
              <a:gd name="connsiteY30" fmla="*/ 100858 h 100858"/>
              <a:gd name="connsiteX31" fmla="*/ 4621992 w 11727443"/>
              <a:gd name="connsiteY31" fmla="*/ 100858 h 100858"/>
              <a:gd name="connsiteX32" fmla="*/ 3932143 w 11727443"/>
              <a:gd name="connsiteY32" fmla="*/ 100858 h 100858"/>
              <a:gd name="connsiteX33" fmla="*/ 3359567 w 11727443"/>
              <a:gd name="connsiteY33" fmla="*/ 100858 h 100858"/>
              <a:gd name="connsiteX34" fmla="*/ 2435169 w 11727443"/>
              <a:gd name="connsiteY34" fmla="*/ 100858 h 100858"/>
              <a:gd name="connsiteX35" fmla="*/ 1745319 w 11727443"/>
              <a:gd name="connsiteY35" fmla="*/ 100858 h 100858"/>
              <a:gd name="connsiteX36" fmla="*/ 938195 w 11727443"/>
              <a:gd name="connsiteY36" fmla="*/ 100858 h 100858"/>
              <a:gd name="connsiteX37" fmla="*/ 600169 w 11727443"/>
              <a:gd name="connsiteY37" fmla="*/ 100858 h 100858"/>
              <a:gd name="connsiteX38" fmla="*/ 0 w 11727443"/>
              <a:gd name="connsiteY38" fmla="*/ 100858 h 100858"/>
              <a:gd name="connsiteX39" fmla="*/ 0 w 11727443"/>
              <a:gd name="connsiteY39" fmla="*/ 0 h 1008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11727443" h="100858" fill="none" extrusionOk="0">
                <a:moveTo>
                  <a:pt x="0" y="0"/>
                </a:moveTo>
                <a:cubicBezTo>
                  <a:pt x="177575" y="-8335"/>
                  <a:pt x="289292" y="-22372"/>
                  <a:pt x="455301" y="0"/>
                </a:cubicBezTo>
                <a:cubicBezTo>
                  <a:pt x="621310" y="22372"/>
                  <a:pt x="959229" y="316"/>
                  <a:pt x="1379699" y="0"/>
                </a:cubicBezTo>
                <a:cubicBezTo>
                  <a:pt x="1800169" y="-316"/>
                  <a:pt x="1910290" y="-19988"/>
                  <a:pt x="2069549" y="0"/>
                </a:cubicBezTo>
                <a:cubicBezTo>
                  <a:pt x="2228808" y="19988"/>
                  <a:pt x="2328018" y="-6436"/>
                  <a:pt x="2524849" y="0"/>
                </a:cubicBezTo>
                <a:cubicBezTo>
                  <a:pt x="2721680" y="6436"/>
                  <a:pt x="2744923" y="692"/>
                  <a:pt x="2862876" y="0"/>
                </a:cubicBezTo>
                <a:cubicBezTo>
                  <a:pt x="2980829" y="-692"/>
                  <a:pt x="3455105" y="28803"/>
                  <a:pt x="3787274" y="0"/>
                </a:cubicBezTo>
                <a:cubicBezTo>
                  <a:pt x="4119443" y="-28803"/>
                  <a:pt x="4093258" y="3515"/>
                  <a:pt x="4359849" y="0"/>
                </a:cubicBezTo>
                <a:cubicBezTo>
                  <a:pt x="4626441" y="-3515"/>
                  <a:pt x="4994558" y="-15931"/>
                  <a:pt x="5284248" y="0"/>
                </a:cubicBezTo>
                <a:cubicBezTo>
                  <a:pt x="5573938" y="15931"/>
                  <a:pt x="5518095" y="-13412"/>
                  <a:pt x="5622274" y="0"/>
                </a:cubicBezTo>
                <a:cubicBezTo>
                  <a:pt x="5726453" y="13412"/>
                  <a:pt x="5919345" y="19043"/>
                  <a:pt x="6077575" y="0"/>
                </a:cubicBezTo>
                <a:cubicBezTo>
                  <a:pt x="6235805" y="-19043"/>
                  <a:pt x="6637812" y="29609"/>
                  <a:pt x="7001973" y="0"/>
                </a:cubicBezTo>
                <a:cubicBezTo>
                  <a:pt x="7366134" y="-29609"/>
                  <a:pt x="7716303" y="17424"/>
                  <a:pt x="7926372" y="0"/>
                </a:cubicBezTo>
                <a:cubicBezTo>
                  <a:pt x="8136441" y="-17424"/>
                  <a:pt x="8378864" y="-19420"/>
                  <a:pt x="8498947" y="0"/>
                </a:cubicBezTo>
                <a:cubicBezTo>
                  <a:pt x="8619031" y="19420"/>
                  <a:pt x="8765062" y="-15679"/>
                  <a:pt x="8836973" y="0"/>
                </a:cubicBezTo>
                <a:cubicBezTo>
                  <a:pt x="8908884" y="15679"/>
                  <a:pt x="9288035" y="12756"/>
                  <a:pt x="9644097" y="0"/>
                </a:cubicBezTo>
                <a:cubicBezTo>
                  <a:pt x="10000159" y="-12756"/>
                  <a:pt x="10089663" y="-5649"/>
                  <a:pt x="10333947" y="0"/>
                </a:cubicBezTo>
                <a:cubicBezTo>
                  <a:pt x="10578231" y="5649"/>
                  <a:pt x="10785095" y="27917"/>
                  <a:pt x="10906522" y="0"/>
                </a:cubicBezTo>
                <a:cubicBezTo>
                  <a:pt x="11027949" y="-27917"/>
                  <a:pt x="11562609" y="31188"/>
                  <a:pt x="11727443" y="0"/>
                </a:cubicBezTo>
                <a:cubicBezTo>
                  <a:pt x="11723584" y="38217"/>
                  <a:pt x="11731691" y="73296"/>
                  <a:pt x="11727443" y="100858"/>
                </a:cubicBezTo>
                <a:cubicBezTo>
                  <a:pt x="11381154" y="139297"/>
                  <a:pt x="11163895" y="69647"/>
                  <a:pt x="10920319" y="100858"/>
                </a:cubicBezTo>
                <a:cubicBezTo>
                  <a:pt x="10676743" y="132069"/>
                  <a:pt x="10625983" y="117071"/>
                  <a:pt x="10465018" y="100858"/>
                </a:cubicBezTo>
                <a:cubicBezTo>
                  <a:pt x="10304053" y="84645"/>
                  <a:pt x="10063410" y="105790"/>
                  <a:pt x="9892443" y="100858"/>
                </a:cubicBezTo>
                <a:cubicBezTo>
                  <a:pt x="9721477" y="95926"/>
                  <a:pt x="9298902" y="55708"/>
                  <a:pt x="8968045" y="100858"/>
                </a:cubicBezTo>
                <a:cubicBezTo>
                  <a:pt x="8637188" y="146008"/>
                  <a:pt x="8753098" y="98295"/>
                  <a:pt x="8630018" y="100858"/>
                </a:cubicBezTo>
                <a:cubicBezTo>
                  <a:pt x="8506938" y="103421"/>
                  <a:pt x="8382809" y="104606"/>
                  <a:pt x="8291992" y="100858"/>
                </a:cubicBezTo>
                <a:cubicBezTo>
                  <a:pt x="8201175" y="97110"/>
                  <a:pt x="8042573" y="88227"/>
                  <a:pt x="7953966" y="100858"/>
                </a:cubicBezTo>
                <a:cubicBezTo>
                  <a:pt x="7865359" y="113489"/>
                  <a:pt x="7327260" y="71433"/>
                  <a:pt x="7146842" y="100858"/>
                </a:cubicBezTo>
                <a:cubicBezTo>
                  <a:pt x="6966424" y="130283"/>
                  <a:pt x="6836691" y="78893"/>
                  <a:pt x="6691541" y="100858"/>
                </a:cubicBezTo>
                <a:cubicBezTo>
                  <a:pt x="6546391" y="122823"/>
                  <a:pt x="6161732" y="96929"/>
                  <a:pt x="5884417" y="100858"/>
                </a:cubicBezTo>
                <a:cubicBezTo>
                  <a:pt x="5607102" y="104787"/>
                  <a:pt x="5399769" y="71203"/>
                  <a:pt x="5077293" y="100858"/>
                </a:cubicBezTo>
                <a:cubicBezTo>
                  <a:pt x="4754817" y="130513"/>
                  <a:pt x="4780101" y="110562"/>
                  <a:pt x="4621992" y="100858"/>
                </a:cubicBezTo>
                <a:cubicBezTo>
                  <a:pt x="4463883" y="91154"/>
                  <a:pt x="4080268" y="82653"/>
                  <a:pt x="3932143" y="100858"/>
                </a:cubicBezTo>
                <a:cubicBezTo>
                  <a:pt x="3784018" y="119063"/>
                  <a:pt x="3606068" y="107585"/>
                  <a:pt x="3359567" y="100858"/>
                </a:cubicBezTo>
                <a:cubicBezTo>
                  <a:pt x="3113066" y="94131"/>
                  <a:pt x="2833730" y="108463"/>
                  <a:pt x="2435169" y="100858"/>
                </a:cubicBezTo>
                <a:cubicBezTo>
                  <a:pt x="2036608" y="93253"/>
                  <a:pt x="1979570" y="109496"/>
                  <a:pt x="1745319" y="100858"/>
                </a:cubicBezTo>
                <a:cubicBezTo>
                  <a:pt x="1511068" y="92221"/>
                  <a:pt x="1304277" y="99602"/>
                  <a:pt x="938195" y="100858"/>
                </a:cubicBezTo>
                <a:cubicBezTo>
                  <a:pt x="572113" y="102114"/>
                  <a:pt x="673750" y="115329"/>
                  <a:pt x="600169" y="100858"/>
                </a:cubicBezTo>
                <a:cubicBezTo>
                  <a:pt x="526588" y="86387"/>
                  <a:pt x="223952" y="122492"/>
                  <a:pt x="0" y="100858"/>
                </a:cubicBezTo>
                <a:cubicBezTo>
                  <a:pt x="-124" y="56937"/>
                  <a:pt x="-3196" y="35397"/>
                  <a:pt x="0" y="0"/>
                </a:cubicBezTo>
                <a:close/>
              </a:path>
              <a:path w="11727443" h="100858" stroke="0" extrusionOk="0">
                <a:moveTo>
                  <a:pt x="0" y="0"/>
                </a:moveTo>
                <a:cubicBezTo>
                  <a:pt x="226598" y="-20463"/>
                  <a:pt x="284703" y="21278"/>
                  <a:pt x="455301" y="0"/>
                </a:cubicBezTo>
                <a:cubicBezTo>
                  <a:pt x="625899" y="-21278"/>
                  <a:pt x="975360" y="-38169"/>
                  <a:pt x="1379699" y="0"/>
                </a:cubicBezTo>
                <a:cubicBezTo>
                  <a:pt x="1784038" y="38169"/>
                  <a:pt x="1553897" y="10715"/>
                  <a:pt x="1717725" y="0"/>
                </a:cubicBezTo>
                <a:cubicBezTo>
                  <a:pt x="1881553" y="-10715"/>
                  <a:pt x="1957404" y="7512"/>
                  <a:pt x="2055752" y="0"/>
                </a:cubicBezTo>
                <a:cubicBezTo>
                  <a:pt x="2154100" y="-7512"/>
                  <a:pt x="2455093" y="6931"/>
                  <a:pt x="2745601" y="0"/>
                </a:cubicBezTo>
                <a:cubicBezTo>
                  <a:pt x="3036109" y="-6931"/>
                  <a:pt x="3200578" y="-6899"/>
                  <a:pt x="3318177" y="0"/>
                </a:cubicBezTo>
                <a:cubicBezTo>
                  <a:pt x="3435776" y="6899"/>
                  <a:pt x="3830972" y="-29023"/>
                  <a:pt x="4125301" y="0"/>
                </a:cubicBezTo>
                <a:cubicBezTo>
                  <a:pt x="4419630" y="29023"/>
                  <a:pt x="4438628" y="-3380"/>
                  <a:pt x="4580601" y="0"/>
                </a:cubicBezTo>
                <a:cubicBezTo>
                  <a:pt x="4722574" y="3380"/>
                  <a:pt x="5287872" y="-26084"/>
                  <a:pt x="5505000" y="0"/>
                </a:cubicBezTo>
                <a:cubicBezTo>
                  <a:pt x="5722128" y="26084"/>
                  <a:pt x="5845495" y="-3138"/>
                  <a:pt x="6077575" y="0"/>
                </a:cubicBezTo>
                <a:cubicBezTo>
                  <a:pt x="6309655" y="3138"/>
                  <a:pt x="6416497" y="-9038"/>
                  <a:pt x="6532876" y="0"/>
                </a:cubicBezTo>
                <a:cubicBezTo>
                  <a:pt x="6649255" y="9038"/>
                  <a:pt x="6798774" y="17432"/>
                  <a:pt x="6988176" y="0"/>
                </a:cubicBezTo>
                <a:cubicBezTo>
                  <a:pt x="7177578" y="-17432"/>
                  <a:pt x="7432115" y="-1508"/>
                  <a:pt x="7560751" y="0"/>
                </a:cubicBezTo>
                <a:cubicBezTo>
                  <a:pt x="7689387" y="1508"/>
                  <a:pt x="7817048" y="19459"/>
                  <a:pt x="8016052" y="0"/>
                </a:cubicBezTo>
                <a:cubicBezTo>
                  <a:pt x="8215056" y="-19459"/>
                  <a:pt x="8384141" y="13593"/>
                  <a:pt x="8705902" y="0"/>
                </a:cubicBezTo>
                <a:cubicBezTo>
                  <a:pt x="9027663" y="-13593"/>
                  <a:pt x="8932873" y="-16432"/>
                  <a:pt x="9043928" y="0"/>
                </a:cubicBezTo>
                <a:cubicBezTo>
                  <a:pt x="9154983" y="16432"/>
                  <a:pt x="9568699" y="-30219"/>
                  <a:pt x="9733778" y="0"/>
                </a:cubicBezTo>
                <a:cubicBezTo>
                  <a:pt x="9898857" y="30219"/>
                  <a:pt x="9973728" y="-1849"/>
                  <a:pt x="10071804" y="0"/>
                </a:cubicBezTo>
                <a:cubicBezTo>
                  <a:pt x="10169880" y="1849"/>
                  <a:pt x="10558830" y="-12560"/>
                  <a:pt x="10996202" y="0"/>
                </a:cubicBezTo>
                <a:cubicBezTo>
                  <a:pt x="11433574" y="12560"/>
                  <a:pt x="11579031" y="-6546"/>
                  <a:pt x="11727443" y="0"/>
                </a:cubicBezTo>
                <a:cubicBezTo>
                  <a:pt x="11729168" y="25018"/>
                  <a:pt x="11723362" y="74256"/>
                  <a:pt x="11727443" y="100858"/>
                </a:cubicBezTo>
                <a:cubicBezTo>
                  <a:pt x="11466834" y="85519"/>
                  <a:pt x="11273864" y="83363"/>
                  <a:pt x="11154868" y="100858"/>
                </a:cubicBezTo>
                <a:cubicBezTo>
                  <a:pt x="11035872" y="118353"/>
                  <a:pt x="10917509" y="98250"/>
                  <a:pt x="10816842" y="100858"/>
                </a:cubicBezTo>
                <a:cubicBezTo>
                  <a:pt x="10716175" y="103466"/>
                  <a:pt x="10190281" y="93289"/>
                  <a:pt x="9892443" y="100858"/>
                </a:cubicBezTo>
                <a:cubicBezTo>
                  <a:pt x="9594605" y="108427"/>
                  <a:pt x="9385168" y="118111"/>
                  <a:pt x="9202594" y="100858"/>
                </a:cubicBezTo>
                <a:cubicBezTo>
                  <a:pt x="9020020" y="83605"/>
                  <a:pt x="8470284" y="126256"/>
                  <a:pt x="8278195" y="100858"/>
                </a:cubicBezTo>
                <a:cubicBezTo>
                  <a:pt x="8086106" y="75460"/>
                  <a:pt x="7779236" y="101234"/>
                  <a:pt x="7588345" y="100858"/>
                </a:cubicBezTo>
                <a:cubicBezTo>
                  <a:pt x="7397454" y="100483"/>
                  <a:pt x="7324210" y="98320"/>
                  <a:pt x="7250319" y="100858"/>
                </a:cubicBezTo>
                <a:cubicBezTo>
                  <a:pt x="7176428" y="103396"/>
                  <a:pt x="6743284" y="112839"/>
                  <a:pt x="6325921" y="100858"/>
                </a:cubicBezTo>
                <a:cubicBezTo>
                  <a:pt x="5908558" y="88877"/>
                  <a:pt x="6095670" y="116342"/>
                  <a:pt x="5870620" y="100858"/>
                </a:cubicBezTo>
                <a:cubicBezTo>
                  <a:pt x="5645570" y="85374"/>
                  <a:pt x="5700885" y="115088"/>
                  <a:pt x="5532594" y="100858"/>
                </a:cubicBezTo>
                <a:cubicBezTo>
                  <a:pt x="5364303" y="86628"/>
                  <a:pt x="5212740" y="105293"/>
                  <a:pt x="4960019" y="100858"/>
                </a:cubicBezTo>
                <a:cubicBezTo>
                  <a:pt x="4707298" y="96423"/>
                  <a:pt x="4491720" y="108840"/>
                  <a:pt x="4035620" y="100858"/>
                </a:cubicBezTo>
                <a:cubicBezTo>
                  <a:pt x="3579520" y="92876"/>
                  <a:pt x="3768890" y="79226"/>
                  <a:pt x="3580319" y="100858"/>
                </a:cubicBezTo>
                <a:cubicBezTo>
                  <a:pt x="3391748" y="122490"/>
                  <a:pt x="3059393" y="71723"/>
                  <a:pt x="2655921" y="100858"/>
                </a:cubicBezTo>
                <a:cubicBezTo>
                  <a:pt x="2252449" y="129993"/>
                  <a:pt x="2021995" y="121740"/>
                  <a:pt x="1848797" y="100858"/>
                </a:cubicBezTo>
                <a:cubicBezTo>
                  <a:pt x="1675599" y="79976"/>
                  <a:pt x="1263502" y="106737"/>
                  <a:pt x="924398" y="100858"/>
                </a:cubicBezTo>
                <a:cubicBezTo>
                  <a:pt x="585294" y="94979"/>
                  <a:pt x="216313" y="56521"/>
                  <a:pt x="0" y="100858"/>
                </a:cubicBezTo>
                <a:cubicBezTo>
                  <a:pt x="-4094" y="59488"/>
                  <a:pt x="2375" y="29231"/>
                  <a:pt x="0" y="0"/>
                </a:cubicBezTo>
                <a:close/>
              </a:path>
            </a:pathLst>
          </a:custGeom>
          <a:solidFill>
            <a:srgbClr val="007DA9"/>
          </a:solidFill>
          <a:ln w="44450" cap="rnd">
            <a:solidFill>
              <a:srgbClr val="007DA9"/>
            </a:solidFill>
            <a:round/>
            <a:extLst>
              <a:ext uri="{C807C97D-BFC1-408E-A445-0C87EB9F89A2}">
                <ask:lineSketchStyleProps xmlns:ask="http://schemas.microsoft.com/office/drawing/2018/sketchyshapes" sd="2863741219">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rgbClr val="007DA9"/>
                </a:solidFill>
              </a:rPr>
              <a:t>‘</a:t>
            </a:r>
          </a:p>
        </p:txBody>
      </p:sp>
      <p:pic>
        <p:nvPicPr>
          <p:cNvPr id="7" name="Imagem 6">
            <a:extLst>
              <a:ext uri="{FF2B5EF4-FFF2-40B4-BE49-F238E27FC236}">
                <a16:creationId xmlns:a16="http://schemas.microsoft.com/office/drawing/2014/main" id="{639857EE-DAE5-4342-40C6-61F01D5DBC83}"/>
              </a:ext>
            </a:extLst>
          </p:cNvPr>
          <p:cNvPicPr>
            <a:picLocks noChangeAspect="1"/>
          </p:cNvPicPr>
          <p:nvPr/>
        </p:nvPicPr>
        <p:blipFill>
          <a:blip r:embed="rId3"/>
          <a:stretch>
            <a:fillRect/>
          </a:stretch>
        </p:blipFill>
        <p:spPr>
          <a:xfrm>
            <a:off x="2486641" y="2147744"/>
            <a:ext cx="6996545" cy="3873389"/>
          </a:xfrm>
          <a:prstGeom prst="rect">
            <a:avLst/>
          </a:prstGeom>
        </p:spPr>
      </p:pic>
      <p:sp>
        <p:nvSpPr>
          <p:cNvPr id="9" name="Retângulo 8">
            <a:extLst>
              <a:ext uri="{FF2B5EF4-FFF2-40B4-BE49-F238E27FC236}">
                <a16:creationId xmlns:a16="http://schemas.microsoft.com/office/drawing/2014/main" id="{1EA2381F-ECE3-1FCD-21BC-5C97D012770D}"/>
              </a:ext>
            </a:extLst>
          </p:cNvPr>
          <p:cNvSpPr/>
          <p:nvPr/>
        </p:nvSpPr>
        <p:spPr>
          <a:xfrm>
            <a:off x="505442" y="5884670"/>
            <a:ext cx="1662546" cy="665018"/>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pt-BR" dirty="0"/>
              <a:t>YouTube</a:t>
            </a:r>
          </a:p>
        </p:txBody>
      </p:sp>
      <p:pic>
        <p:nvPicPr>
          <p:cNvPr id="11" name="Imagem 10">
            <a:extLst>
              <a:ext uri="{FF2B5EF4-FFF2-40B4-BE49-F238E27FC236}">
                <a16:creationId xmlns:a16="http://schemas.microsoft.com/office/drawing/2014/main" id="{4EBAC87F-CCC4-6E89-5B96-F21B19CD2089}"/>
              </a:ext>
            </a:extLst>
          </p:cNvPr>
          <p:cNvPicPr>
            <a:picLocks noChangeAspect="1"/>
          </p:cNvPicPr>
          <p:nvPr/>
        </p:nvPicPr>
        <p:blipFill>
          <a:blip r:embed="rId4"/>
          <a:stretch>
            <a:fillRect/>
          </a:stretch>
        </p:blipFill>
        <p:spPr>
          <a:xfrm>
            <a:off x="2464016" y="2147533"/>
            <a:ext cx="7347994" cy="3873600"/>
          </a:xfrm>
          <a:prstGeom prst="rect">
            <a:avLst/>
          </a:prstGeom>
        </p:spPr>
      </p:pic>
      <p:pic>
        <p:nvPicPr>
          <p:cNvPr id="13" name="Imagem 12">
            <a:extLst>
              <a:ext uri="{FF2B5EF4-FFF2-40B4-BE49-F238E27FC236}">
                <a16:creationId xmlns:a16="http://schemas.microsoft.com/office/drawing/2014/main" id="{9916C00A-B99D-BEE8-8506-7BB6AD058AEA}"/>
              </a:ext>
            </a:extLst>
          </p:cNvPr>
          <p:cNvPicPr>
            <a:picLocks noChangeAspect="1"/>
          </p:cNvPicPr>
          <p:nvPr/>
        </p:nvPicPr>
        <p:blipFill>
          <a:blip r:embed="rId5"/>
          <a:stretch>
            <a:fillRect/>
          </a:stretch>
        </p:blipFill>
        <p:spPr>
          <a:xfrm>
            <a:off x="2460901" y="2147533"/>
            <a:ext cx="7347994" cy="3873600"/>
          </a:xfrm>
          <a:prstGeom prst="rect">
            <a:avLst/>
          </a:prstGeom>
        </p:spPr>
      </p:pic>
      <p:sp>
        <p:nvSpPr>
          <p:cNvPr id="15" name="Retângulo 14">
            <a:extLst>
              <a:ext uri="{FF2B5EF4-FFF2-40B4-BE49-F238E27FC236}">
                <a16:creationId xmlns:a16="http://schemas.microsoft.com/office/drawing/2014/main" id="{0F2BB3CE-EFE5-A826-AFB1-2F66B87F9DF6}"/>
              </a:ext>
            </a:extLst>
          </p:cNvPr>
          <p:cNvSpPr/>
          <p:nvPr/>
        </p:nvSpPr>
        <p:spPr>
          <a:xfrm>
            <a:off x="505442" y="5070448"/>
            <a:ext cx="1662546" cy="665018"/>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pt-BR" dirty="0"/>
              <a:t>Blog</a:t>
            </a:r>
          </a:p>
        </p:txBody>
      </p:sp>
      <p:pic>
        <p:nvPicPr>
          <p:cNvPr id="17" name="Imagem 16">
            <a:extLst>
              <a:ext uri="{FF2B5EF4-FFF2-40B4-BE49-F238E27FC236}">
                <a16:creationId xmlns:a16="http://schemas.microsoft.com/office/drawing/2014/main" id="{9245D9A2-0BD0-FF34-ADA1-A3B449C198B7}"/>
              </a:ext>
            </a:extLst>
          </p:cNvPr>
          <p:cNvPicPr>
            <a:picLocks noChangeAspect="1"/>
          </p:cNvPicPr>
          <p:nvPr/>
        </p:nvPicPr>
        <p:blipFill>
          <a:blip r:embed="rId6"/>
          <a:stretch>
            <a:fillRect/>
          </a:stretch>
        </p:blipFill>
        <p:spPr>
          <a:xfrm>
            <a:off x="2457786" y="2147533"/>
            <a:ext cx="7347994" cy="3873389"/>
          </a:xfrm>
          <a:prstGeom prst="rect">
            <a:avLst/>
          </a:prstGeom>
        </p:spPr>
      </p:pic>
      <p:sp>
        <p:nvSpPr>
          <p:cNvPr id="18" name="Retângulo 17">
            <a:extLst>
              <a:ext uri="{FF2B5EF4-FFF2-40B4-BE49-F238E27FC236}">
                <a16:creationId xmlns:a16="http://schemas.microsoft.com/office/drawing/2014/main" id="{F7DBFA7A-EB04-2194-1053-CB5C95BD1B45}"/>
              </a:ext>
            </a:extLst>
          </p:cNvPr>
          <p:cNvSpPr/>
          <p:nvPr/>
        </p:nvSpPr>
        <p:spPr>
          <a:xfrm>
            <a:off x="505442" y="4256226"/>
            <a:ext cx="1662546" cy="665018"/>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pt-BR" dirty="0"/>
              <a:t>GitHub</a:t>
            </a:r>
          </a:p>
        </p:txBody>
      </p:sp>
      <p:sp>
        <p:nvSpPr>
          <p:cNvPr id="19" name="Retângulo 18">
            <a:extLst>
              <a:ext uri="{FF2B5EF4-FFF2-40B4-BE49-F238E27FC236}">
                <a16:creationId xmlns:a16="http://schemas.microsoft.com/office/drawing/2014/main" id="{361C6B84-B700-A2D5-9692-63D55A78F462}"/>
              </a:ext>
            </a:extLst>
          </p:cNvPr>
          <p:cNvSpPr/>
          <p:nvPr/>
        </p:nvSpPr>
        <p:spPr>
          <a:xfrm>
            <a:off x="498386" y="3409078"/>
            <a:ext cx="1662546" cy="665018"/>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pt-BR" dirty="0"/>
              <a:t>Instagram</a:t>
            </a:r>
          </a:p>
        </p:txBody>
      </p:sp>
      <p:pic>
        <p:nvPicPr>
          <p:cNvPr id="21" name="Imagem 20">
            <a:extLst>
              <a:ext uri="{FF2B5EF4-FFF2-40B4-BE49-F238E27FC236}">
                <a16:creationId xmlns:a16="http://schemas.microsoft.com/office/drawing/2014/main" id="{3A9D7538-2075-3CAF-C935-E073FDA9196E}"/>
              </a:ext>
            </a:extLst>
          </p:cNvPr>
          <p:cNvPicPr>
            <a:picLocks noChangeAspect="1"/>
          </p:cNvPicPr>
          <p:nvPr/>
        </p:nvPicPr>
        <p:blipFill>
          <a:blip r:embed="rId5"/>
          <a:stretch>
            <a:fillRect/>
          </a:stretch>
        </p:blipFill>
        <p:spPr>
          <a:xfrm>
            <a:off x="2457786" y="2137296"/>
            <a:ext cx="7347994" cy="3873600"/>
          </a:xfrm>
          <a:prstGeom prst="rect">
            <a:avLst/>
          </a:prstGeom>
        </p:spPr>
      </p:pic>
      <p:sp>
        <p:nvSpPr>
          <p:cNvPr id="22" name="Retângulo 21">
            <a:extLst>
              <a:ext uri="{FF2B5EF4-FFF2-40B4-BE49-F238E27FC236}">
                <a16:creationId xmlns:a16="http://schemas.microsoft.com/office/drawing/2014/main" id="{A60DDEBA-3179-E4AD-1206-6FA2A56598C5}"/>
              </a:ext>
            </a:extLst>
          </p:cNvPr>
          <p:cNvSpPr/>
          <p:nvPr/>
        </p:nvSpPr>
        <p:spPr>
          <a:xfrm>
            <a:off x="9958834" y="5884670"/>
            <a:ext cx="1662546" cy="665018"/>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pt-BR" dirty="0"/>
              <a:t>Instagram</a:t>
            </a:r>
          </a:p>
        </p:txBody>
      </p:sp>
      <p:sp>
        <p:nvSpPr>
          <p:cNvPr id="23" name="Seta: para a Esquerda 22">
            <a:extLst>
              <a:ext uri="{FF2B5EF4-FFF2-40B4-BE49-F238E27FC236}">
                <a16:creationId xmlns:a16="http://schemas.microsoft.com/office/drawing/2014/main" id="{80FDAFC7-3502-F64C-BF6B-28C2A9F99AA4}"/>
              </a:ext>
            </a:extLst>
          </p:cNvPr>
          <p:cNvSpPr/>
          <p:nvPr/>
        </p:nvSpPr>
        <p:spPr>
          <a:xfrm>
            <a:off x="648473" y="1903402"/>
            <a:ext cx="1198667" cy="775855"/>
          </a:xfrm>
          <a:prstGeom prst="leftArrow">
            <a:avLst/>
          </a:prstGeom>
          <a:solidFill>
            <a:srgbClr val="007DA9"/>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highlight>
                <a:srgbClr val="007DA9"/>
              </a:highlight>
            </a:endParaRPr>
          </a:p>
        </p:txBody>
      </p:sp>
      <p:pic>
        <p:nvPicPr>
          <p:cNvPr id="25" name="Imagem 24">
            <a:extLst>
              <a:ext uri="{FF2B5EF4-FFF2-40B4-BE49-F238E27FC236}">
                <a16:creationId xmlns:a16="http://schemas.microsoft.com/office/drawing/2014/main" id="{19F3EF7F-2BF8-49D5-34D3-B465E7548D0C}"/>
              </a:ext>
            </a:extLst>
          </p:cNvPr>
          <p:cNvPicPr>
            <a:picLocks noChangeAspect="1"/>
          </p:cNvPicPr>
          <p:nvPr/>
        </p:nvPicPr>
        <p:blipFill>
          <a:blip r:embed="rId7"/>
          <a:stretch>
            <a:fillRect/>
          </a:stretch>
        </p:blipFill>
        <p:spPr>
          <a:xfrm>
            <a:off x="482901" y="3155941"/>
            <a:ext cx="1828061" cy="990471"/>
          </a:xfrm>
          <a:prstGeom prst="rect">
            <a:avLst/>
          </a:prstGeom>
        </p:spPr>
      </p:pic>
      <p:sp>
        <p:nvSpPr>
          <p:cNvPr id="26" name="Seta: para a Esquerda 25">
            <a:extLst>
              <a:ext uri="{FF2B5EF4-FFF2-40B4-BE49-F238E27FC236}">
                <a16:creationId xmlns:a16="http://schemas.microsoft.com/office/drawing/2014/main" id="{93F26019-3D86-E7CC-7532-1162D76D0FFF}"/>
              </a:ext>
            </a:extLst>
          </p:cNvPr>
          <p:cNvSpPr/>
          <p:nvPr/>
        </p:nvSpPr>
        <p:spPr>
          <a:xfrm rot="10800000">
            <a:off x="10287988" y="1903401"/>
            <a:ext cx="1198667" cy="775855"/>
          </a:xfrm>
          <a:prstGeom prst="leftArrow">
            <a:avLst/>
          </a:prstGeom>
          <a:solidFill>
            <a:srgbClr val="007DA9"/>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highlight>
                <a:srgbClr val="007DA9"/>
              </a:highlight>
            </a:endParaRPr>
          </a:p>
        </p:txBody>
      </p:sp>
      <p:pic>
        <p:nvPicPr>
          <p:cNvPr id="27" name="Imagem 26">
            <a:extLst>
              <a:ext uri="{FF2B5EF4-FFF2-40B4-BE49-F238E27FC236}">
                <a16:creationId xmlns:a16="http://schemas.microsoft.com/office/drawing/2014/main" id="{47544C59-E486-E8CC-8F4A-A5479319A8E6}"/>
              </a:ext>
            </a:extLst>
          </p:cNvPr>
          <p:cNvPicPr>
            <a:picLocks noChangeAspect="1"/>
          </p:cNvPicPr>
          <p:nvPr/>
        </p:nvPicPr>
        <p:blipFill>
          <a:blip r:embed="rId7"/>
          <a:stretch>
            <a:fillRect/>
          </a:stretch>
        </p:blipFill>
        <p:spPr>
          <a:xfrm>
            <a:off x="482900" y="3969721"/>
            <a:ext cx="1828061" cy="990471"/>
          </a:xfrm>
          <a:prstGeom prst="rect">
            <a:avLst/>
          </a:prstGeom>
        </p:spPr>
      </p:pic>
    </p:spTree>
    <p:extLst>
      <p:ext uri="{BB962C8B-B14F-4D97-AF65-F5344CB8AC3E}">
        <p14:creationId xmlns:p14="http://schemas.microsoft.com/office/powerpoint/2010/main" val="23211352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2" presetClass="entr" presetSubtype="4"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anim calcmode="lin" valueType="num">
                                      <p:cBhvr additive="base">
                                        <p:cTn id="15" dur="500" fill="hold"/>
                                        <p:tgtEl>
                                          <p:spTgt spid="9"/>
                                        </p:tgtEl>
                                        <p:attrNameLst>
                                          <p:attrName>ppt_x</p:attrName>
                                        </p:attrNameLst>
                                      </p:cBhvr>
                                      <p:tavLst>
                                        <p:tav tm="0">
                                          <p:val>
                                            <p:strVal val="#ppt_x"/>
                                          </p:val>
                                        </p:tav>
                                        <p:tav tm="100000">
                                          <p:val>
                                            <p:strVal val="#ppt_x"/>
                                          </p:val>
                                        </p:tav>
                                      </p:tavLst>
                                    </p:anim>
                                    <p:anim calcmode="lin" valueType="num">
                                      <p:cBhvr additive="base">
                                        <p:cTn id="16" dur="500" fill="hold"/>
                                        <p:tgtEl>
                                          <p:spTgt spid="9"/>
                                        </p:tgtEl>
                                        <p:attrNameLst>
                                          <p:attrName>ppt_y</p:attrName>
                                        </p:attrNameLst>
                                      </p:cBhvr>
                                      <p:tavLst>
                                        <p:tav tm="0">
                                          <p:val>
                                            <p:strVal val="1+#ppt_h/2"/>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13"/>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15"/>
                                        </p:tgtEl>
                                        <p:attrNameLst>
                                          <p:attrName>style.visibility</p:attrName>
                                        </p:attrNameLst>
                                      </p:cBhvr>
                                      <p:to>
                                        <p:strVal val="visible"/>
                                      </p:to>
                                    </p:set>
                                    <p:anim calcmode="lin" valueType="num">
                                      <p:cBhvr additive="base">
                                        <p:cTn id="25" dur="500" fill="hold"/>
                                        <p:tgtEl>
                                          <p:spTgt spid="15"/>
                                        </p:tgtEl>
                                        <p:attrNameLst>
                                          <p:attrName>ppt_x</p:attrName>
                                        </p:attrNameLst>
                                      </p:cBhvr>
                                      <p:tavLst>
                                        <p:tav tm="0">
                                          <p:val>
                                            <p:strVal val="#ppt_x"/>
                                          </p:val>
                                        </p:tav>
                                        <p:tav tm="100000">
                                          <p:val>
                                            <p:strVal val="#ppt_x"/>
                                          </p:val>
                                        </p:tav>
                                      </p:tavLst>
                                    </p:anim>
                                    <p:anim calcmode="lin" valueType="num">
                                      <p:cBhvr additive="base">
                                        <p:cTn id="26" dur="500" fill="hold"/>
                                        <p:tgtEl>
                                          <p:spTgt spid="15"/>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7"/>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2" presetClass="entr" presetSubtype="4" fill="hold" grpId="0" nodeType="clickEffect">
                                  <p:stCondLst>
                                    <p:cond delay="0"/>
                                  </p:stCondLst>
                                  <p:childTnLst>
                                    <p:set>
                                      <p:cBhvr>
                                        <p:cTn id="34" dur="1" fill="hold">
                                          <p:stCondLst>
                                            <p:cond delay="0"/>
                                          </p:stCondLst>
                                        </p:cTn>
                                        <p:tgtEl>
                                          <p:spTgt spid="18"/>
                                        </p:tgtEl>
                                        <p:attrNameLst>
                                          <p:attrName>style.visibility</p:attrName>
                                        </p:attrNameLst>
                                      </p:cBhvr>
                                      <p:to>
                                        <p:strVal val="visible"/>
                                      </p:to>
                                    </p:set>
                                    <p:anim calcmode="lin" valueType="num">
                                      <p:cBhvr additive="base">
                                        <p:cTn id="35" dur="500" fill="hold"/>
                                        <p:tgtEl>
                                          <p:spTgt spid="18"/>
                                        </p:tgtEl>
                                        <p:attrNameLst>
                                          <p:attrName>ppt_x</p:attrName>
                                        </p:attrNameLst>
                                      </p:cBhvr>
                                      <p:tavLst>
                                        <p:tav tm="0">
                                          <p:val>
                                            <p:strVal val="#ppt_x"/>
                                          </p:val>
                                        </p:tav>
                                        <p:tav tm="100000">
                                          <p:val>
                                            <p:strVal val="#ppt_x"/>
                                          </p:val>
                                        </p:tav>
                                      </p:tavLst>
                                    </p:anim>
                                    <p:anim calcmode="lin" valueType="num">
                                      <p:cBhvr additive="base">
                                        <p:cTn id="36" dur="500" fill="hold"/>
                                        <p:tgtEl>
                                          <p:spTgt spid="18"/>
                                        </p:tgtEl>
                                        <p:attrNameLst>
                                          <p:attrName>ppt_y</p:attrName>
                                        </p:attrNameLst>
                                      </p:cBhvr>
                                      <p:tavLst>
                                        <p:tav tm="0">
                                          <p:val>
                                            <p:strVal val="1+#ppt_h/2"/>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39" presetID="2" presetClass="entr" presetSubtype="4" fill="hold" grpId="0" nodeType="clickEffect">
                                  <p:stCondLst>
                                    <p:cond delay="0"/>
                                  </p:stCondLst>
                                  <p:childTnLst>
                                    <p:set>
                                      <p:cBhvr>
                                        <p:cTn id="40" dur="1" fill="hold">
                                          <p:stCondLst>
                                            <p:cond delay="0"/>
                                          </p:stCondLst>
                                        </p:cTn>
                                        <p:tgtEl>
                                          <p:spTgt spid="19"/>
                                        </p:tgtEl>
                                        <p:attrNameLst>
                                          <p:attrName>style.visibility</p:attrName>
                                        </p:attrNameLst>
                                      </p:cBhvr>
                                      <p:to>
                                        <p:strVal val="visible"/>
                                      </p:to>
                                    </p:set>
                                    <p:anim calcmode="lin" valueType="num">
                                      <p:cBhvr additive="base">
                                        <p:cTn id="41" dur="500" fill="hold"/>
                                        <p:tgtEl>
                                          <p:spTgt spid="19"/>
                                        </p:tgtEl>
                                        <p:attrNameLst>
                                          <p:attrName>ppt_x</p:attrName>
                                        </p:attrNameLst>
                                      </p:cBhvr>
                                      <p:tavLst>
                                        <p:tav tm="0">
                                          <p:val>
                                            <p:strVal val="#ppt_x"/>
                                          </p:val>
                                        </p:tav>
                                        <p:tav tm="100000">
                                          <p:val>
                                            <p:strVal val="#ppt_x"/>
                                          </p:val>
                                        </p:tav>
                                      </p:tavLst>
                                    </p:anim>
                                    <p:anim calcmode="lin" valueType="num">
                                      <p:cBhvr additive="base">
                                        <p:cTn id="42" dur="500" fill="hold"/>
                                        <p:tgtEl>
                                          <p:spTgt spid="19"/>
                                        </p:tgtEl>
                                        <p:attrNameLst>
                                          <p:attrName>ppt_y</p:attrName>
                                        </p:attrNameLst>
                                      </p:cBhvr>
                                      <p:tavLst>
                                        <p:tav tm="0">
                                          <p:val>
                                            <p:strVal val="1+#ppt_h/2"/>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21"/>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23"/>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26"/>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2" presetClass="entr" presetSubtype="4" fill="hold" grpId="0" nodeType="clickEffect">
                                  <p:stCondLst>
                                    <p:cond delay="0"/>
                                  </p:stCondLst>
                                  <p:childTnLst>
                                    <p:set>
                                      <p:cBhvr>
                                        <p:cTn id="56" dur="1" fill="hold">
                                          <p:stCondLst>
                                            <p:cond delay="0"/>
                                          </p:stCondLst>
                                        </p:cTn>
                                        <p:tgtEl>
                                          <p:spTgt spid="22"/>
                                        </p:tgtEl>
                                        <p:attrNameLst>
                                          <p:attrName>style.visibility</p:attrName>
                                        </p:attrNameLst>
                                      </p:cBhvr>
                                      <p:to>
                                        <p:strVal val="visible"/>
                                      </p:to>
                                    </p:set>
                                    <p:anim calcmode="lin" valueType="num">
                                      <p:cBhvr additive="base">
                                        <p:cTn id="57" dur="500" fill="hold"/>
                                        <p:tgtEl>
                                          <p:spTgt spid="22"/>
                                        </p:tgtEl>
                                        <p:attrNameLst>
                                          <p:attrName>ppt_x</p:attrName>
                                        </p:attrNameLst>
                                      </p:cBhvr>
                                      <p:tavLst>
                                        <p:tav tm="0">
                                          <p:val>
                                            <p:strVal val="#ppt_x"/>
                                          </p:val>
                                        </p:tav>
                                        <p:tav tm="100000">
                                          <p:val>
                                            <p:strVal val="#ppt_x"/>
                                          </p:val>
                                        </p:tav>
                                      </p:tavLst>
                                    </p:anim>
                                    <p:anim calcmode="lin" valueType="num">
                                      <p:cBhvr additive="base">
                                        <p:cTn id="58" dur="500" fill="hold"/>
                                        <p:tgtEl>
                                          <p:spTgt spid="22"/>
                                        </p:tgtEl>
                                        <p:attrNameLst>
                                          <p:attrName>ppt_y</p:attrName>
                                        </p:attrNameLst>
                                      </p:cBhvr>
                                      <p:tavLst>
                                        <p:tav tm="0">
                                          <p:val>
                                            <p:strVal val="1+#ppt_h/2"/>
                                          </p:val>
                                        </p:tav>
                                        <p:tav tm="100000">
                                          <p:val>
                                            <p:strVal val="#ppt_y"/>
                                          </p:val>
                                        </p:tav>
                                      </p:tavLst>
                                    </p:anim>
                                  </p:childTnLst>
                                </p:cTn>
                              </p:par>
                              <p:par>
                                <p:cTn id="59" presetID="1" presetClass="entr" presetSubtype="0" fill="hold" nodeType="withEffect">
                                  <p:stCondLst>
                                    <p:cond delay="0"/>
                                  </p:stCondLst>
                                  <p:childTnLst>
                                    <p:set>
                                      <p:cBhvr>
                                        <p:cTn id="60" dur="1" fill="hold">
                                          <p:stCondLst>
                                            <p:cond delay="0"/>
                                          </p:stCondLst>
                                        </p:cTn>
                                        <p:tgtEl>
                                          <p:spTgt spid="25"/>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5" grpId="0" animBg="1"/>
      <p:bldP spid="18" grpId="0" animBg="1"/>
      <p:bldP spid="19" grpId="0" animBg="1"/>
      <p:bldP spid="22" grpId="0" animBg="1"/>
      <p:bldP spid="23" grpId="0" animBg="1"/>
      <p:bldP spid="26"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35BFF9-5397-9F8C-870D-5BE468EAB1C7}"/>
            </a:ext>
          </a:extLst>
        </p:cNvPr>
        <p:cNvGrpSpPr/>
        <p:nvPr/>
      </p:nvGrpSpPr>
      <p:grpSpPr>
        <a:xfrm>
          <a:off x="0" y="0"/>
          <a:ext cx="0" cy="0"/>
          <a:chOff x="0" y="0"/>
          <a:chExt cx="0" cy="0"/>
        </a:xfrm>
      </p:grpSpPr>
      <p:sp>
        <p:nvSpPr>
          <p:cNvPr id="4" name="Retângulo 3">
            <a:extLst>
              <a:ext uri="{FF2B5EF4-FFF2-40B4-BE49-F238E27FC236}">
                <a16:creationId xmlns:a16="http://schemas.microsoft.com/office/drawing/2014/main" id="{5A8537FC-C606-E43B-571D-18593771F84F}"/>
              </a:ext>
            </a:extLst>
          </p:cNvPr>
          <p:cNvSpPr/>
          <p:nvPr/>
        </p:nvSpPr>
        <p:spPr>
          <a:xfrm>
            <a:off x="355104" y="1426718"/>
            <a:ext cx="11425561" cy="5294757"/>
          </a:xfrm>
          <a:prstGeom prst="rect">
            <a:avLst/>
          </a:prstGeom>
          <a:solidFill>
            <a:schemeClr val="accent2">
              <a:lumMod val="20000"/>
              <a:lumOff val="80000"/>
            </a:schemeClr>
          </a:solidFill>
          <a:ln>
            <a:solidFill>
              <a:srgbClr val="007DA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noFill/>
            </a:endParaRPr>
          </a:p>
        </p:txBody>
      </p:sp>
      <p:sp>
        <p:nvSpPr>
          <p:cNvPr id="3" name="CaixaDeTexto 2">
            <a:extLst>
              <a:ext uri="{FF2B5EF4-FFF2-40B4-BE49-F238E27FC236}">
                <a16:creationId xmlns:a16="http://schemas.microsoft.com/office/drawing/2014/main" id="{B4B76515-92E6-3F65-0E51-6403CBF2B491}"/>
              </a:ext>
            </a:extLst>
          </p:cNvPr>
          <p:cNvSpPr txBox="1"/>
          <p:nvPr/>
        </p:nvSpPr>
        <p:spPr>
          <a:xfrm>
            <a:off x="130373" y="169518"/>
            <a:ext cx="10487075" cy="1107996"/>
          </a:xfrm>
          <a:prstGeom prst="rect">
            <a:avLst/>
          </a:prstGeom>
          <a:noFill/>
        </p:spPr>
        <p:txBody>
          <a:bodyPr wrap="square" rtlCol="0">
            <a:spAutoFit/>
          </a:bodyPr>
          <a:lstStyle/>
          <a:p>
            <a:r>
              <a:rPr lang="pt-BR" sz="6600" dirty="0">
                <a:solidFill>
                  <a:srgbClr val="007DA9"/>
                </a:solidFill>
                <a:latin typeface="Impact" panose="020B0806030902050204" pitchFamily="34" charset="0"/>
              </a:rPr>
              <a:t>Tipos de Estrutura de Dados</a:t>
            </a:r>
          </a:p>
        </p:txBody>
      </p:sp>
      <p:sp>
        <p:nvSpPr>
          <p:cNvPr id="2" name="CaixaDeTexto 1">
            <a:extLst>
              <a:ext uri="{FF2B5EF4-FFF2-40B4-BE49-F238E27FC236}">
                <a16:creationId xmlns:a16="http://schemas.microsoft.com/office/drawing/2014/main" id="{013C05AC-FB30-84CF-7E71-7660F77580EF}"/>
              </a:ext>
            </a:extLst>
          </p:cNvPr>
          <p:cNvSpPr txBox="1"/>
          <p:nvPr/>
        </p:nvSpPr>
        <p:spPr>
          <a:xfrm>
            <a:off x="355104" y="1907538"/>
            <a:ext cx="11425562" cy="2031325"/>
          </a:xfrm>
          <a:prstGeom prst="rect">
            <a:avLst/>
          </a:prstGeom>
          <a:noFill/>
        </p:spPr>
        <p:txBody>
          <a:bodyPr wrap="square" rtlCol="0">
            <a:spAutoFit/>
          </a:bodyPr>
          <a:lstStyle/>
          <a:p>
            <a:r>
              <a:rPr lang="pt-BR" dirty="0">
                <a:solidFill>
                  <a:srgbClr val="007DA9"/>
                </a:solidFill>
                <a:latin typeface="Impact" panose="020B0806030902050204" pitchFamily="34" charset="0"/>
              </a:rPr>
              <a:t>Fila (</a:t>
            </a:r>
            <a:r>
              <a:rPr lang="pt-BR" dirty="0" err="1">
                <a:solidFill>
                  <a:srgbClr val="007DA9"/>
                </a:solidFill>
                <a:latin typeface="Impact" panose="020B0806030902050204" pitchFamily="34" charset="0"/>
              </a:rPr>
              <a:t>Queue</a:t>
            </a:r>
            <a:r>
              <a:rPr lang="pt-BR" dirty="0">
                <a:solidFill>
                  <a:srgbClr val="007DA9"/>
                </a:solidFill>
                <a:latin typeface="Impact" panose="020B0806030902050204" pitchFamily="34" charset="0"/>
              </a:rPr>
              <a:t>)</a:t>
            </a:r>
          </a:p>
          <a:p>
            <a:endParaRPr lang="pt-BR" dirty="0">
              <a:solidFill>
                <a:srgbClr val="007DA9"/>
              </a:solidFill>
              <a:latin typeface="Impact" panose="020B0806030902050204" pitchFamily="34" charset="0"/>
            </a:endParaRPr>
          </a:p>
          <a:p>
            <a:r>
              <a:rPr lang="pt-BR" dirty="0">
                <a:solidFill>
                  <a:srgbClr val="007DA9"/>
                </a:solidFill>
                <a:latin typeface="Impact" panose="020B0806030902050204" pitchFamily="34" charset="0"/>
              </a:rPr>
              <a:t>Filas são fundamentais em engenharia de dados para gerenciar tarefas em pipelines de dados. Elas garantem que as tarefas sejam processadas na ordem correta, especialmente em sistemas distribuídos e processamento em lote.</a:t>
            </a:r>
          </a:p>
          <a:p>
            <a:endParaRPr lang="pt-BR" dirty="0">
              <a:solidFill>
                <a:srgbClr val="007DA9"/>
              </a:solidFill>
              <a:latin typeface="Impact" panose="020B0806030902050204" pitchFamily="34" charset="0"/>
            </a:endParaRPr>
          </a:p>
          <a:p>
            <a:r>
              <a:rPr lang="pt-BR" dirty="0">
                <a:solidFill>
                  <a:srgbClr val="007DA9"/>
                </a:solidFill>
                <a:latin typeface="Impact" panose="020B0806030902050204" pitchFamily="34" charset="0"/>
              </a:rPr>
              <a:t>Exemplo: Uma fila é usada para gerenciar mensagens em um sistema de processamento de eventos, onde cada evento é processado na ordem em que chega.</a:t>
            </a:r>
          </a:p>
        </p:txBody>
      </p:sp>
      <p:sp>
        <p:nvSpPr>
          <p:cNvPr id="8" name="sketchy line">
            <a:extLst>
              <a:ext uri="{FF2B5EF4-FFF2-40B4-BE49-F238E27FC236}">
                <a16:creationId xmlns:a16="http://schemas.microsoft.com/office/drawing/2014/main" id="{096863DC-7DB0-D58B-563A-D86C00F1674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68062" y="1184695"/>
            <a:ext cx="11727443" cy="100858"/>
          </a:xfrm>
          <a:custGeom>
            <a:avLst/>
            <a:gdLst>
              <a:gd name="connsiteX0" fmla="*/ 0 w 11727443"/>
              <a:gd name="connsiteY0" fmla="*/ 0 h 100858"/>
              <a:gd name="connsiteX1" fmla="*/ 455301 w 11727443"/>
              <a:gd name="connsiteY1" fmla="*/ 0 h 100858"/>
              <a:gd name="connsiteX2" fmla="*/ 1379699 w 11727443"/>
              <a:gd name="connsiteY2" fmla="*/ 0 h 100858"/>
              <a:gd name="connsiteX3" fmla="*/ 2069549 w 11727443"/>
              <a:gd name="connsiteY3" fmla="*/ 0 h 100858"/>
              <a:gd name="connsiteX4" fmla="*/ 2524849 w 11727443"/>
              <a:gd name="connsiteY4" fmla="*/ 0 h 100858"/>
              <a:gd name="connsiteX5" fmla="*/ 2862876 w 11727443"/>
              <a:gd name="connsiteY5" fmla="*/ 0 h 100858"/>
              <a:gd name="connsiteX6" fmla="*/ 3787274 w 11727443"/>
              <a:gd name="connsiteY6" fmla="*/ 0 h 100858"/>
              <a:gd name="connsiteX7" fmla="*/ 4359849 w 11727443"/>
              <a:gd name="connsiteY7" fmla="*/ 0 h 100858"/>
              <a:gd name="connsiteX8" fmla="*/ 5284248 w 11727443"/>
              <a:gd name="connsiteY8" fmla="*/ 0 h 100858"/>
              <a:gd name="connsiteX9" fmla="*/ 5622274 w 11727443"/>
              <a:gd name="connsiteY9" fmla="*/ 0 h 100858"/>
              <a:gd name="connsiteX10" fmla="*/ 6077575 w 11727443"/>
              <a:gd name="connsiteY10" fmla="*/ 0 h 100858"/>
              <a:gd name="connsiteX11" fmla="*/ 7001973 w 11727443"/>
              <a:gd name="connsiteY11" fmla="*/ 0 h 100858"/>
              <a:gd name="connsiteX12" fmla="*/ 7926372 w 11727443"/>
              <a:gd name="connsiteY12" fmla="*/ 0 h 100858"/>
              <a:gd name="connsiteX13" fmla="*/ 8498947 w 11727443"/>
              <a:gd name="connsiteY13" fmla="*/ 0 h 100858"/>
              <a:gd name="connsiteX14" fmla="*/ 8836973 w 11727443"/>
              <a:gd name="connsiteY14" fmla="*/ 0 h 100858"/>
              <a:gd name="connsiteX15" fmla="*/ 9644097 w 11727443"/>
              <a:gd name="connsiteY15" fmla="*/ 0 h 100858"/>
              <a:gd name="connsiteX16" fmla="*/ 10333947 w 11727443"/>
              <a:gd name="connsiteY16" fmla="*/ 0 h 100858"/>
              <a:gd name="connsiteX17" fmla="*/ 10906522 w 11727443"/>
              <a:gd name="connsiteY17" fmla="*/ 0 h 100858"/>
              <a:gd name="connsiteX18" fmla="*/ 11727443 w 11727443"/>
              <a:gd name="connsiteY18" fmla="*/ 0 h 100858"/>
              <a:gd name="connsiteX19" fmla="*/ 11727443 w 11727443"/>
              <a:gd name="connsiteY19" fmla="*/ 100858 h 100858"/>
              <a:gd name="connsiteX20" fmla="*/ 10920319 w 11727443"/>
              <a:gd name="connsiteY20" fmla="*/ 100858 h 100858"/>
              <a:gd name="connsiteX21" fmla="*/ 10465018 w 11727443"/>
              <a:gd name="connsiteY21" fmla="*/ 100858 h 100858"/>
              <a:gd name="connsiteX22" fmla="*/ 9892443 w 11727443"/>
              <a:gd name="connsiteY22" fmla="*/ 100858 h 100858"/>
              <a:gd name="connsiteX23" fmla="*/ 8968045 w 11727443"/>
              <a:gd name="connsiteY23" fmla="*/ 100858 h 100858"/>
              <a:gd name="connsiteX24" fmla="*/ 8630018 w 11727443"/>
              <a:gd name="connsiteY24" fmla="*/ 100858 h 100858"/>
              <a:gd name="connsiteX25" fmla="*/ 8291992 w 11727443"/>
              <a:gd name="connsiteY25" fmla="*/ 100858 h 100858"/>
              <a:gd name="connsiteX26" fmla="*/ 7953966 w 11727443"/>
              <a:gd name="connsiteY26" fmla="*/ 100858 h 100858"/>
              <a:gd name="connsiteX27" fmla="*/ 7146842 w 11727443"/>
              <a:gd name="connsiteY27" fmla="*/ 100858 h 100858"/>
              <a:gd name="connsiteX28" fmla="*/ 6691541 w 11727443"/>
              <a:gd name="connsiteY28" fmla="*/ 100858 h 100858"/>
              <a:gd name="connsiteX29" fmla="*/ 5884417 w 11727443"/>
              <a:gd name="connsiteY29" fmla="*/ 100858 h 100858"/>
              <a:gd name="connsiteX30" fmla="*/ 5077293 w 11727443"/>
              <a:gd name="connsiteY30" fmla="*/ 100858 h 100858"/>
              <a:gd name="connsiteX31" fmla="*/ 4621992 w 11727443"/>
              <a:gd name="connsiteY31" fmla="*/ 100858 h 100858"/>
              <a:gd name="connsiteX32" fmla="*/ 3932143 w 11727443"/>
              <a:gd name="connsiteY32" fmla="*/ 100858 h 100858"/>
              <a:gd name="connsiteX33" fmla="*/ 3359567 w 11727443"/>
              <a:gd name="connsiteY33" fmla="*/ 100858 h 100858"/>
              <a:gd name="connsiteX34" fmla="*/ 2435169 w 11727443"/>
              <a:gd name="connsiteY34" fmla="*/ 100858 h 100858"/>
              <a:gd name="connsiteX35" fmla="*/ 1745319 w 11727443"/>
              <a:gd name="connsiteY35" fmla="*/ 100858 h 100858"/>
              <a:gd name="connsiteX36" fmla="*/ 938195 w 11727443"/>
              <a:gd name="connsiteY36" fmla="*/ 100858 h 100858"/>
              <a:gd name="connsiteX37" fmla="*/ 600169 w 11727443"/>
              <a:gd name="connsiteY37" fmla="*/ 100858 h 100858"/>
              <a:gd name="connsiteX38" fmla="*/ 0 w 11727443"/>
              <a:gd name="connsiteY38" fmla="*/ 100858 h 100858"/>
              <a:gd name="connsiteX39" fmla="*/ 0 w 11727443"/>
              <a:gd name="connsiteY39" fmla="*/ 0 h 1008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11727443" h="100858" fill="none" extrusionOk="0">
                <a:moveTo>
                  <a:pt x="0" y="0"/>
                </a:moveTo>
                <a:cubicBezTo>
                  <a:pt x="177575" y="-8335"/>
                  <a:pt x="289292" y="-22372"/>
                  <a:pt x="455301" y="0"/>
                </a:cubicBezTo>
                <a:cubicBezTo>
                  <a:pt x="621310" y="22372"/>
                  <a:pt x="959229" y="316"/>
                  <a:pt x="1379699" y="0"/>
                </a:cubicBezTo>
                <a:cubicBezTo>
                  <a:pt x="1800169" y="-316"/>
                  <a:pt x="1910290" y="-19988"/>
                  <a:pt x="2069549" y="0"/>
                </a:cubicBezTo>
                <a:cubicBezTo>
                  <a:pt x="2228808" y="19988"/>
                  <a:pt x="2328018" y="-6436"/>
                  <a:pt x="2524849" y="0"/>
                </a:cubicBezTo>
                <a:cubicBezTo>
                  <a:pt x="2721680" y="6436"/>
                  <a:pt x="2744923" y="692"/>
                  <a:pt x="2862876" y="0"/>
                </a:cubicBezTo>
                <a:cubicBezTo>
                  <a:pt x="2980829" y="-692"/>
                  <a:pt x="3455105" y="28803"/>
                  <a:pt x="3787274" y="0"/>
                </a:cubicBezTo>
                <a:cubicBezTo>
                  <a:pt x="4119443" y="-28803"/>
                  <a:pt x="4093258" y="3515"/>
                  <a:pt x="4359849" y="0"/>
                </a:cubicBezTo>
                <a:cubicBezTo>
                  <a:pt x="4626441" y="-3515"/>
                  <a:pt x="4994558" y="-15931"/>
                  <a:pt x="5284248" y="0"/>
                </a:cubicBezTo>
                <a:cubicBezTo>
                  <a:pt x="5573938" y="15931"/>
                  <a:pt x="5518095" y="-13412"/>
                  <a:pt x="5622274" y="0"/>
                </a:cubicBezTo>
                <a:cubicBezTo>
                  <a:pt x="5726453" y="13412"/>
                  <a:pt x="5919345" y="19043"/>
                  <a:pt x="6077575" y="0"/>
                </a:cubicBezTo>
                <a:cubicBezTo>
                  <a:pt x="6235805" y="-19043"/>
                  <a:pt x="6637812" y="29609"/>
                  <a:pt x="7001973" y="0"/>
                </a:cubicBezTo>
                <a:cubicBezTo>
                  <a:pt x="7366134" y="-29609"/>
                  <a:pt x="7716303" y="17424"/>
                  <a:pt x="7926372" y="0"/>
                </a:cubicBezTo>
                <a:cubicBezTo>
                  <a:pt x="8136441" y="-17424"/>
                  <a:pt x="8378864" y="-19420"/>
                  <a:pt x="8498947" y="0"/>
                </a:cubicBezTo>
                <a:cubicBezTo>
                  <a:pt x="8619031" y="19420"/>
                  <a:pt x="8765062" y="-15679"/>
                  <a:pt x="8836973" y="0"/>
                </a:cubicBezTo>
                <a:cubicBezTo>
                  <a:pt x="8908884" y="15679"/>
                  <a:pt x="9288035" y="12756"/>
                  <a:pt x="9644097" y="0"/>
                </a:cubicBezTo>
                <a:cubicBezTo>
                  <a:pt x="10000159" y="-12756"/>
                  <a:pt x="10089663" y="-5649"/>
                  <a:pt x="10333947" y="0"/>
                </a:cubicBezTo>
                <a:cubicBezTo>
                  <a:pt x="10578231" y="5649"/>
                  <a:pt x="10785095" y="27917"/>
                  <a:pt x="10906522" y="0"/>
                </a:cubicBezTo>
                <a:cubicBezTo>
                  <a:pt x="11027949" y="-27917"/>
                  <a:pt x="11562609" y="31188"/>
                  <a:pt x="11727443" y="0"/>
                </a:cubicBezTo>
                <a:cubicBezTo>
                  <a:pt x="11723584" y="38217"/>
                  <a:pt x="11731691" y="73296"/>
                  <a:pt x="11727443" y="100858"/>
                </a:cubicBezTo>
                <a:cubicBezTo>
                  <a:pt x="11381154" y="139297"/>
                  <a:pt x="11163895" y="69647"/>
                  <a:pt x="10920319" y="100858"/>
                </a:cubicBezTo>
                <a:cubicBezTo>
                  <a:pt x="10676743" y="132069"/>
                  <a:pt x="10625983" y="117071"/>
                  <a:pt x="10465018" y="100858"/>
                </a:cubicBezTo>
                <a:cubicBezTo>
                  <a:pt x="10304053" y="84645"/>
                  <a:pt x="10063410" y="105790"/>
                  <a:pt x="9892443" y="100858"/>
                </a:cubicBezTo>
                <a:cubicBezTo>
                  <a:pt x="9721477" y="95926"/>
                  <a:pt x="9298902" y="55708"/>
                  <a:pt x="8968045" y="100858"/>
                </a:cubicBezTo>
                <a:cubicBezTo>
                  <a:pt x="8637188" y="146008"/>
                  <a:pt x="8753098" y="98295"/>
                  <a:pt x="8630018" y="100858"/>
                </a:cubicBezTo>
                <a:cubicBezTo>
                  <a:pt x="8506938" y="103421"/>
                  <a:pt x="8382809" y="104606"/>
                  <a:pt x="8291992" y="100858"/>
                </a:cubicBezTo>
                <a:cubicBezTo>
                  <a:pt x="8201175" y="97110"/>
                  <a:pt x="8042573" y="88227"/>
                  <a:pt x="7953966" y="100858"/>
                </a:cubicBezTo>
                <a:cubicBezTo>
                  <a:pt x="7865359" y="113489"/>
                  <a:pt x="7327260" y="71433"/>
                  <a:pt x="7146842" y="100858"/>
                </a:cubicBezTo>
                <a:cubicBezTo>
                  <a:pt x="6966424" y="130283"/>
                  <a:pt x="6836691" y="78893"/>
                  <a:pt x="6691541" y="100858"/>
                </a:cubicBezTo>
                <a:cubicBezTo>
                  <a:pt x="6546391" y="122823"/>
                  <a:pt x="6161732" y="96929"/>
                  <a:pt x="5884417" y="100858"/>
                </a:cubicBezTo>
                <a:cubicBezTo>
                  <a:pt x="5607102" y="104787"/>
                  <a:pt x="5399769" y="71203"/>
                  <a:pt x="5077293" y="100858"/>
                </a:cubicBezTo>
                <a:cubicBezTo>
                  <a:pt x="4754817" y="130513"/>
                  <a:pt x="4780101" y="110562"/>
                  <a:pt x="4621992" y="100858"/>
                </a:cubicBezTo>
                <a:cubicBezTo>
                  <a:pt x="4463883" y="91154"/>
                  <a:pt x="4080268" y="82653"/>
                  <a:pt x="3932143" y="100858"/>
                </a:cubicBezTo>
                <a:cubicBezTo>
                  <a:pt x="3784018" y="119063"/>
                  <a:pt x="3606068" y="107585"/>
                  <a:pt x="3359567" y="100858"/>
                </a:cubicBezTo>
                <a:cubicBezTo>
                  <a:pt x="3113066" y="94131"/>
                  <a:pt x="2833730" y="108463"/>
                  <a:pt x="2435169" y="100858"/>
                </a:cubicBezTo>
                <a:cubicBezTo>
                  <a:pt x="2036608" y="93253"/>
                  <a:pt x="1979570" y="109496"/>
                  <a:pt x="1745319" y="100858"/>
                </a:cubicBezTo>
                <a:cubicBezTo>
                  <a:pt x="1511068" y="92221"/>
                  <a:pt x="1304277" y="99602"/>
                  <a:pt x="938195" y="100858"/>
                </a:cubicBezTo>
                <a:cubicBezTo>
                  <a:pt x="572113" y="102114"/>
                  <a:pt x="673750" y="115329"/>
                  <a:pt x="600169" y="100858"/>
                </a:cubicBezTo>
                <a:cubicBezTo>
                  <a:pt x="526588" y="86387"/>
                  <a:pt x="223952" y="122492"/>
                  <a:pt x="0" y="100858"/>
                </a:cubicBezTo>
                <a:cubicBezTo>
                  <a:pt x="-124" y="56937"/>
                  <a:pt x="-3196" y="35397"/>
                  <a:pt x="0" y="0"/>
                </a:cubicBezTo>
                <a:close/>
              </a:path>
              <a:path w="11727443" h="100858" stroke="0" extrusionOk="0">
                <a:moveTo>
                  <a:pt x="0" y="0"/>
                </a:moveTo>
                <a:cubicBezTo>
                  <a:pt x="226598" y="-20463"/>
                  <a:pt x="284703" y="21278"/>
                  <a:pt x="455301" y="0"/>
                </a:cubicBezTo>
                <a:cubicBezTo>
                  <a:pt x="625899" y="-21278"/>
                  <a:pt x="975360" y="-38169"/>
                  <a:pt x="1379699" y="0"/>
                </a:cubicBezTo>
                <a:cubicBezTo>
                  <a:pt x="1784038" y="38169"/>
                  <a:pt x="1553897" y="10715"/>
                  <a:pt x="1717725" y="0"/>
                </a:cubicBezTo>
                <a:cubicBezTo>
                  <a:pt x="1881553" y="-10715"/>
                  <a:pt x="1957404" y="7512"/>
                  <a:pt x="2055752" y="0"/>
                </a:cubicBezTo>
                <a:cubicBezTo>
                  <a:pt x="2154100" y="-7512"/>
                  <a:pt x="2455093" y="6931"/>
                  <a:pt x="2745601" y="0"/>
                </a:cubicBezTo>
                <a:cubicBezTo>
                  <a:pt x="3036109" y="-6931"/>
                  <a:pt x="3200578" y="-6899"/>
                  <a:pt x="3318177" y="0"/>
                </a:cubicBezTo>
                <a:cubicBezTo>
                  <a:pt x="3435776" y="6899"/>
                  <a:pt x="3830972" y="-29023"/>
                  <a:pt x="4125301" y="0"/>
                </a:cubicBezTo>
                <a:cubicBezTo>
                  <a:pt x="4419630" y="29023"/>
                  <a:pt x="4438628" y="-3380"/>
                  <a:pt x="4580601" y="0"/>
                </a:cubicBezTo>
                <a:cubicBezTo>
                  <a:pt x="4722574" y="3380"/>
                  <a:pt x="5287872" y="-26084"/>
                  <a:pt x="5505000" y="0"/>
                </a:cubicBezTo>
                <a:cubicBezTo>
                  <a:pt x="5722128" y="26084"/>
                  <a:pt x="5845495" y="-3138"/>
                  <a:pt x="6077575" y="0"/>
                </a:cubicBezTo>
                <a:cubicBezTo>
                  <a:pt x="6309655" y="3138"/>
                  <a:pt x="6416497" y="-9038"/>
                  <a:pt x="6532876" y="0"/>
                </a:cubicBezTo>
                <a:cubicBezTo>
                  <a:pt x="6649255" y="9038"/>
                  <a:pt x="6798774" y="17432"/>
                  <a:pt x="6988176" y="0"/>
                </a:cubicBezTo>
                <a:cubicBezTo>
                  <a:pt x="7177578" y="-17432"/>
                  <a:pt x="7432115" y="-1508"/>
                  <a:pt x="7560751" y="0"/>
                </a:cubicBezTo>
                <a:cubicBezTo>
                  <a:pt x="7689387" y="1508"/>
                  <a:pt x="7817048" y="19459"/>
                  <a:pt x="8016052" y="0"/>
                </a:cubicBezTo>
                <a:cubicBezTo>
                  <a:pt x="8215056" y="-19459"/>
                  <a:pt x="8384141" y="13593"/>
                  <a:pt x="8705902" y="0"/>
                </a:cubicBezTo>
                <a:cubicBezTo>
                  <a:pt x="9027663" y="-13593"/>
                  <a:pt x="8932873" y="-16432"/>
                  <a:pt x="9043928" y="0"/>
                </a:cubicBezTo>
                <a:cubicBezTo>
                  <a:pt x="9154983" y="16432"/>
                  <a:pt x="9568699" y="-30219"/>
                  <a:pt x="9733778" y="0"/>
                </a:cubicBezTo>
                <a:cubicBezTo>
                  <a:pt x="9898857" y="30219"/>
                  <a:pt x="9973728" y="-1849"/>
                  <a:pt x="10071804" y="0"/>
                </a:cubicBezTo>
                <a:cubicBezTo>
                  <a:pt x="10169880" y="1849"/>
                  <a:pt x="10558830" y="-12560"/>
                  <a:pt x="10996202" y="0"/>
                </a:cubicBezTo>
                <a:cubicBezTo>
                  <a:pt x="11433574" y="12560"/>
                  <a:pt x="11579031" y="-6546"/>
                  <a:pt x="11727443" y="0"/>
                </a:cubicBezTo>
                <a:cubicBezTo>
                  <a:pt x="11729168" y="25018"/>
                  <a:pt x="11723362" y="74256"/>
                  <a:pt x="11727443" y="100858"/>
                </a:cubicBezTo>
                <a:cubicBezTo>
                  <a:pt x="11466834" y="85519"/>
                  <a:pt x="11273864" y="83363"/>
                  <a:pt x="11154868" y="100858"/>
                </a:cubicBezTo>
                <a:cubicBezTo>
                  <a:pt x="11035872" y="118353"/>
                  <a:pt x="10917509" y="98250"/>
                  <a:pt x="10816842" y="100858"/>
                </a:cubicBezTo>
                <a:cubicBezTo>
                  <a:pt x="10716175" y="103466"/>
                  <a:pt x="10190281" y="93289"/>
                  <a:pt x="9892443" y="100858"/>
                </a:cubicBezTo>
                <a:cubicBezTo>
                  <a:pt x="9594605" y="108427"/>
                  <a:pt x="9385168" y="118111"/>
                  <a:pt x="9202594" y="100858"/>
                </a:cubicBezTo>
                <a:cubicBezTo>
                  <a:pt x="9020020" y="83605"/>
                  <a:pt x="8470284" y="126256"/>
                  <a:pt x="8278195" y="100858"/>
                </a:cubicBezTo>
                <a:cubicBezTo>
                  <a:pt x="8086106" y="75460"/>
                  <a:pt x="7779236" y="101234"/>
                  <a:pt x="7588345" y="100858"/>
                </a:cubicBezTo>
                <a:cubicBezTo>
                  <a:pt x="7397454" y="100483"/>
                  <a:pt x="7324210" y="98320"/>
                  <a:pt x="7250319" y="100858"/>
                </a:cubicBezTo>
                <a:cubicBezTo>
                  <a:pt x="7176428" y="103396"/>
                  <a:pt x="6743284" y="112839"/>
                  <a:pt x="6325921" y="100858"/>
                </a:cubicBezTo>
                <a:cubicBezTo>
                  <a:pt x="5908558" y="88877"/>
                  <a:pt x="6095670" y="116342"/>
                  <a:pt x="5870620" y="100858"/>
                </a:cubicBezTo>
                <a:cubicBezTo>
                  <a:pt x="5645570" y="85374"/>
                  <a:pt x="5700885" y="115088"/>
                  <a:pt x="5532594" y="100858"/>
                </a:cubicBezTo>
                <a:cubicBezTo>
                  <a:pt x="5364303" y="86628"/>
                  <a:pt x="5212740" y="105293"/>
                  <a:pt x="4960019" y="100858"/>
                </a:cubicBezTo>
                <a:cubicBezTo>
                  <a:pt x="4707298" y="96423"/>
                  <a:pt x="4491720" y="108840"/>
                  <a:pt x="4035620" y="100858"/>
                </a:cubicBezTo>
                <a:cubicBezTo>
                  <a:pt x="3579520" y="92876"/>
                  <a:pt x="3768890" y="79226"/>
                  <a:pt x="3580319" y="100858"/>
                </a:cubicBezTo>
                <a:cubicBezTo>
                  <a:pt x="3391748" y="122490"/>
                  <a:pt x="3059393" y="71723"/>
                  <a:pt x="2655921" y="100858"/>
                </a:cubicBezTo>
                <a:cubicBezTo>
                  <a:pt x="2252449" y="129993"/>
                  <a:pt x="2021995" y="121740"/>
                  <a:pt x="1848797" y="100858"/>
                </a:cubicBezTo>
                <a:cubicBezTo>
                  <a:pt x="1675599" y="79976"/>
                  <a:pt x="1263502" y="106737"/>
                  <a:pt x="924398" y="100858"/>
                </a:cubicBezTo>
                <a:cubicBezTo>
                  <a:pt x="585294" y="94979"/>
                  <a:pt x="216313" y="56521"/>
                  <a:pt x="0" y="100858"/>
                </a:cubicBezTo>
                <a:cubicBezTo>
                  <a:pt x="-4094" y="59488"/>
                  <a:pt x="2375" y="29231"/>
                  <a:pt x="0" y="0"/>
                </a:cubicBezTo>
                <a:close/>
              </a:path>
            </a:pathLst>
          </a:custGeom>
          <a:solidFill>
            <a:srgbClr val="007DA9"/>
          </a:solidFill>
          <a:ln w="44450" cap="rnd">
            <a:solidFill>
              <a:srgbClr val="007DA9"/>
            </a:solidFill>
            <a:round/>
            <a:extLst>
              <a:ext uri="{C807C97D-BFC1-408E-A445-0C87EB9F89A2}">
                <ask:lineSketchStyleProps xmlns:ask="http://schemas.microsoft.com/office/drawing/2018/sketchyshapes" sd="2863741219">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rgbClr val="007DA9"/>
                </a:solidFill>
              </a:rPr>
              <a:t>‘</a:t>
            </a:r>
          </a:p>
        </p:txBody>
      </p:sp>
      <p:pic>
        <p:nvPicPr>
          <p:cNvPr id="6" name="Imagem 5" descr="Uma imagem contendo Calendário&#10;&#10;Descrição gerada automaticamente">
            <a:extLst>
              <a:ext uri="{FF2B5EF4-FFF2-40B4-BE49-F238E27FC236}">
                <a16:creationId xmlns:a16="http://schemas.microsoft.com/office/drawing/2014/main" id="{FA2FFD6F-EA4D-FFDA-DB86-140ECD638EAB}"/>
              </a:ext>
            </a:extLst>
          </p:cNvPr>
          <p:cNvPicPr>
            <a:picLocks noChangeAspect="1"/>
          </p:cNvPicPr>
          <p:nvPr/>
        </p:nvPicPr>
        <p:blipFill>
          <a:blip r:embed="rId2">
            <a:extLst>
              <a:ext uri="{BEBA8EAE-BF5A-486C-A8C5-ECC9F3942E4B}">
                <a14:imgProps xmlns:a14="http://schemas.microsoft.com/office/drawing/2010/main">
                  <a14:imgLayer r:embed="rId3">
                    <a14:imgEffect>
                      <a14:backgroundRemoval t="8483" b="76347" l="10000" r="90000"/>
                    </a14:imgEffect>
                  </a14:imgLayer>
                </a14:imgProps>
              </a:ext>
              <a:ext uri="{28A0092B-C50C-407E-A947-70E740481C1C}">
                <a14:useLocalDpi xmlns:a14="http://schemas.microsoft.com/office/drawing/2010/main" val="0"/>
              </a:ext>
            </a:extLst>
          </a:blip>
          <a:srcRect b="15170"/>
          <a:stretch/>
        </p:blipFill>
        <p:spPr>
          <a:xfrm>
            <a:off x="7900416" y="3654894"/>
            <a:ext cx="5208728" cy="3103200"/>
          </a:xfrm>
          <a:prstGeom prst="rect">
            <a:avLst/>
          </a:prstGeom>
        </p:spPr>
      </p:pic>
      <p:pic>
        <p:nvPicPr>
          <p:cNvPr id="2050" name="Picture 2" descr="Fila de banco demorada? Saiba seus direitos | Idec - Instituto Brasileiro  de Defesa do Consumidor">
            <a:extLst>
              <a:ext uri="{FF2B5EF4-FFF2-40B4-BE49-F238E27FC236}">
                <a16:creationId xmlns:a16="http://schemas.microsoft.com/office/drawing/2014/main" id="{4A86001B-51FB-06DB-F32A-87105BEF50C3}"/>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801368" y="4225911"/>
            <a:ext cx="2862072" cy="210274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2795152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35BFF9-5397-9F8C-870D-5BE468EAB1C7}"/>
            </a:ext>
          </a:extLst>
        </p:cNvPr>
        <p:cNvGrpSpPr/>
        <p:nvPr/>
      </p:nvGrpSpPr>
      <p:grpSpPr>
        <a:xfrm>
          <a:off x="0" y="0"/>
          <a:ext cx="0" cy="0"/>
          <a:chOff x="0" y="0"/>
          <a:chExt cx="0" cy="0"/>
        </a:xfrm>
      </p:grpSpPr>
      <p:sp>
        <p:nvSpPr>
          <p:cNvPr id="4" name="Retângulo 3">
            <a:extLst>
              <a:ext uri="{FF2B5EF4-FFF2-40B4-BE49-F238E27FC236}">
                <a16:creationId xmlns:a16="http://schemas.microsoft.com/office/drawing/2014/main" id="{5A8537FC-C606-E43B-571D-18593771F84F}"/>
              </a:ext>
            </a:extLst>
          </p:cNvPr>
          <p:cNvSpPr/>
          <p:nvPr/>
        </p:nvSpPr>
        <p:spPr>
          <a:xfrm>
            <a:off x="355104" y="1426718"/>
            <a:ext cx="11425561" cy="5294757"/>
          </a:xfrm>
          <a:prstGeom prst="rect">
            <a:avLst/>
          </a:prstGeom>
          <a:solidFill>
            <a:schemeClr val="accent2">
              <a:lumMod val="20000"/>
              <a:lumOff val="80000"/>
            </a:schemeClr>
          </a:solidFill>
          <a:ln>
            <a:solidFill>
              <a:srgbClr val="007DA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noFill/>
            </a:endParaRPr>
          </a:p>
        </p:txBody>
      </p:sp>
      <p:sp>
        <p:nvSpPr>
          <p:cNvPr id="3" name="CaixaDeTexto 2">
            <a:extLst>
              <a:ext uri="{FF2B5EF4-FFF2-40B4-BE49-F238E27FC236}">
                <a16:creationId xmlns:a16="http://schemas.microsoft.com/office/drawing/2014/main" id="{B4B76515-92E6-3F65-0E51-6403CBF2B491}"/>
              </a:ext>
            </a:extLst>
          </p:cNvPr>
          <p:cNvSpPr txBox="1"/>
          <p:nvPr/>
        </p:nvSpPr>
        <p:spPr>
          <a:xfrm>
            <a:off x="130373" y="169518"/>
            <a:ext cx="10487075" cy="1107996"/>
          </a:xfrm>
          <a:prstGeom prst="rect">
            <a:avLst/>
          </a:prstGeom>
          <a:noFill/>
        </p:spPr>
        <p:txBody>
          <a:bodyPr wrap="square" rtlCol="0">
            <a:spAutoFit/>
          </a:bodyPr>
          <a:lstStyle/>
          <a:p>
            <a:r>
              <a:rPr lang="pt-BR" sz="6600" dirty="0">
                <a:solidFill>
                  <a:srgbClr val="007DA9"/>
                </a:solidFill>
                <a:latin typeface="Impact" panose="020B0806030902050204" pitchFamily="34" charset="0"/>
              </a:rPr>
              <a:t>Fila – Movimentando...</a:t>
            </a:r>
          </a:p>
        </p:txBody>
      </p:sp>
      <p:sp>
        <p:nvSpPr>
          <p:cNvPr id="8" name="sketchy line">
            <a:extLst>
              <a:ext uri="{FF2B5EF4-FFF2-40B4-BE49-F238E27FC236}">
                <a16:creationId xmlns:a16="http://schemas.microsoft.com/office/drawing/2014/main" id="{096863DC-7DB0-D58B-563A-D86C00F1674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68062" y="1184695"/>
            <a:ext cx="11727443" cy="100858"/>
          </a:xfrm>
          <a:custGeom>
            <a:avLst/>
            <a:gdLst>
              <a:gd name="connsiteX0" fmla="*/ 0 w 11727443"/>
              <a:gd name="connsiteY0" fmla="*/ 0 h 100858"/>
              <a:gd name="connsiteX1" fmla="*/ 455301 w 11727443"/>
              <a:gd name="connsiteY1" fmla="*/ 0 h 100858"/>
              <a:gd name="connsiteX2" fmla="*/ 1379699 w 11727443"/>
              <a:gd name="connsiteY2" fmla="*/ 0 h 100858"/>
              <a:gd name="connsiteX3" fmla="*/ 2069549 w 11727443"/>
              <a:gd name="connsiteY3" fmla="*/ 0 h 100858"/>
              <a:gd name="connsiteX4" fmla="*/ 2524849 w 11727443"/>
              <a:gd name="connsiteY4" fmla="*/ 0 h 100858"/>
              <a:gd name="connsiteX5" fmla="*/ 2862876 w 11727443"/>
              <a:gd name="connsiteY5" fmla="*/ 0 h 100858"/>
              <a:gd name="connsiteX6" fmla="*/ 3787274 w 11727443"/>
              <a:gd name="connsiteY6" fmla="*/ 0 h 100858"/>
              <a:gd name="connsiteX7" fmla="*/ 4359849 w 11727443"/>
              <a:gd name="connsiteY7" fmla="*/ 0 h 100858"/>
              <a:gd name="connsiteX8" fmla="*/ 5284248 w 11727443"/>
              <a:gd name="connsiteY8" fmla="*/ 0 h 100858"/>
              <a:gd name="connsiteX9" fmla="*/ 5622274 w 11727443"/>
              <a:gd name="connsiteY9" fmla="*/ 0 h 100858"/>
              <a:gd name="connsiteX10" fmla="*/ 6077575 w 11727443"/>
              <a:gd name="connsiteY10" fmla="*/ 0 h 100858"/>
              <a:gd name="connsiteX11" fmla="*/ 7001973 w 11727443"/>
              <a:gd name="connsiteY11" fmla="*/ 0 h 100858"/>
              <a:gd name="connsiteX12" fmla="*/ 7926372 w 11727443"/>
              <a:gd name="connsiteY12" fmla="*/ 0 h 100858"/>
              <a:gd name="connsiteX13" fmla="*/ 8498947 w 11727443"/>
              <a:gd name="connsiteY13" fmla="*/ 0 h 100858"/>
              <a:gd name="connsiteX14" fmla="*/ 8836973 w 11727443"/>
              <a:gd name="connsiteY14" fmla="*/ 0 h 100858"/>
              <a:gd name="connsiteX15" fmla="*/ 9644097 w 11727443"/>
              <a:gd name="connsiteY15" fmla="*/ 0 h 100858"/>
              <a:gd name="connsiteX16" fmla="*/ 10333947 w 11727443"/>
              <a:gd name="connsiteY16" fmla="*/ 0 h 100858"/>
              <a:gd name="connsiteX17" fmla="*/ 10906522 w 11727443"/>
              <a:gd name="connsiteY17" fmla="*/ 0 h 100858"/>
              <a:gd name="connsiteX18" fmla="*/ 11727443 w 11727443"/>
              <a:gd name="connsiteY18" fmla="*/ 0 h 100858"/>
              <a:gd name="connsiteX19" fmla="*/ 11727443 w 11727443"/>
              <a:gd name="connsiteY19" fmla="*/ 100858 h 100858"/>
              <a:gd name="connsiteX20" fmla="*/ 10920319 w 11727443"/>
              <a:gd name="connsiteY20" fmla="*/ 100858 h 100858"/>
              <a:gd name="connsiteX21" fmla="*/ 10465018 w 11727443"/>
              <a:gd name="connsiteY21" fmla="*/ 100858 h 100858"/>
              <a:gd name="connsiteX22" fmla="*/ 9892443 w 11727443"/>
              <a:gd name="connsiteY22" fmla="*/ 100858 h 100858"/>
              <a:gd name="connsiteX23" fmla="*/ 8968045 w 11727443"/>
              <a:gd name="connsiteY23" fmla="*/ 100858 h 100858"/>
              <a:gd name="connsiteX24" fmla="*/ 8630018 w 11727443"/>
              <a:gd name="connsiteY24" fmla="*/ 100858 h 100858"/>
              <a:gd name="connsiteX25" fmla="*/ 8291992 w 11727443"/>
              <a:gd name="connsiteY25" fmla="*/ 100858 h 100858"/>
              <a:gd name="connsiteX26" fmla="*/ 7953966 w 11727443"/>
              <a:gd name="connsiteY26" fmla="*/ 100858 h 100858"/>
              <a:gd name="connsiteX27" fmla="*/ 7146842 w 11727443"/>
              <a:gd name="connsiteY27" fmla="*/ 100858 h 100858"/>
              <a:gd name="connsiteX28" fmla="*/ 6691541 w 11727443"/>
              <a:gd name="connsiteY28" fmla="*/ 100858 h 100858"/>
              <a:gd name="connsiteX29" fmla="*/ 5884417 w 11727443"/>
              <a:gd name="connsiteY29" fmla="*/ 100858 h 100858"/>
              <a:gd name="connsiteX30" fmla="*/ 5077293 w 11727443"/>
              <a:gd name="connsiteY30" fmla="*/ 100858 h 100858"/>
              <a:gd name="connsiteX31" fmla="*/ 4621992 w 11727443"/>
              <a:gd name="connsiteY31" fmla="*/ 100858 h 100858"/>
              <a:gd name="connsiteX32" fmla="*/ 3932143 w 11727443"/>
              <a:gd name="connsiteY32" fmla="*/ 100858 h 100858"/>
              <a:gd name="connsiteX33" fmla="*/ 3359567 w 11727443"/>
              <a:gd name="connsiteY33" fmla="*/ 100858 h 100858"/>
              <a:gd name="connsiteX34" fmla="*/ 2435169 w 11727443"/>
              <a:gd name="connsiteY34" fmla="*/ 100858 h 100858"/>
              <a:gd name="connsiteX35" fmla="*/ 1745319 w 11727443"/>
              <a:gd name="connsiteY35" fmla="*/ 100858 h 100858"/>
              <a:gd name="connsiteX36" fmla="*/ 938195 w 11727443"/>
              <a:gd name="connsiteY36" fmla="*/ 100858 h 100858"/>
              <a:gd name="connsiteX37" fmla="*/ 600169 w 11727443"/>
              <a:gd name="connsiteY37" fmla="*/ 100858 h 100858"/>
              <a:gd name="connsiteX38" fmla="*/ 0 w 11727443"/>
              <a:gd name="connsiteY38" fmla="*/ 100858 h 100858"/>
              <a:gd name="connsiteX39" fmla="*/ 0 w 11727443"/>
              <a:gd name="connsiteY39" fmla="*/ 0 h 1008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11727443" h="100858" fill="none" extrusionOk="0">
                <a:moveTo>
                  <a:pt x="0" y="0"/>
                </a:moveTo>
                <a:cubicBezTo>
                  <a:pt x="177575" y="-8335"/>
                  <a:pt x="289292" y="-22372"/>
                  <a:pt x="455301" y="0"/>
                </a:cubicBezTo>
                <a:cubicBezTo>
                  <a:pt x="621310" y="22372"/>
                  <a:pt x="959229" y="316"/>
                  <a:pt x="1379699" y="0"/>
                </a:cubicBezTo>
                <a:cubicBezTo>
                  <a:pt x="1800169" y="-316"/>
                  <a:pt x="1910290" y="-19988"/>
                  <a:pt x="2069549" y="0"/>
                </a:cubicBezTo>
                <a:cubicBezTo>
                  <a:pt x="2228808" y="19988"/>
                  <a:pt x="2328018" y="-6436"/>
                  <a:pt x="2524849" y="0"/>
                </a:cubicBezTo>
                <a:cubicBezTo>
                  <a:pt x="2721680" y="6436"/>
                  <a:pt x="2744923" y="692"/>
                  <a:pt x="2862876" y="0"/>
                </a:cubicBezTo>
                <a:cubicBezTo>
                  <a:pt x="2980829" y="-692"/>
                  <a:pt x="3455105" y="28803"/>
                  <a:pt x="3787274" y="0"/>
                </a:cubicBezTo>
                <a:cubicBezTo>
                  <a:pt x="4119443" y="-28803"/>
                  <a:pt x="4093258" y="3515"/>
                  <a:pt x="4359849" y="0"/>
                </a:cubicBezTo>
                <a:cubicBezTo>
                  <a:pt x="4626441" y="-3515"/>
                  <a:pt x="4994558" y="-15931"/>
                  <a:pt x="5284248" y="0"/>
                </a:cubicBezTo>
                <a:cubicBezTo>
                  <a:pt x="5573938" y="15931"/>
                  <a:pt x="5518095" y="-13412"/>
                  <a:pt x="5622274" y="0"/>
                </a:cubicBezTo>
                <a:cubicBezTo>
                  <a:pt x="5726453" y="13412"/>
                  <a:pt x="5919345" y="19043"/>
                  <a:pt x="6077575" y="0"/>
                </a:cubicBezTo>
                <a:cubicBezTo>
                  <a:pt x="6235805" y="-19043"/>
                  <a:pt x="6637812" y="29609"/>
                  <a:pt x="7001973" y="0"/>
                </a:cubicBezTo>
                <a:cubicBezTo>
                  <a:pt x="7366134" y="-29609"/>
                  <a:pt x="7716303" y="17424"/>
                  <a:pt x="7926372" y="0"/>
                </a:cubicBezTo>
                <a:cubicBezTo>
                  <a:pt x="8136441" y="-17424"/>
                  <a:pt x="8378864" y="-19420"/>
                  <a:pt x="8498947" y="0"/>
                </a:cubicBezTo>
                <a:cubicBezTo>
                  <a:pt x="8619031" y="19420"/>
                  <a:pt x="8765062" y="-15679"/>
                  <a:pt x="8836973" y="0"/>
                </a:cubicBezTo>
                <a:cubicBezTo>
                  <a:pt x="8908884" y="15679"/>
                  <a:pt x="9288035" y="12756"/>
                  <a:pt x="9644097" y="0"/>
                </a:cubicBezTo>
                <a:cubicBezTo>
                  <a:pt x="10000159" y="-12756"/>
                  <a:pt x="10089663" y="-5649"/>
                  <a:pt x="10333947" y="0"/>
                </a:cubicBezTo>
                <a:cubicBezTo>
                  <a:pt x="10578231" y="5649"/>
                  <a:pt x="10785095" y="27917"/>
                  <a:pt x="10906522" y="0"/>
                </a:cubicBezTo>
                <a:cubicBezTo>
                  <a:pt x="11027949" y="-27917"/>
                  <a:pt x="11562609" y="31188"/>
                  <a:pt x="11727443" y="0"/>
                </a:cubicBezTo>
                <a:cubicBezTo>
                  <a:pt x="11723584" y="38217"/>
                  <a:pt x="11731691" y="73296"/>
                  <a:pt x="11727443" y="100858"/>
                </a:cubicBezTo>
                <a:cubicBezTo>
                  <a:pt x="11381154" y="139297"/>
                  <a:pt x="11163895" y="69647"/>
                  <a:pt x="10920319" y="100858"/>
                </a:cubicBezTo>
                <a:cubicBezTo>
                  <a:pt x="10676743" y="132069"/>
                  <a:pt x="10625983" y="117071"/>
                  <a:pt x="10465018" y="100858"/>
                </a:cubicBezTo>
                <a:cubicBezTo>
                  <a:pt x="10304053" y="84645"/>
                  <a:pt x="10063410" y="105790"/>
                  <a:pt x="9892443" y="100858"/>
                </a:cubicBezTo>
                <a:cubicBezTo>
                  <a:pt x="9721477" y="95926"/>
                  <a:pt x="9298902" y="55708"/>
                  <a:pt x="8968045" y="100858"/>
                </a:cubicBezTo>
                <a:cubicBezTo>
                  <a:pt x="8637188" y="146008"/>
                  <a:pt x="8753098" y="98295"/>
                  <a:pt x="8630018" y="100858"/>
                </a:cubicBezTo>
                <a:cubicBezTo>
                  <a:pt x="8506938" y="103421"/>
                  <a:pt x="8382809" y="104606"/>
                  <a:pt x="8291992" y="100858"/>
                </a:cubicBezTo>
                <a:cubicBezTo>
                  <a:pt x="8201175" y="97110"/>
                  <a:pt x="8042573" y="88227"/>
                  <a:pt x="7953966" y="100858"/>
                </a:cubicBezTo>
                <a:cubicBezTo>
                  <a:pt x="7865359" y="113489"/>
                  <a:pt x="7327260" y="71433"/>
                  <a:pt x="7146842" y="100858"/>
                </a:cubicBezTo>
                <a:cubicBezTo>
                  <a:pt x="6966424" y="130283"/>
                  <a:pt x="6836691" y="78893"/>
                  <a:pt x="6691541" y="100858"/>
                </a:cubicBezTo>
                <a:cubicBezTo>
                  <a:pt x="6546391" y="122823"/>
                  <a:pt x="6161732" y="96929"/>
                  <a:pt x="5884417" y="100858"/>
                </a:cubicBezTo>
                <a:cubicBezTo>
                  <a:pt x="5607102" y="104787"/>
                  <a:pt x="5399769" y="71203"/>
                  <a:pt x="5077293" y="100858"/>
                </a:cubicBezTo>
                <a:cubicBezTo>
                  <a:pt x="4754817" y="130513"/>
                  <a:pt x="4780101" y="110562"/>
                  <a:pt x="4621992" y="100858"/>
                </a:cubicBezTo>
                <a:cubicBezTo>
                  <a:pt x="4463883" y="91154"/>
                  <a:pt x="4080268" y="82653"/>
                  <a:pt x="3932143" y="100858"/>
                </a:cubicBezTo>
                <a:cubicBezTo>
                  <a:pt x="3784018" y="119063"/>
                  <a:pt x="3606068" y="107585"/>
                  <a:pt x="3359567" y="100858"/>
                </a:cubicBezTo>
                <a:cubicBezTo>
                  <a:pt x="3113066" y="94131"/>
                  <a:pt x="2833730" y="108463"/>
                  <a:pt x="2435169" y="100858"/>
                </a:cubicBezTo>
                <a:cubicBezTo>
                  <a:pt x="2036608" y="93253"/>
                  <a:pt x="1979570" y="109496"/>
                  <a:pt x="1745319" y="100858"/>
                </a:cubicBezTo>
                <a:cubicBezTo>
                  <a:pt x="1511068" y="92221"/>
                  <a:pt x="1304277" y="99602"/>
                  <a:pt x="938195" y="100858"/>
                </a:cubicBezTo>
                <a:cubicBezTo>
                  <a:pt x="572113" y="102114"/>
                  <a:pt x="673750" y="115329"/>
                  <a:pt x="600169" y="100858"/>
                </a:cubicBezTo>
                <a:cubicBezTo>
                  <a:pt x="526588" y="86387"/>
                  <a:pt x="223952" y="122492"/>
                  <a:pt x="0" y="100858"/>
                </a:cubicBezTo>
                <a:cubicBezTo>
                  <a:pt x="-124" y="56937"/>
                  <a:pt x="-3196" y="35397"/>
                  <a:pt x="0" y="0"/>
                </a:cubicBezTo>
                <a:close/>
              </a:path>
              <a:path w="11727443" h="100858" stroke="0" extrusionOk="0">
                <a:moveTo>
                  <a:pt x="0" y="0"/>
                </a:moveTo>
                <a:cubicBezTo>
                  <a:pt x="226598" y="-20463"/>
                  <a:pt x="284703" y="21278"/>
                  <a:pt x="455301" y="0"/>
                </a:cubicBezTo>
                <a:cubicBezTo>
                  <a:pt x="625899" y="-21278"/>
                  <a:pt x="975360" y="-38169"/>
                  <a:pt x="1379699" y="0"/>
                </a:cubicBezTo>
                <a:cubicBezTo>
                  <a:pt x="1784038" y="38169"/>
                  <a:pt x="1553897" y="10715"/>
                  <a:pt x="1717725" y="0"/>
                </a:cubicBezTo>
                <a:cubicBezTo>
                  <a:pt x="1881553" y="-10715"/>
                  <a:pt x="1957404" y="7512"/>
                  <a:pt x="2055752" y="0"/>
                </a:cubicBezTo>
                <a:cubicBezTo>
                  <a:pt x="2154100" y="-7512"/>
                  <a:pt x="2455093" y="6931"/>
                  <a:pt x="2745601" y="0"/>
                </a:cubicBezTo>
                <a:cubicBezTo>
                  <a:pt x="3036109" y="-6931"/>
                  <a:pt x="3200578" y="-6899"/>
                  <a:pt x="3318177" y="0"/>
                </a:cubicBezTo>
                <a:cubicBezTo>
                  <a:pt x="3435776" y="6899"/>
                  <a:pt x="3830972" y="-29023"/>
                  <a:pt x="4125301" y="0"/>
                </a:cubicBezTo>
                <a:cubicBezTo>
                  <a:pt x="4419630" y="29023"/>
                  <a:pt x="4438628" y="-3380"/>
                  <a:pt x="4580601" y="0"/>
                </a:cubicBezTo>
                <a:cubicBezTo>
                  <a:pt x="4722574" y="3380"/>
                  <a:pt x="5287872" y="-26084"/>
                  <a:pt x="5505000" y="0"/>
                </a:cubicBezTo>
                <a:cubicBezTo>
                  <a:pt x="5722128" y="26084"/>
                  <a:pt x="5845495" y="-3138"/>
                  <a:pt x="6077575" y="0"/>
                </a:cubicBezTo>
                <a:cubicBezTo>
                  <a:pt x="6309655" y="3138"/>
                  <a:pt x="6416497" y="-9038"/>
                  <a:pt x="6532876" y="0"/>
                </a:cubicBezTo>
                <a:cubicBezTo>
                  <a:pt x="6649255" y="9038"/>
                  <a:pt x="6798774" y="17432"/>
                  <a:pt x="6988176" y="0"/>
                </a:cubicBezTo>
                <a:cubicBezTo>
                  <a:pt x="7177578" y="-17432"/>
                  <a:pt x="7432115" y="-1508"/>
                  <a:pt x="7560751" y="0"/>
                </a:cubicBezTo>
                <a:cubicBezTo>
                  <a:pt x="7689387" y="1508"/>
                  <a:pt x="7817048" y="19459"/>
                  <a:pt x="8016052" y="0"/>
                </a:cubicBezTo>
                <a:cubicBezTo>
                  <a:pt x="8215056" y="-19459"/>
                  <a:pt x="8384141" y="13593"/>
                  <a:pt x="8705902" y="0"/>
                </a:cubicBezTo>
                <a:cubicBezTo>
                  <a:pt x="9027663" y="-13593"/>
                  <a:pt x="8932873" y="-16432"/>
                  <a:pt x="9043928" y="0"/>
                </a:cubicBezTo>
                <a:cubicBezTo>
                  <a:pt x="9154983" y="16432"/>
                  <a:pt x="9568699" y="-30219"/>
                  <a:pt x="9733778" y="0"/>
                </a:cubicBezTo>
                <a:cubicBezTo>
                  <a:pt x="9898857" y="30219"/>
                  <a:pt x="9973728" y="-1849"/>
                  <a:pt x="10071804" y="0"/>
                </a:cubicBezTo>
                <a:cubicBezTo>
                  <a:pt x="10169880" y="1849"/>
                  <a:pt x="10558830" y="-12560"/>
                  <a:pt x="10996202" y="0"/>
                </a:cubicBezTo>
                <a:cubicBezTo>
                  <a:pt x="11433574" y="12560"/>
                  <a:pt x="11579031" y="-6546"/>
                  <a:pt x="11727443" y="0"/>
                </a:cubicBezTo>
                <a:cubicBezTo>
                  <a:pt x="11729168" y="25018"/>
                  <a:pt x="11723362" y="74256"/>
                  <a:pt x="11727443" y="100858"/>
                </a:cubicBezTo>
                <a:cubicBezTo>
                  <a:pt x="11466834" y="85519"/>
                  <a:pt x="11273864" y="83363"/>
                  <a:pt x="11154868" y="100858"/>
                </a:cubicBezTo>
                <a:cubicBezTo>
                  <a:pt x="11035872" y="118353"/>
                  <a:pt x="10917509" y="98250"/>
                  <a:pt x="10816842" y="100858"/>
                </a:cubicBezTo>
                <a:cubicBezTo>
                  <a:pt x="10716175" y="103466"/>
                  <a:pt x="10190281" y="93289"/>
                  <a:pt x="9892443" y="100858"/>
                </a:cubicBezTo>
                <a:cubicBezTo>
                  <a:pt x="9594605" y="108427"/>
                  <a:pt x="9385168" y="118111"/>
                  <a:pt x="9202594" y="100858"/>
                </a:cubicBezTo>
                <a:cubicBezTo>
                  <a:pt x="9020020" y="83605"/>
                  <a:pt x="8470284" y="126256"/>
                  <a:pt x="8278195" y="100858"/>
                </a:cubicBezTo>
                <a:cubicBezTo>
                  <a:pt x="8086106" y="75460"/>
                  <a:pt x="7779236" y="101234"/>
                  <a:pt x="7588345" y="100858"/>
                </a:cubicBezTo>
                <a:cubicBezTo>
                  <a:pt x="7397454" y="100483"/>
                  <a:pt x="7324210" y="98320"/>
                  <a:pt x="7250319" y="100858"/>
                </a:cubicBezTo>
                <a:cubicBezTo>
                  <a:pt x="7176428" y="103396"/>
                  <a:pt x="6743284" y="112839"/>
                  <a:pt x="6325921" y="100858"/>
                </a:cubicBezTo>
                <a:cubicBezTo>
                  <a:pt x="5908558" y="88877"/>
                  <a:pt x="6095670" y="116342"/>
                  <a:pt x="5870620" y="100858"/>
                </a:cubicBezTo>
                <a:cubicBezTo>
                  <a:pt x="5645570" y="85374"/>
                  <a:pt x="5700885" y="115088"/>
                  <a:pt x="5532594" y="100858"/>
                </a:cubicBezTo>
                <a:cubicBezTo>
                  <a:pt x="5364303" y="86628"/>
                  <a:pt x="5212740" y="105293"/>
                  <a:pt x="4960019" y="100858"/>
                </a:cubicBezTo>
                <a:cubicBezTo>
                  <a:pt x="4707298" y="96423"/>
                  <a:pt x="4491720" y="108840"/>
                  <a:pt x="4035620" y="100858"/>
                </a:cubicBezTo>
                <a:cubicBezTo>
                  <a:pt x="3579520" y="92876"/>
                  <a:pt x="3768890" y="79226"/>
                  <a:pt x="3580319" y="100858"/>
                </a:cubicBezTo>
                <a:cubicBezTo>
                  <a:pt x="3391748" y="122490"/>
                  <a:pt x="3059393" y="71723"/>
                  <a:pt x="2655921" y="100858"/>
                </a:cubicBezTo>
                <a:cubicBezTo>
                  <a:pt x="2252449" y="129993"/>
                  <a:pt x="2021995" y="121740"/>
                  <a:pt x="1848797" y="100858"/>
                </a:cubicBezTo>
                <a:cubicBezTo>
                  <a:pt x="1675599" y="79976"/>
                  <a:pt x="1263502" y="106737"/>
                  <a:pt x="924398" y="100858"/>
                </a:cubicBezTo>
                <a:cubicBezTo>
                  <a:pt x="585294" y="94979"/>
                  <a:pt x="216313" y="56521"/>
                  <a:pt x="0" y="100858"/>
                </a:cubicBezTo>
                <a:cubicBezTo>
                  <a:pt x="-4094" y="59488"/>
                  <a:pt x="2375" y="29231"/>
                  <a:pt x="0" y="0"/>
                </a:cubicBezTo>
                <a:close/>
              </a:path>
            </a:pathLst>
          </a:custGeom>
          <a:solidFill>
            <a:srgbClr val="007DA9"/>
          </a:solidFill>
          <a:ln w="44450" cap="rnd">
            <a:solidFill>
              <a:srgbClr val="007DA9"/>
            </a:solidFill>
            <a:round/>
            <a:extLst>
              <a:ext uri="{C807C97D-BFC1-408E-A445-0C87EB9F89A2}">
                <ask:lineSketchStyleProps xmlns:ask="http://schemas.microsoft.com/office/drawing/2018/sketchyshapes" sd="2863741219">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rgbClr val="007DA9"/>
                </a:solidFill>
              </a:rPr>
              <a:t>‘</a:t>
            </a:r>
          </a:p>
        </p:txBody>
      </p:sp>
      <p:sp>
        <p:nvSpPr>
          <p:cNvPr id="5" name="Retângulo 4">
            <a:extLst>
              <a:ext uri="{FF2B5EF4-FFF2-40B4-BE49-F238E27FC236}">
                <a16:creationId xmlns:a16="http://schemas.microsoft.com/office/drawing/2014/main" id="{E80CF467-09FF-073E-5A4A-31DBD79E09BE}"/>
              </a:ext>
            </a:extLst>
          </p:cNvPr>
          <p:cNvSpPr/>
          <p:nvPr/>
        </p:nvSpPr>
        <p:spPr>
          <a:xfrm>
            <a:off x="1944356" y="3153520"/>
            <a:ext cx="1371600" cy="1205345"/>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Retângulo 6">
            <a:extLst>
              <a:ext uri="{FF2B5EF4-FFF2-40B4-BE49-F238E27FC236}">
                <a16:creationId xmlns:a16="http://schemas.microsoft.com/office/drawing/2014/main" id="{9D2F4D09-1D75-1987-210C-49DF724604CC}"/>
              </a:ext>
            </a:extLst>
          </p:cNvPr>
          <p:cNvSpPr/>
          <p:nvPr/>
        </p:nvSpPr>
        <p:spPr>
          <a:xfrm>
            <a:off x="3337728" y="3153520"/>
            <a:ext cx="1371600" cy="1205345"/>
          </a:xfrm>
          <a:prstGeom prst="rect">
            <a:avLst/>
          </a:prstGeom>
          <a:solidFill>
            <a:schemeClr val="accent6">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Retângulo 8">
            <a:extLst>
              <a:ext uri="{FF2B5EF4-FFF2-40B4-BE49-F238E27FC236}">
                <a16:creationId xmlns:a16="http://schemas.microsoft.com/office/drawing/2014/main" id="{8B0A026F-5BD7-B913-F057-AAE1A772A553}"/>
              </a:ext>
            </a:extLst>
          </p:cNvPr>
          <p:cNvSpPr/>
          <p:nvPr/>
        </p:nvSpPr>
        <p:spPr>
          <a:xfrm>
            <a:off x="4731100" y="3156032"/>
            <a:ext cx="1371600" cy="1205345"/>
          </a:xfrm>
          <a:prstGeom prst="rect">
            <a:avLst/>
          </a:prstGeom>
          <a:solidFill>
            <a:schemeClr val="accent1">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Retângulo 9">
            <a:extLst>
              <a:ext uri="{FF2B5EF4-FFF2-40B4-BE49-F238E27FC236}">
                <a16:creationId xmlns:a16="http://schemas.microsoft.com/office/drawing/2014/main" id="{01F2BE90-82CB-C135-1F0B-8832F3E1659B}"/>
              </a:ext>
            </a:extLst>
          </p:cNvPr>
          <p:cNvSpPr/>
          <p:nvPr/>
        </p:nvSpPr>
        <p:spPr>
          <a:xfrm>
            <a:off x="6124472" y="3156032"/>
            <a:ext cx="1371600" cy="1205345"/>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Retângulo 10">
            <a:extLst>
              <a:ext uri="{FF2B5EF4-FFF2-40B4-BE49-F238E27FC236}">
                <a16:creationId xmlns:a16="http://schemas.microsoft.com/office/drawing/2014/main" id="{7AFB9F87-EC57-E41E-E53C-31B75408AC7E}"/>
              </a:ext>
            </a:extLst>
          </p:cNvPr>
          <p:cNvSpPr/>
          <p:nvPr/>
        </p:nvSpPr>
        <p:spPr>
          <a:xfrm>
            <a:off x="7517844" y="3153520"/>
            <a:ext cx="1371600" cy="1205345"/>
          </a:xfrm>
          <a:prstGeom prst="rect">
            <a:avLst/>
          </a:prstGeom>
          <a:solidFill>
            <a:srgbClr val="92D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Retângulo 11">
            <a:extLst>
              <a:ext uri="{FF2B5EF4-FFF2-40B4-BE49-F238E27FC236}">
                <a16:creationId xmlns:a16="http://schemas.microsoft.com/office/drawing/2014/main" id="{33AB4BE8-C562-6669-04A0-EA0E18BCEAA3}"/>
              </a:ext>
            </a:extLst>
          </p:cNvPr>
          <p:cNvSpPr/>
          <p:nvPr/>
        </p:nvSpPr>
        <p:spPr>
          <a:xfrm>
            <a:off x="8911216" y="3153520"/>
            <a:ext cx="1371600" cy="1205345"/>
          </a:xfrm>
          <a:prstGeom prst="rect">
            <a:avLst/>
          </a:prstGeom>
          <a:solidFill>
            <a:schemeClr val="bg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Seta: para Baixo 12">
            <a:extLst>
              <a:ext uri="{FF2B5EF4-FFF2-40B4-BE49-F238E27FC236}">
                <a16:creationId xmlns:a16="http://schemas.microsoft.com/office/drawing/2014/main" id="{C7B2AE15-C522-9DC6-518C-A1252D3F3894}"/>
              </a:ext>
            </a:extLst>
          </p:cNvPr>
          <p:cNvSpPr/>
          <p:nvPr/>
        </p:nvSpPr>
        <p:spPr>
          <a:xfrm>
            <a:off x="2333729" y="2274726"/>
            <a:ext cx="592853" cy="793820"/>
          </a:xfrm>
          <a:prstGeom prst="downArrow">
            <a:avLst/>
          </a:prstGeom>
          <a:solidFill>
            <a:srgbClr val="FFC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Seta: para Baixo 13">
            <a:extLst>
              <a:ext uri="{FF2B5EF4-FFF2-40B4-BE49-F238E27FC236}">
                <a16:creationId xmlns:a16="http://schemas.microsoft.com/office/drawing/2014/main" id="{9087BD6B-603A-54BB-7C15-5ABD38FD7D72}"/>
              </a:ext>
            </a:extLst>
          </p:cNvPr>
          <p:cNvSpPr/>
          <p:nvPr/>
        </p:nvSpPr>
        <p:spPr>
          <a:xfrm rot="10800000">
            <a:off x="2333729" y="4528813"/>
            <a:ext cx="592853" cy="793820"/>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5" name="Seta: para Baixo 14">
            <a:extLst>
              <a:ext uri="{FF2B5EF4-FFF2-40B4-BE49-F238E27FC236}">
                <a16:creationId xmlns:a16="http://schemas.microsoft.com/office/drawing/2014/main" id="{41B8580B-5A59-4E7A-E11D-3F25CEF522E7}"/>
              </a:ext>
            </a:extLst>
          </p:cNvPr>
          <p:cNvSpPr/>
          <p:nvPr/>
        </p:nvSpPr>
        <p:spPr>
          <a:xfrm>
            <a:off x="9817240" y="5530735"/>
            <a:ext cx="198458" cy="297456"/>
          </a:xfrm>
          <a:prstGeom prst="downArrow">
            <a:avLst/>
          </a:prstGeom>
          <a:solidFill>
            <a:srgbClr val="FFC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6" name="Seta: para Baixo 15">
            <a:extLst>
              <a:ext uri="{FF2B5EF4-FFF2-40B4-BE49-F238E27FC236}">
                <a16:creationId xmlns:a16="http://schemas.microsoft.com/office/drawing/2014/main" id="{D0429C86-47C1-A052-3F71-84B2CC729ADF}"/>
              </a:ext>
            </a:extLst>
          </p:cNvPr>
          <p:cNvSpPr/>
          <p:nvPr/>
        </p:nvSpPr>
        <p:spPr>
          <a:xfrm rot="10800000">
            <a:off x="9817240" y="5908723"/>
            <a:ext cx="198458" cy="297457"/>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CaixaDeTexto 16">
            <a:extLst>
              <a:ext uri="{FF2B5EF4-FFF2-40B4-BE49-F238E27FC236}">
                <a16:creationId xmlns:a16="http://schemas.microsoft.com/office/drawing/2014/main" id="{C639596D-D557-748E-BEE7-ACA86EF6EACD}"/>
              </a:ext>
            </a:extLst>
          </p:cNvPr>
          <p:cNvSpPr txBox="1"/>
          <p:nvPr/>
        </p:nvSpPr>
        <p:spPr>
          <a:xfrm>
            <a:off x="10015698" y="5900067"/>
            <a:ext cx="1371600" cy="369332"/>
          </a:xfrm>
          <a:prstGeom prst="rect">
            <a:avLst/>
          </a:prstGeom>
          <a:noFill/>
        </p:spPr>
        <p:txBody>
          <a:bodyPr wrap="square" rtlCol="0">
            <a:spAutoFit/>
          </a:bodyPr>
          <a:lstStyle/>
          <a:p>
            <a:r>
              <a:rPr lang="pt-BR" dirty="0"/>
              <a:t>Primeiro</a:t>
            </a:r>
          </a:p>
        </p:txBody>
      </p:sp>
      <p:sp>
        <p:nvSpPr>
          <p:cNvPr id="18" name="CaixaDeTexto 17">
            <a:extLst>
              <a:ext uri="{FF2B5EF4-FFF2-40B4-BE49-F238E27FC236}">
                <a16:creationId xmlns:a16="http://schemas.microsoft.com/office/drawing/2014/main" id="{C8E661F5-2DE3-DFF1-D8DB-AFB1DC09B347}"/>
              </a:ext>
            </a:extLst>
          </p:cNvPr>
          <p:cNvSpPr txBox="1"/>
          <p:nvPr/>
        </p:nvSpPr>
        <p:spPr>
          <a:xfrm>
            <a:off x="10015698" y="5488639"/>
            <a:ext cx="1371600" cy="369332"/>
          </a:xfrm>
          <a:prstGeom prst="rect">
            <a:avLst/>
          </a:prstGeom>
          <a:noFill/>
        </p:spPr>
        <p:txBody>
          <a:bodyPr wrap="square" rtlCol="0">
            <a:spAutoFit/>
          </a:bodyPr>
          <a:lstStyle/>
          <a:p>
            <a:r>
              <a:rPr lang="pt-BR" dirty="0"/>
              <a:t>Último</a:t>
            </a:r>
          </a:p>
        </p:txBody>
      </p:sp>
      <p:sp>
        <p:nvSpPr>
          <p:cNvPr id="19" name="CaixaDeTexto 18">
            <a:extLst>
              <a:ext uri="{FF2B5EF4-FFF2-40B4-BE49-F238E27FC236}">
                <a16:creationId xmlns:a16="http://schemas.microsoft.com/office/drawing/2014/main" id="{960817A5-56F7-A2F7-E873-343FF67B194B}"/>
              </a:ext>
            </a:extLst>
          </p:cNvPr>
          <p:cNvSpPr txBox="1"/>
          <p:nvPr/>
        </p:nvSpPr>
        <p:spPr>
          <a:xfrm>
            <a:off x="9782075" y="6255875"/>
            <a:ext cx="1998590" cy="369332"/>
          </a:xfrm>
          <a:prstGeom prst="rect">
            <a:avLst/>
          </a:prstGeom>
          <a:noFill/>
        </p:spPr>
        <p:txBody>
          <a:bodyPr wrap="square" rtlCol="0">
            <a:spAutoFit/>
          </a:bodyPr>
          <a:lstStyle/>
          <a:p>
            <a:r>
              <a:rPr lang="pt-BR" dirty="0"/>
              <a:t>Núm. Máximo: 6</a:t>
            </a:r>
          </a:p>
        </p:txBody>
      </p:sp>
      <p:sp>
        <p:nvSpPr>
          <p:cNvPr id="20" name="CaixaDeTexto 19">
            <a:extLst>
              <a:ext uri="{FF2B5EF4-FFF2-40B4-BE49-F238E27FC236}">
                <a16:creationId xmlns:a16="http://schemas.microsoft.com/office/drawing/2014/main" id="{BD4EB50E-E1AB-4315-77F0-3469F86EA69C}"/>
              </a:ext>
            </a:extLst>
          </p:cNvPr>
          <p:cNvSpPr txBox="1"/>
          <p:nvPr/>
        </p:nvSpPr>
        <p:spPr>
          <a:xfrm>
            <a:off x="2449703" y="1635754"/>
            <a:ext cx="360904" cy="369332"/>
          </a:xfrm>
          <a:prstGeom prst="rect">
            <a:avLst/>
          </a:prstGeom>
          <a:noFill/>
        </p:spPr>
        <p:txBody>
          <a:bodyPr wrap="square" rtlCol="0">
            <a:spAutoFit/>
          </a:bodyPr>
          <a:lstStyle/>
          <a:p>
            <a:r>
              <a:rPr lang="pt-BR" dirty="0"/>
              <a:t>0</a:t>
            </a:r>
          </a:p>
        </p:txBody>
      </p:sp>
      <p:sp>
        <p:nvSpPr>
          <p:cNvPr id="21" name="CaixaDeTexto 20">
            <a:extLst>
              <a:ext uri="{FF2B5EF4-FFF2-40B4-BE49-F238E27FC236}">
                <a16:creationId xmlns:a16="http://schemas.microsoft.com/office/drawing/2014/main" id="{4E609C03-38C2-406E-8201-1925557B934E}"/>
              </a:ext>
            </a:extLst>
          </p:cNvPr>
          <p:cNvSpPr txBox="1"/>
          <p:nvPr/>
        </p:nvSpPr>
        <p:spPr>
          <a:xfrm>
            <a:off x="3843076" y="1635754"/>
            <a:ext cx="360904" cy="369332"/>
          </a:xfrm>
          <a:prstGeom prst="rect">
            <a:avLst/>
          </a:prstGeom>
          <a:noFill/>
        </p:spPr>
        <p:txBody>
          <a:bodyPr wrap="square" rtlCol="0">
            <a:spAutoFit/>
          </a:bodyPr>
          <a:lstStyle/>
          <a:p>
            <a:r>
              <a:rPr lang="pt-BR" dirty="0"/>
              <a:t>1</a:t>
            </a:r>
          </a:p>
        </p:txBody>
      </p:sp>
      <p:sp>
        <p:nvSpPr>
          <p:cNvPr id="22" name="CaixaDeTexto 21">
            <a:extLst>
              <a:ext uri="{FF2B5EF4-FFF2-40B4-BE49-F238E27FC236}">
                <a16:creationId xmlns:a16="http://schemas.microsoft.com/office/drawing/2014/main" id="{D2DC4195-1C8B-C563-5EA6-A40E84A8A7A0}"/>
              </a:ext>
            </a:extLst>
          </p:cNvPr>
          <p:cNvSpPr txBox="1"/>
          <p:nvPr/>
        </p:nvSpPr>
        <p:spPr>
          <a:xfrm>
            <a:off x="5236448" y="1635754"/>
            <a:ext cx="360904" cy="369332"/>
          </a:xfrm>
          <a:prstGeom prst="rect">
            <a:avLst/>
          </a:prstGeom>
          <a:noFill/>
        </p:spPr>
        <p:txBody>
          <a:bodyPr wrap="square" rtlCol="0">
            <a:spAutoFit/>
          </a:bodyPr>
          <a:lstStyle/>
          <a:p>
            <a:r>
              <a:rPr lang="pt-BR" dirty="0"/>
              <a:t>2</a:t>
            </a:r>
          </a:p>
        </p:txBody>
      </p:sp>
      <p:sp>
        <p:nvSpPr>
          <p:cNvPr id="23" name="CaixaDeTexto 22">
            <a:extLst>
              <a:ext uri="{FF2B5EF4-FFF2-40B4-BE49-F238E27FC236}">
                <a16:creationId xmlns:a16="http://schemas.microsoft.com/office/drawing/2014/main" id="{668B97E7-5D56-43E6-78E7-D695AE11C145}"/>
              </a:ext>
            </a:extLst>
          </p:cNvPr>
          <p:cNvSpPr txBox="1"/>
          <p:nvPr/>
        </p:nvSpPr>
        <p:spPr>
          <a:xfrm>
            <a:off x="6585857" y="1635754"/>
            <a:ext cx="360904" cy="369332"/>
          </a:xfrm>
          <a:prstGeom prst="rect">
            <a:avLst/>
          </a:prstGeom>
          <a:noFill/>
        </p:spPr>
        <p:txBody>
          <a:bodyPr wrap="square" rtlCol="0">
            <a:spAutoFit/>
          </a:bodyPr>
          <a:lstStyle/>
          <a:p>
            <a:r>
              <a:rPr lang="pt-BR" dirty="0"/>
              <a:t>3</a:t>
            </a:r>
          </a:p>
        </p:txBody>
      </p:sp>
      <p:sp>
        <p:nvSpPr>
          <p:cNvPr id="24" name="CaixaDeTexto 23">
            <a:extLst>
              <a:ext uri="{FF2B5EF4-FFF2-40B4-BE49-F238E27FC236}">
                <a16:creationId xmlns:a16="http://schemas.microsoft.com/office/drawing/2014/main" id="{A5981BF6-3982-B6BB-F138-5BC9C9F69F5C}"/>
              </a:ext>
            </a:extLst>
          </p:cNvPr>
          <p:cNvSpPr txBox="1"/>
          <p:nvPr/>
        </p:nvSpPr>
        <p:spPr>
          <a:xfrm>
            <a:off x="7988022" y="1635754"/>
            <a:ext cx="360904" cy="369332"/>
          </a:xfrm>
          <a:prstGeom prst="rect">
            <a:avLst/>
          </a:prstGeom>
          <a:noFill/>
        </p:spPr>
        <p:txBody>
          <a:bodyPr wrap="square" rtlCol="0">
            <a:spAutoFit/>
          </a:bodyPr>
          <a:lstStyle/>
          <a:p>
            <a:r>
              <a:rPr lang="pt-BR" dirty="0"/>
              <a:t>4</a:t>
            </a:r>
          </a:p>
        </p:txBody>
      </p:sp>
      <p:sp>
        <p:nvSpPr>
          <p:cNvPr id="25" name="CaixaDeTexto 24">
            <a:extLst>
              <a:ext uri="{FF2B5EF4-FFF2-40B4-BE49-F238E27FC236}">
                <a16:creationId xmlns:a16="http://schemas.microsoft.com/office/drawing/2014/main" id="{904D0BE5-5C2C-671F-16B3-7EF2BB8FF693}"/>
              </a:ext>
            </a:extLst>
          </p:cNvPr>
          <p:cNvSpPr txBox="1"/>
          <p:nvPr/>
        </p:nvSpPr>
        <p:spPr>
          <a:xfrm>
            <a:off x="9421171" y="1635754"/>
            <a:ext cx="360904" cy="369332"/>
          </a:xfrm>
          <a:prstGeom prst="rect">
            <a:avLst/>
          </a:prstGeom>
          <a:noFill/>
        </p:spPr>
        <p:txBody>
          <a:bodyPr wrap="square" rtlCol="0">
            <a:spAutoFit/>
          </a:bodyPr>
          <a:lstStyle/>
          <a:p>
            <a:r>
              <a:rPr lang="pt-BR" dirty="0"/>
              <a:t>5</a:t>
            </a:r>
          </a:p>
        </p:txBody>
      </p:sp>
      <p:sp>
        <p:nvSpPr>
          <p:cNvPr id="27" name="Seta: para Baixo 26">
            <a:extLst>
              <a:ext uri="{FF2B5EF4-FFF2-40B4-BE49-F238E27FC236}">
                <a16:creationId xmlns:a16="http://schemas.microsoft.com/office/drawing/2014/main" id="{E5D25B8B-60CF-CDE0-7C3D-1DD08682C823}"/>
              </a:ext>
            </a:extLst>
          </p:cNvPr>
          <p:cNvSpPr/>
          <p:nvPr/>
        </p:nvSpPr>
        <p:spPr>
          <a:xfrm>
            <a:off x="3727101" y="2271738"/>
            <a:ext cx="592853" cy="793820"/>
          </a:xfrm>
          <a:prstGeom prst="downArrow">
            <a:avLst/>
          </a:prstGeom>
          <a:solidFill>
            <a:srgbClr val="FFC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8" name="Seta: para Baixo 27">
            <a:extLst>
              <a:ext uri="{FF2B5EF4-FFF2-40B4-BE49-F238E27FC236}">
                <a16:creationId xmlns:a16="http://schemas.microsoft.com/office/drawing/2014/main" id="{E1BCD6BC-F0A7-86C0-4495-F459274E8577}"/>
              </a:ext>
            </a:extLst>
          </p:cNvPr>
          <p:cNvSpPr/>
          <p:nvPr/>
        </p:nvSpPr>
        <p:spPr>
          <a:xfrm>
            <a:off x="5078605" y="2271738"/>
            <a:ext cx="592853" cy="793820"/>
          </a:xfrm>
          <a:prstGeom prst="downArrow">
            <a:avLst/>
          </a:prstGeom>
          <a:solidFill>
            <a:srgbClr val="FFC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9" name="Seta: para Baixo 28">
            <a:extLst>
              <a:ext uri="{FF2B5EF4-FFF2-40B4-BE49-F238E27FC236}">
                <a16:creationId xmlns:a16="http://schemas.microsoft.com/office/drawing/2014/main" id="{9E55B3D1-70F7-72CF-4AA8-E9DC9D6904D9}"/>
              </a:ext>
            </a:extLst>
          </p:cNvPr>
          <p:cNvSpPr/>
          <p:nvPr/>
        </p:nvSpPr>
        <p:spPr>
          <a:xfrm>
            <a:off x="6499514" y="2271738"/>
            <a:ext cx="592853" cy="793820"/>
          </a:xfrm>
          <a:prstGeom prst="downArrow">
            <a:avLst/>
          </a:prstGeom>
          <a:solidFill>
            <a:srgbClr val="FFC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0" name="Seta: para Baixo 29">
            <a:extLst>
              <a:ext uri="{FF2B5EF4-FFF2-40B4-BE49-F238E27FC236}">
                <a16:creationId xmlns:a16="http://schemas.microsoft.com/office/drawing/2014/main" id="{4818A297-95B6-C5BB-D9ED-A0451A541B55}"/>
              </a:ext>
            </a:extLst>
          </p:cNvPr>
          <p:cNvSpPr/>
          <p:nvPr/>
        </p:nvSpPr>
        <p:spPr>
          <a:xfrm>
            <a:off x="7872047" y="2271738"/>
            <a:ext cx="592853" cy="793820"/>
          </a:xfrm>
          <a:prstGeom prst="downArrow">
            <a:avLst/>
          </a:prstGeom>
          <a:solidFill>
            <a:srgbClr val="FFC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1" name="Seta: para Baixo 30">
            <a:extLst>
              <a:ext uri="{FF2B5EF4-FFF2-40B4-BE49-F238E27FC236}">
                <a16:creationId xmlns:a16="http://schemas.microsoft.com/office/drawing/2014/main" id="{AA7D99E1-AFAD-8377-DAFA-361C23415132}"/>
              </a:ext>
            </a:extLst>
          </p:cNvPr>
          <p:cNvSpPr/>
          <p:nvPr/>
        </p:nvSpPr>
        <p:spPr>
          <a:xfrm>
            <a:off x="9244580" y="2249517"/>
            <a:ext cx="592853" cy="793820"/>
          </a:xfrm>
          <a:prstGeom prst="downArrow">
            <a:avLst/>
          </a:prstGeom>
          <a:solidFill>
            <a:srgbClr val="FFC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pic>
        <p:nvPicPr>
          <p:cNvPr id="33" name="Imagem 32">
            <a:extLst>
              <a:ext uri="{FF2B5EF4-FFF2-40B4-BE49-F238E27FC236}">
                <a16:creationId xmlns:a16="http://schemas.microsoft.com/office/drawing/2014/main" id="{FEFA4093-CD19-0355-1DC3-821755B2E1F1}"/>
              </a:ext>
            </a:extLst>
          </p:cNvPr>
          <p:cNvPicPr>
            <a:picLocks noChangeAspect="1"/>
          </p:cNvPicPr>
          <p:nvPr/>
        </p:nvPicPr>
        <p:blipFill>
          <a:blip r:embed="rId2"/>
          <a:stretch>
            <a:fillRect/>
          </a:stretch>
        </p:blipFill>
        <p:spPr>
          <a:xfrm>
            <a:off x="876173" y="2005086"/>
            <a:ext cx="938896" cy="896219"/>
          </a:xfrm>
          <a:prstGeom prst="rect">
            <a:avLst/>
          </a:prstGeom>
        </p:spPr>
      </p:pic>
      <p:sp>
        <p:nvSpPr>
          <p:cNvPr id="34" name="CaixaDeTexto 33">
            <a:extLst>
              <a:ext uri="{FF2B5EF4-FFF2-40B4-BE49-F238E27FC236}">
                <a16:creationId xmlns:a16="http://schemas.microsoft.com/office/drawing/2014/main" id="{F74A1FC1-4DF9-5EE6-93F4-1BADA9D18907}"/>
              </a:ext>
            </a:extLst>
          </p:cNvPr>
          <p:cNvSpPr txBox="1"/>
          <p:nvPr/>
        </p:nvSpPr>
        <p:spPr>
          <a:xfrm>
            <a:off x="2412863" y="3340390"/>
            <a:ext cx="360904" cy="707886"/>
          </a:xfrm>
          <a:prstGeom prst="rect">
            <a:avLst/>
          </a:prstGeom>
          <a:noFill/>
        </p:spPr>
        <p:txBody>
          <a:bodyPr wrap="square" rtlCol="0">
            <a:spAutoFit/>
          </a:bodyPr>
          <a:lstStyle/>
          <a:p>
            <a:r>
              <a:rPr lang="pt-BR" sz="4000" dirty="0"/>
              <a:t>5</a:t>
            </a:r>
          </a:p>
        </p:txBody>
      </p:sp>
      <p:sp>
        <p:nvSpPr>
          <p:cNvPr id="35" name="CaixaDeTexto 34">
            <a:extLst>
              <a:ext uri="{FF2B5EF4-FFF2-40B4-BE49-F238E27FC236}">
                <a16:creationId xmlns:a16="http://schemas.microsoft.com/office/drawing/2014/main" id="{34CCBE6A-940D-E5D4-7B32-1D0D2C81EE1F}"/>
              </a:ext>
            </a:extLst>
          </p:cNvPr>
          <p:cNvSpPr txBox="1"/>
          <p:nvPr/>
        </p:nvSpPr>
        <p:spPr>
          <a:xfrm>
            <a:off x="3686489" y="3366210"/>
            <a:ext cx="842160" cy="707886"/>
          </a:xfrm>
          <a:prstGeom prst="rect">
            <a:avLst/>
          </a:prstGeom>
          <a:noFill/>
        </p:spPr>
        <p:txBody>
          <a:bodyPr wrap="square" rtlCol="0">
            <a:spAutoFit/>
          </a:bodyPr>
          <a:lstStyle/>
          <a:p>
            <a:r>
              <a:rPr lang="pt-BR" sz="4000" dirty="0"/>
              <a:t>15</a:t>
            </a:r>
          </a:p>
        </p:txBody>
      </p:sp>
      <p:sp>
        <p:nvSpPr>
          <p:cNvPr id="36" name="CaixaDeTexto 35">
            <a:extLst>
              <a:ext uri="{FF2B5EF4-FFF2-40B4-BE49-F238E27FC236}">
                <a16:creationId xmlns:a16="http://schemas.microsoft.com/office/drawing/2014/main" id="{BCEEC141-F29F-D006-3D89-5039F8DEC9EA}"/>
              </a:ext>
            </a:extLst>
          </p:cNvPr>
          <p:cNvSpPr txBox="1"/>
          <p:nvPr/>
        </p:nvSpPr>
        <p:spPr>
          <a:xfrm>
            <a:off x="5157631" y="3380457"/>
            <a:ext cx="360904" cy="707886"/>
          </a:xfrm>
          <a:prstGeom prst="rect">
            <a:avLst/>
          </a:prstGeom>
          <a:noFill/>
        </p:spPr>
        <p:txBody>
          <a:bodyPr wrap="square" rtlCol="0">
            <a:spAutoFit/>
          </a:bodyPr>
          <a:lstStyle/>
          <a:p>
            <a:r>
              <a:rPr lang="pt-BR" sz="4000" dirty="0"/>
              <a:t>9</a:t>
            </a:r>
          </a:p>
        </p:txBody>
      </p:sp>
      <p:sp>
        <p:nvSpPr>
          <p:cNvPr id="37" name="CaixaDeTexto 36">
            <a:extLst>
              <a:ext uri="{FF2B5EF4-FFF2-40B4-BE49-F238E27FC236}">
                <a16:creationId xmlns:a16="http://schemas.microsoft.com/office/drawing/2014/main" id="{31A491AA-9C53-33BB-D41D-D1D1561EAE47}"/>
              </a:ext>
            </a:extLst>
          </p:cNvPr>
          <p:cNvSpPr txBox="1"/>
          <p:nvPr/>
        </p:nvSpPr>
        <p:spPr>
          <a:xfrm>
            <a:off x="6424038" y="3380457"/>
            <a:ext cx="772467" cy="707886"/>
          </a:xfrm>
          <a:prstGeom prst="rect">
            <a:avLst/>
          </a:prstGeom>
          <a:noFill/>
        </p:spPr>
        <p:txBody>
          <a:bodyPr wrap="square" rtlCol="0">
            <a:spAutoFit/>
          </a:bodyPr>
          <a:lstStyle/>
          <a:p>
            <a:r>
              <a:rPr lang="pt-BR" sz="4000" dirty="0"/>
              <a:t>99</a:t>
            </a:r>
          </a:p>
        </p:txBody>
      </p:sp>
      <p:sp>
        <p:nvSpPr>
          <p:cNvPr id="38" name="CaixaDeTexto 37">
            <a:extLst>
              <a:ext uri="{FF2B5EF4-FFF2-40B4-BE49-F238E27FC236}">
                <a16:creationId xmlns:a16="http://schemas.microsoft.com/office/drawing/2014/main" id="{B74539F4-C0A9-59A3-8A0E-CAF26B18BE0A}"/>
              </a:ext>
            </a:extLst>
          </p:cNvPr>
          <p:cNvSpPr txBox="1"/>
          <p:nvPr/>
        </p:nvSpPr>
        <p:spPr>
          <a:xfrm>
            <a:off x="9360554" y="3392976"/>
            <a:ext cx="360904" cy="707886"/>
          </a:xfrm>
          <a:prstGeom prst="rect">
            <a:avLst/>
          </a:prstGeom>
          <a:noFill/>
        </p:spPr>
        <p:txBody>
          <a:bodyPr wrap="square" rtlCol="0">
            <a:spAutoFit/>
          </a:bodyPr>
          <a:lstStyle/>
          <a:p>
            <a:r>
              <a:rPr lang="pt-BR" sz="4000" dirty="0"/>
              <a:t>1</a:t>
            </a:r>
          </a:p>
        </p:txBody>
      </p:sp>
      <p:pic>
        <p:nvPicPr>
          <p:cNvPr id="39" name="Imagem 38">
            <a:extLst>
              <a:ext uri="{FF2B5EF4-FFF2-40B4-BE49-F238E27FC236}">
                <a16:creationId xmlns:a16="http://schemas.microsoft.com/office/drawing/2014/main" id="{F4F6FA52-A529-68CD-3061-DCBC7529AC2F}"/>
              </a:ext>
            </a:extLst>
          </p:cNvPr>
          <p:cNvPicPr>
            <a:picLocks noChangeAspect="1"/>
          </p:cNvPicPr>
          <p:nvPr/>
        </p:nvPicPr>
        <p:blipFill>
          <a:blip r:embed="rId2"/>
          <a:stretch>
            <a:fillRect/>
          </a:stretch>
        </p:blipFill>
        <p:spPr>
          <a:xfrm>
            <a:off x="2204612" y="2172327"/>
            <a:ext cx="938896" cy="896219"/>
          </a:xfrm>
          <a:prstGeom prst="rect">
            <a:avLst/>
          </a:prstGeom>
        </p:spPr>
      </p:pic>
      <p:pic>
        <p:nvPicPr>
          <p:cNvPr id="40" name="Imagem 39">
            <a:extLst>
              <a:ext uri="{FF2B5EF4-FFF2-40B4-BE49-F238E27FC236}">
                <a16:creationId xmlns:a16="http://schemas.microsoft.com/office/drawing/2014/main" id="{DF06C8D3-E275-25BE-1B58-3E682EB83A91}"/>
              </a:ext>
            </a:extLst>
          </p:cNvPr>
          <p:cNvPicPr>
            <a:picLocks noChangeAspect="1"/>
          </p:cNvPicPr>
          <p:nvPr/>
        </p:nvPicPr>
        <p:blipFill>
          <a:blip r:embed="rId2"/>
          <a:stretch>
            <a:fillRect/>
          </a:stretch>
        </p:blipFill>
        <p:spPr>
          <a:xfrm>
            <a:off x="3533051" y="2220538"/>
            <a:ext cx="938896" cy="896219"/>
          </a:xfrm>
          <a:prstGeom prst="rect">
            <a:avLst/>
          </a:prstGeom>
        </p:spPr>
      </p:pic>
      <p:pic>
        <p:nvPicPr>
          <p:cNvPr id="41" name="Imagem 40">
            <a:extLst>
              <a:ext uri="{FF2B5EF4-FFF2-40B4-BE49-F238E27FC236}">
                <a16:creationId xmlns:a16="http://schemas.microsoft.com/office/drawing/2014/main" id="{F7DCDC1A-B675-8791-9274-C53FE9847230}"/>
              </a:ext>
            </a:extLst>
          </p:cNvPr>
          <p:cNvPicPr>
            <a:picLocks noChangeAspect="1"/>
          </p:cNvPicPr>
          <p:nvPr/>
        </p:nvPicPr>
        <p:blipFill>
          <a:blip r:embed="rId2"/>
          <a:stretch>
            <a:fillRect/>
          </a:stretch>
        </p:blipFill>
        <p:spPr>
          <a:xfrm>
            <a:off x="4868635" y="2207570"/>
            <a:ext cx="938896" cy="896219"/>
          </a:xfrm>
          <a:prstGeom prst="rect">
            <a:avLst/>
          </a:prstGeom>
        </p:spPr>
      </p:pic>
      <p:sp>
        <p:nvSpPr>
          <p:cNvPr id="42" name="Retângulo 41">
            <a:extLst>
              <a:ext uri="{FF2B5EF4-FFF2-40B4-BE49-F238E27FC236}">
                <a16:creationId xmlns:a16="http://schemas.microsoft.com/office/drawing/2014/main" id="{04140476-71C7-3D8C-A6FE-2EC41F1F47EB}"/>
              </a:ext>
            </a:extLst>
          </p:cNvPr>
          <p:cNvSpPr/>
          <p:nvPr/>
        </p:nvSpPr>
        <p:spPr>
          <a:xfrm>
            <a:off x="1944356" y="3160002"/>
            <a:ext cx="1371600" cy="1205345"/>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3" name="Seta: para Baixo 42">
            <a:extLst>
              <a:ext uri="{FF2B5EF4-FFF2-40B4-BE49-F238E27FC236}">
                <a16:creationId xmlns:a16="http://schemas.microsoft.com/office/drawing/2014/main" id="{827B50B4-2771-D94F-CB0B-729DD8706669}"/>
              </a:ext>
            </a:extLst>
          </p:cNvPr>
          <p:cNvSpPr/>
          <p:nvPr/>
        </p:nvSpPr>
        <p:spPr>
          <a:xfrm rot="10800000">
            <a:off x="3686489" y="4528813"/>
            <a:ext cx="592853" cy="793820"/>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pic>
        <p:nvPicPr>
          <p:cNvPr id="44" name="Imagem 43">
            <a:extLst>
              <a:ext uri="{FF2B5EF4-FFF2-40B4-BE49-F238E27FC236}">
                <a16:creationId xmlns:a16="http://schemas.microsoft.com/office/drawing/2014/main" id="{ED11B369-D293-9275-2201-E5D5C73B512B}"/>
              </a:ext>
            </a:extLst>
          </p:cNvPr>
          <p:cNvPicPr>
            <a:picLocks noChangeAspect="1"/>
          </p:cNvPicPr>
          <p:nvPr/>
        </p:nvPicPr>
        <p:blipFill>
          <a:blip r:embed="rId2"/>
          <a:stretch>
            <a:fillRect/>
          </a:stretch>
        </p:blipFill>
        <p:spPr>
          <a:xfrm>
            <a:off x="2204612" y="4500030"/>
            <a:ext cx="938896" cy="896219"/>
          </a:xfrm>
          <a:prstGeom prst="rect">
            <a:avLst/>
          </a:prstGeom>
        </p:spPr>
      </p:pic>
      <p:pic>
        <p:nvPicPr>
          <p:cNvPr id="45" name="Imagem 44">
            <a:extLst>
              <a:ext uri="{FF2B5EF4-FFF2-40B4-BE49-F238E27FC236}">
                <a16:creationId xmlns:a16="http://schemas.microsoft.com/office/drawing/2014/main" id="{0BBA0E77-BE46-F550-2ED1-A12CD36C9EC0}"/>
              </a:ext>
            </a:extLst>
          </p:cNvPr>
          <p:cNvPicPr>
            <a:picLocks noChangeAspect="1"/>
          </p:cNvPicPr>
          <p:nvPr/>
        </p:nvPicPr>
        <p:blipFill>
          <a:blip r:embed="rId2"/>
          <a:stretch>
            <a:fillRect/>
          </a:stretch>
        </p:blipFill>
        <p:spPr>
          <a:xfrm>
            <a:off x="6362452" y="2147603"/>
            <a:ext cx="938896" cy="896219"/>
          </a:xfrm>
          <a:prstGeom prst="rect">
            <a:avLst/>
          </a:prstGeom>
        </p:spPr>
      </p:pic>
      <p:sp>
        <p:nvSpPr>
          <p:cNvPr id="46" name="CaixaDeTexto 45">
            <a:extLst>
              <a:ext uri="{FF2B5EF4-FFF2-40B4-BE49-F238E27FC236}">
                <a16:creationId xmlns:a16="http://schemas.microsoft.com/office/drawing/2014/main" id="{13C7075F-4CAA-1836-1919-CC465AA8374D}"/>
              </a:ext>
            </a:extLst>
          </p:cNvPr>
          <p:cNvSpPr txBox="1"/>
          <p:nvPr/>
        </p:nvSpPr>
        <p:spPr>
          <a:xfrm flipH="1">
            <a:off x="7863164" y="3402249"/>
            <a:ext cx="792753" cy="707886"/>
          </a:xfrm>
          <a:prstGeom prst="rect">
            <a:avLst/>
          </a:prstGeom>
          <a:noFill/>
        </p:spPr>
        <p:txBody>
          <a:bodyPr wrap="square" rtlCol="0">
            <a:spAutoFit/>
          </a:bodyPr>
          <a:lstStyle/>
          <a:p>
            <a:r>
              <a:rPr lang="pt-BR" sz="4000" dirty="0"/>
              <a:t>26</a:t>
            </a:r>
          </a:p>
        </p:txBody>
      </p:sp>
      <p:pic>
        <p:nvPicPr>
          <p:cNvPr id="47" name="Imagem 46">
            <a:extLst>
              <a:ext uri="{FF2B5EF4-FFF2-40B4-BE49-F238E27FC236}">
                <a16:creationId xmlns:a16="http://schemas.microsoft.com/office/drawing/2014/main" id="{2AE922DA-AE9A-8ADF-87FA-AB1FFA505A22}"/>
              </a:ext>
            </a:extLst>
          </p:cNvPr>
          <p:cNvPicPr>
            <a:picLocks noChangeAspect="1"/>
          </p:cNvPicPr>
          <p:nvPr/>
        </p:nvPicPr>
        <p:blipFill>
          <a:blip r:embed="rId2"/>
          <a:stretch>
            <a:fillRect/>
          </a:stretch>
        </p:blipFill>
        <p:spPr>
          <a:xfrm>
            <a:off x="7656858" y="2190127"/>
            <a:ext cx="938896" cy="896219"/>
          </a:xfrm>
          <a:prstGeom prst="rect">
            <a:avLst/>
          </a:prstGeom>
        </p:spPr>
      </p:pic>
      <p:sp>
        <p:nvSpPr>
          <p:cNvPr id="49" name="Seta: para Baixo 48">
            <a:extLst>
              <a:ext uri="{FF2B5EF4-FFF2-40B4-BE49-F238E27FC236}">
                <a16:creationId xmlns:a16="http://schemas.microsoft.com/office/drawing/2014/main" id="{9747D3F0-1460-68B7-A8B5-70CD72CBA2B4}"/>
              </a:ext>
            </a:extLst>
          </p:cNvPr>
          <p:cNvSpPr/>
          <p:nvPr/>
        </p:nvSpPr>
        <p:spPr>
          <a:xfrm rot="10800000">
            <a:off x="5122149" y="4528813"/>
            <a:ext cx="592853" cy="793820"/>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pic>
        <p:nvPicPr>
          <p:cNvPr id="50" name="Imagem 49">
            <a:extLst>
              <a:ext uri="{FF2B5EF4-FFF2-40B4-BE49-F238E27FC236}">
                <a16:creationId xmlns:a16="http://schemas.microsoft.com/office/drawing/2014/main" id="{FB10DEBC-F800-F928-DCEC-6F0799392C76}"/>
              </a:ext>
            </a:extLst>
          </p:cNvPr>
          <p:cNvPicPr>
            <a:picLocks noChangeAspect="1"/>
          </p:cNvPicPr>
          <p:nvPr/>
        </p:nvPicPr>
        <p:blipFill>
          <a:blip r:embed="rId2"/>
          <a:stretch>
            <a:fillRect/>
          </a:stretch>
        </p:blipFill>
        <p:spPr>
          <a:xfrm>
            <a:off x="3618203" y="4528813"/>
            <a:ext cx="938896" cy="896219"/>
          </a:xfrm>
          <a:prstGeom prst="rect">
            <a:avLst/>
          </a:prstGeom>
        </p:spPr>
      </p:pic>
      <p:sp>
        <p:nvSpPr>
          <p:cNvPr id="51" name="Retângulo 50">
            <a:extLst>
              <a:ext uri="{FF2B5EF4-FFF2-40B4-BE49-F238E27FC236}">
                <a16:creationId xmlns:a16="http://schemas.microsoft.com/office/drawing/2014/main" id="{60D5DFA7-27E6-3229-9061-FDC40AF0A022}"/>
              </a:ext>
            </a:extLst>
          </p:cNvPr>
          <p:cNvSpPr/>
          <p:nvPr/>
        </p:nvSpPr>
        <p:spPr>
          <a:xfrm>
            <a:off x="3346416" y="3160343"/>
            <a:ext cx="1371600" cy="1205345"/>
          </a:xfrm>
          <a:prstGeom prst="rect">
            <a:avLst/>
          </a:prstGeom>
          <a:solidFill>
            <a:schemeClr val="accent6">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pic>
        <p:nvPicPr>
          <p:cNvPr id="52" name="Imagem 51">
            <a:extLst>
              <a:ext uri="{FF2B5EF4-FFF2-40B4-BE49-F238E27FC236}">
                <a16:creationId xmlns:a16="http://schemas.microsoft.com/office/drawing/2014/main" id="{BBCB7F75-443F-602F-B781-0E6188C3BF3A}"/>
              </a:ext>
            </a:extLst>
          </p:cNvPr>
          <p:cNvPicPr>
            <a:picLocks noChangeAspect="1"/>
          </p:cNvPicPr>
          <p:nvPr/>
        </p:nvPicPr>
        <p:blipFill>
          <a:blip r:embed="rId2"/>
          <a:stretch>
            <a:fillRect/>
          </a:stretch>
        </p:blipFill>
        <p:spPr>
          <a:xfrm>
            <a:off x="9098713" y="2169339"/>
            <a:ext cx="938896" cy="896219"/>
          </a:xfrm>
          <a:prstGeom prst="rect">
            <a:avLst/>
          </a:prstGeom>
        </p:spPr>
      </p:pic>
    </p:spTree>
    <p:extLst>
      <p:ext uri="{BB962C8B-B14F-4D97-AF65-F5344CB8AC3E}">
        <p14:creationId xmlns:p14="http://schemas.microsoft.com/office/powerpoint/2010/main" val="954501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3"/>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0"/>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1"/>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3"/>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4"/>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5"/>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9"/>
                                        </p:tgtEl>
                                        <p:attrNameLst>
                                          <p:attrName>style.visibility</p:attrName>
                                        </p:attrNameLst>
                                      </p:cBhvr>
                                      <p:to>
                                        <p:strVal val="visible"/>
                                      </p:to>
                                    </p:set>
                                  </p:childTnLst>
                                </p:cTn>
                              </p:par>
                            </p:childTnLst>
                          </p:cTn>
                        </p:par>
                        <p:par>
                          <p:cTn id="25" fill="hold">
                            <p:stCondLst>
                              <p:cond delay="0"/>
                            </p:stCondLst>
                            <p:childTnLst>
                              <p:par>
                                <p:cTn id="26" presetID="1" presetClass="entr" presetSubtype="0" fill="hold" grpId="0" nodeType="afterEffect">
                                  <p:stCondLst>
                                    <p:cond delay="0"/>
                                  </p:stCondLst>
                                  <p:childTnLst>
                                    <p:set>
                                      <p:cBhvr>
                                        <p:cTn id="27" dur="1" fill="hold">
                                          <p:stCondLst>
                                            <p:cond delay="0"/>
                                          </p:stCondLst>
                                        </p:cTn>
                                        <p:tgtEl>
                                          <p:spTgt spid="34"/>
                                        </p:tgtEl>
                                        <p:attrNameLst>
                                          <p:attrName>style.visibility</p:attrName>
                                        </p:attrNameLst>
                                      </p:cBhvr>
                                      <p:to>
                                        <p:strVal val="visible"/>
                                      </p:to>
                                    </p:set>
                                  </p:childTnLst>
                                </p:cTn>
                              </p:par>
                            </p:childTnLst>
                          </p:cTn>
                        </p:par>
                        <p:par>
                          <p:cTn id="28" fill="hold">
                            <p:stCondLst>
                              <p:cond delay="0"/>
                            </p:stCondLst>
                            <p:childTnLst>
                              <p:par>
                                <p:cTn id="29" presetID="1" presetClass="entr" presetSubtype="0" fill="hold" grpId="0" nodeType="afterEffect">
                                  <p:stCondLst>
                                    <p:cond delay="0"/>
                                  </p:stCondLst>
                                  <p:childTnLst>
                                    <p:set>
                                      <p:cBhvr>
                                        <p:cTn id="30" dur="1" fill="hold">
                                          <p:stCondLst>
                                            <p:cond delay="0"/>
                                          </p:stCondLst>
                                        </p:cTn>
                                        <p:tgtEl>
                                          <p:spTgt spid="27"/>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0"/>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35"/>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8"/>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41"/>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36"/>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29"/>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42"/>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44"/>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43"/>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nodeType="clickEffect">
                                  <p:stCondLst>
                                    <p:cond delay="0"/>
                                  </p:stCondLst>
                                  <p:childTnLst>
                                    <p:set>
                                      <p:cBhvr>
                                        <p:cTn id="58" dur="1" fill="hold">
                                          <p:stCondLst>
                                            <p:cond delay="0"/>
                                          </p:stCondLst>
                                        </p:cTn>
                                        <p:tgtEl>
                                          <p:spTgt spid="45"/>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37"/>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30"/>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nodeType="clickEffect">
                                  <p:stCondLst>
                                    <p:cond delay="0"/>
                                  </p:stCondLst>
                                  <p:childTnLst>
                                    <p:set>
                                      <p:cBhvr>
                                        <p:cTn id="66" dur="1" fill="hold">
                                          <p:stCondLst>
                                            <p:cond delay="0"/>
                                          </p:stCondLst>
                                        </p:cTn>
                                        <p:tgtEl>
                                          <p:spTgt spid="47"/>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46"/>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31"/>
                                        </p:tgtEl>
                                        <p:attrNameLst>
                                          <p:attrName>style.visibility</p:attrName>
                                        </p:attrNameLst>
                                      </p:cBhvr>
                                      <p:to>
                                        <p:strVal val="visible"/>
                                      </p:to>
                                    </p:set>
                                  </p:childTnLst>
                                </p:cTn>
                              </p:par>
                            </p:childTnLst>
                          </p:cTn>
                        </p:par>
                      </p:childTnLst>
                    </p:cTn>
                  </p:par>
                  <p:par>
                    <p:cTn id="71" fill="hold">
                      <p:stCondLst>
                        <p:cond delay="indefinite"/>
                      </p:stCondLst>
                      <p:childTnLst>
                        <p:par>
                          <p:cTn id="72" fill="hold">
                            <p:stCondLst>
                              <p:cond delay="0"/>
                            </p:stCondLst>
                            <p:childTnLst>
                              <p:par>
                                <p:cTn id="73" presetID="1" presetClass="entr" presetSubtype="0" fill="hold" nodeType="clickEffect">
                                  <p:stCondLst>
                                    <p:cond delay="0"/>
                                  </p:stCondLst>
                                  <p:childTnLst>
                                    <p:set>
                                      <p:cBhvr>
                                        <p:cTn id="74" dur="1" fill="hold">
                                          <p:stCondLst>
                                            <p:cond delay="0"/>
                                          </p:stCondLst>
                                        </p:cTn>
                                        <p:tgtEl>
                                          <p:spTgt spid="50"/>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51"/>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49"/>
                                        </p:tgtEl>
                                        <p:attrNameLst>
                                          <p:attrName>style.visibility</p:attrName>
                                        </p:attrNameLst>
                                      </p:cBhvr>
                                      <p:to>
                                        <p:strVal val="visible"/>
                                      </p:to>
                                    </p:set>
                                  </p:childTnLst>
                                </p:cTn>
                              </p:par>
                            </p:childTnLst>
                          </p:cTn>
                        </p:par>
                      </p:childTnLst>
                    </p:cTn>
                  </p:par>
                  <p:par>
                    <p:cTn id="79" fill="hold">
                      <p:stCondLst>
                        <p:cond delay="indefinite"/>
                      </p:stCondLst>
                      <p:childTnLst>
                        <p:par>
                          <p:cTn id="80" fill="hold">
                            <p:stCondLst>
                              <p:cond delay="0"/>
                            </p:stCondLst>
                            <p:childTnLst>
                              <p:par>
                                <p:cTn id="81" presetID="1" presetClass="entr" presetSubtype="0" fill="hold" nodeType="clickEffect">
                                  <p:stCondLst>
                                    <p:cond delay="0"/>
                                  </p:stCondLst>
                                  <p:childTnLst>
                                    <p:set>
                                      <p:cBhvr>
                                        <p:cTn id="82" dur="1" fill="hold">
                                          <p:stCondLst>
                                            <p:cond delay="0"/>
                                          </p:stCondLst>
                                        </p:cTn>
                                        <p:tgtEl>
                                          <p:spTgt spid="52"/>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3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animBg="1"/>
      <p:bldP spid="20" grpId="0"/>
      <p:bldP spid="21" grpId="0"/>
      <p:bldP spid="22" grpId="0"/>
      <p:bldP spid="23" grpId="0"/>
      <p:bldP spid="24" grpId="0"/>
      <p:bldP spid="25" grpId="0"/>
      <p:bldP spid="27" grpId="0" animBg="1"/>
      <p:bldP spid="28" grpId="0" animBg="1"/>
      <p:bldP spid="29" grpId="0" animBg="1"/>
      <p:bldP spid="30" grpId="0" animBg="1"/>
      <p:bldP spid="31" grpId="0" animBg="1"/>
      <p:bldP spid="34" grpId="0"/>
      <p:bldP spid="35" grpId="0"/>
      <p:bldP spid="36" grpId="0"/>
      <p:bldP spid="37" grpId="0"/>
      <p:bldP spid="38" grpId="0"/>
      <p:bldP spid="42" grpId="0" animBg="1"/>
      <p:bldP spid="43" grpId="0" animBg="1"/>
      <p:bldP spid="46" grpId="0"/>
      <p:bldP spid="49" grpId="0" animBg="1"/>
      <p:bldP spid="51"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35BFF9-5397-9F8C-870D-5BE468EAB1C7}"/>
            </a:ext>
          </a:extLst>
        </p:cNvPr>
        <p:cNvGrpSpPr/>
        <p:nvPr/>
      </p:nvGrpSpPr>
      <p:grpSpPr>
        <a:xfrm>
          <a:off x="0" y="0"/>
          <a:ext cx="0" cy="0"/>
          <a:chOff x="0" y="0"/>
          <a:chExt cx="0" cy="0"/>
        </a:xfrm>
      </p:grpSpPr>
      <p:sp>
        <p:nvSpPr>
          <p:cNvPr id="4" name="Retângulo 3">
            <a:extLst>
              <a:ext uri="{FF2B5EF4-FFF2-40B4-BE49-F238E27FC236}">
                <a16:creationId xmlns:a16="http://schemas.microsoft.com/office/drawing/2014/main" id="{5A8537FC-C606-E43B-571D-18593771F84F}"/>
              </a:ext>
            </a:extLst>
          </p:cNvPr>
          <p:cNvSpPr/>
          <p:nvPr/>
        </p:nvSpPr>
        <p:spPr>
          <a:xfrm>
            <a:off x="383219" y="1393725"/>
            <a:ext cx="11425561" cy="5294757"/>
          </a:xfrm>
          <a:prstGeom prst="rect">
            <a:avLst/>
          </a:prstGeom>
          <a:solidFill>
            <a:schemeClr val="accent2">
              <a:lumMod val="20000"/>
              <a:lumOff val="80000"/>
            </a:schemeClr>
          </a:solidFill>
          <a:ln>
            <a:solidFill>
              <a:srgbClr val="007DA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noFill/>
            </a:endParaRPr>
          </a:p>
        </p:txBody>
      </p:sp>
      <p:sp>
        <p:nvSpPr>
          <p:cNvPr id="3" name="CaixaDeTexto 2">
            <a:extLst>
              <a:ext uri="{FF2B5EF4-FFF2-40B4-BE49-F238E27FC236}">
                <a16:creationId xmlns:a16="http://schemas.microsoft.com/office/drawing/2014/main" id="{B4B76515-92E6-3F65-0E51-6403CBF2B491}"/>
              </a:ext>
            </a:extLst>
          </p:cNvPr>
          <p:cNvSpPr txBox="1"/>
          <p:nvPr/>
        </p:nvSpPr>
        <p:spPr>
          <a:xfrm>
            <a:off x="130373" y="169518"/>
            <a:ext cx="10487075" cy="1107996"/>
          </a:xfrm>
          <a:prstGeom prst="rect">
            <a:avLst/>
          </a:prstGeom>
          <a:noFill/>
        </p:spPr>
        <p:txBody>
          <a:bodyPr wrap="square" rtlCol="0">
            <a:spAutoFit/>
          </a:bodyPr>
          <a:lstStyle/>
          <a:p>
            <a:r>
              <a:rPr lang="pt-BR" sz="6600" dirty="0">
                <a:solidFill>
                  <a:srgbClr val="007DA9"/>
                </a:solidFill>
                <a:latin typeface="Impact" panose="020B0806030902050204" pitchFamily="34" charset="0"/>
              </a:rPr>
              <a:t>Fila – Movimentando...</a:t>
            </a:r>
          </a:p>
        </p:txBody>
      </p:sp>
      <p:sp>
        <p:nvSpPr>
          <p:cNvPr id="8" name="sketchy line">
            <a:extLst>
              <a:ext uri="{FF2B5EF4-FFF2-40B4-BE49-F238E27FC236}">
                <a16:creationId xmlns:a16="http://schemas.microsoft.com/office/drawing/2014/main" id="{096863DC-7DB0-D58B-563A-D86C00F1674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68062" y="1184695"/>
            <a:ext cx="11727443" cy="100858"/>
          </a:xfrm>
          <a:custGeom>
            <a:avLst/>
            <a:gdLst>
              <a:gd name="connsiteX0" fmla="*/ 0 w 11727443"/>
              <a:gd name="connsiteY0" fmla="*/ 0 h 100858"/>
              <a:gd name="connsiteX1" fmla="*/ 455301 w 11727443"/>
              <a:gd name="connsiteY1" fmla="*/ 0 h 100858"/>
              <a:gd name="connsiteX2" fmla="*/ 1379699 w 11727443"/>
              <a:gd name="connsiteY2" fmla="*/ 0 h 100858"/>
              <a:gd name="connsiteX3" fmla="*/ 2069549 w 11727443"/>
              <a:gd name="connsiteY3" fmla="*/ 0 h 100858"/>
              <a:gd name="connsiteX4" fmla="*/ 2524849 w 11727443"/>
              <a:gd name="connsiteY4" fmla="*/ 0 h 100858"/>
              <a:gd name="connsiteX5" fmla="*/ 2862876 w 11727443"/>
              <a:gd name="connsiteY5" fmla="*/ 0 h 100858"/>
              <a:gd name="connsiteX6" fmla="*/ 3787274 w 11727443"/>
              <a:gd name="connsiteY6" fmla="*/ 0 h 100858"/>
              <a:gd name="connsiteX7" fmla="*/ 4359849 w 11727443"/>
              <a:gd name="connsiteY7" fmla="*/ 0 h 100858"/>
              <a:gd name="connsiteX8" fmla="*/ 5284248 w 11727443"/>
              <a:gd name="connsiteY8" fmla="*/ 0 h 100858"/>
              <a:gd name="connsiteX9" fmla="*/ 5622274 w 11727443"/>
              <a:gd name="connsiteY9" fmla="*/ 0 h 100858"/>
              <a:gd name="connsiteX10" fmla="*/ 6077575 w 11727443"/>
              <a:gd name="connsiteY10" fmla="*/ 0 h 100858"/>
              <a:gd name="connsiteX11" fmla="*/ 7001973 w 11727443"/>
              <a:gd name="connsiteY11" fmla="*/ 0 h 100858"/>
              <a:gd name="connsiteX12" fmla="*/ 7926372 w 11727443"/>
              <a:gd name="connsiteY12" fmla="*/ 0 h 100858"/>
              <a:gd name="connsiteX13" fmla="*/ 8498947 w 11727443"/>
              <a:gd name="connsiteY13" fmla="*/ 0 h 100858"/>
              <a:gd name="connsiteX14" fmla="*/ 8836973 w 11727443"/>
              <a:gd name="connsiteY14" fmla="*/ 0 h 100858"/>
              <a:gd name="connsiteX15" fmla="*/ 9644097 w 11727443"/>
              <a:gd name="connsiteY15" fmla="*/ 0 h 100858"/>
              <a:gd name="connsiteX16" fmla="*/ 10333947 w 11727443"/>
              <a:gd name="connsiteY16" fmla="*/ 0 h 100858"/>
              <a:gd name="connsiteX17" fmla="*/ 10906522 w 11727443"/>
              <a:gd name="connsiteY17" fmla="*/ 0 h 100858"/>
              <a:gd name="connsiteX18" fmla="*/ 11727443 w 11727443"/>
              <a:gd name="connsiteY18" fmla="*/ 0 h 100858"/>
              <a:gd name="connsiteX19" fmla="*/ 11727443 w 11727443"/>
              <a:gd name="connsiteY19" fmla="*/ 100858 h 100858"/>
              <a:gd name="connsiteX20" fmla="*/ 10920319 w 11727443"/>
              <a:gd name="connsiteY20" fmla="*/ 100858 h 100858"/>
              <a:gd name="connsiteX21" fmla="*/ 10465018 w 11727443"/>
              <a:gd name="connsiteY21" fmla="*/ 100858 h 100858"/>
              <a:gd name="connsiteX22" fmla="*/ 9892443 w 11727443"/>
              <a:gd name="connsiteY22" fmla="*/ 100858 h 100858"/>
              <a:gd name="connsiteX23" fmla="*/ 8968045 w 11727443"/>
              <a:gd name="connsiteY23" fmla="*/ 100858 h 100858"/>
              <a:gd name="connsiteX24" fmla="*/ 8630018 w 11727443"/>
              <a:gd name="connsiteY24" fmla="*/ 100858 h 100858"/>
              <a:gd name="connsiteX25" fmla="*/ 8291992 w 11727443"/>
              <a:gd name="connsiteY25" fmla="*/ 100858 h 100858"/>
              <a:gd name="connsiteX26" fmla="*/ 7953966 w 11727443"/>
              <a:gd name="connsiteY26" fmla="*/ 100858 h 100858"/>
              <a:gd name="connsiteX27" fmla="*/ 7146842 w 11727443"/>
              <a:gd name="connsiteY27" fmla="*/ 100858 h 100858"/>
              <a:gd name="connsiteX28" fmla="*/ 6691541 w 11727443"/>
              <a:gd name="connsiteY28" fmla="*/ 100858 h 100858"/>
              <a:gd name="connsiteX29" fmla="*/ 5884417 w 11727443"/>
              <a:gd name="connsiteY29" fmla="*/ 100858 h 100858"/>
              <a:gd name="connsiteX30" fmla="*/ 5077293 w 11727443"/>
              <a:gd name="connsiteY30" fmla="*/ 100858 h 100858"/>
              <a:gd name="connsiteX31" fmla="*/ 4621992 w 11727443"/>
              <a:gd name="connsiteY31" fmla="*/ 100858 h 100858"/>
              <a:gd name="connsiteX32" fmla="*/ 3932143 w 11727443"/>
              <a:gd name="connsiteY32" fmla="*/ 100858 h 100858"/>
              <a:gd name="connsiteX33" fmla="*/ 3359567 w 11727443"/>
              <a:gd name="connsiteY33" fmla="*/ 100858 h 100858"/>
              <a:gd name="connsiteX34" fmla="*/ 2435169 w 11727443"/>
              <a:gd name="connsiteY34" fmla="*/ 100858 h 100858"/>
              <a:gd name="connsiteX35" fmla="*/ 1745319 w 11727443"/>
              <a:gd name="connsiteY35" fmla="*/ 100858 h 100858"/>
              <a:gd name="connsiteX36" fmla="*/ 938195 w 11727443"/>
              <a:gd name="connsiteY36" fmla="*/ 100858 h 100858"/>
              <a:gd name="connsiteX37" fmla="*/ 600169 w 11727443"/>
              <a:gd name="connsiteY37" fmla="*/ 100858 h 100858"/>
              <a:gd name="connsiteX38" fmla="*/ 0 w 11727443"/>
              <a:gd name="connsiteY38" fmla="*/ 100858 h 100858"/>
              <a:gd name="connsiteX39" fmla="*/ 0 w 11727443"/>
              <a:gd name="connsiteY39" fmla="*/ 0 h 1008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11727443" h="100858" fill="none" extrusionOk="0">
                <a:moveTo>
                  <a:pt x="0" y="0"/>
                </a:moveTo>
                <a:cubicBezTo>
                  <a:pt x="177575" y="-8335"/>
                  <a:pt x="289292" y="-22372"/>
                  <a:pt x="455301" y="0"/>
                </a:cubicBezTo>
                <a:cubicBezTo>
                  <a:pt x="621310" y="22372"/>
                  <a:pt x="959229" y="316"/>
                  <a:pt x="1379699" y="0"/>
                </a:cubicBezTo>
                <a:cubicBezTo>
                  <a:pt x="1800169" y="-316"/>
                  <a:pt x="1910290" y="-19988"/>
                  <a:pt x="2069549" y="0"/>
                </a:cubicBezTo>
                <a:cubicBezTo>
                  <a:pt x="2228808" y="19988"/>
                  <a:pt x="2328018" y="-6436"/>
                  <a:pt x="2524849" y="0"/>
                </a:cubicBezTo>
                <a:cubicBezTo>
                  <a:pt x="2721680" y="6436"/>
                  <a:pt x="2744923" y="692"/>
                  <a:pt x="2862876" y="0"/>
                </a:cubicBezTo>
                <a:cubicBezTo>
                  <a:pt x="2980829" y="-692"/>
                  <a:pt x="3455105" y="28803"/>
                  <a:pt x="3787274" y="0"/>
                </a:cubicBezTo>
                <a:cubicBezTo>
                  <a:pt x="4119443" y="-28803"/>
                  <a:pt x="4093258" y="3515"/>
                  <a:pt x="4359849" y="0"/>
                </a:cubicBezTo>
                <a:cubicBezTo>
                  <a:pt x="4626441" y="-3515"/>
                  <a:pt x="4994558" y="-15931"/>
                  <a:pt x="5284248" y="0"/>
                </a:cubicBezTo>
                <a:cubicBezTo>
                  <a:pt x="5573938" y="15931"/>
                  <a:pt x="5518095" y="-13412"/>
                  <a:pt x="5622274" y="0"/>
                </a:cubicBezTo>
                <a:cubicBezTo>
                  <a:pt x="5726453" y="13412"/>
                  <a:pt x="5919345" y="19043"/>
                  <a:pt x="6077575" y="0"/>
                </a:cubicBezTo>
                <a:cubicBezTo>
                  <a:pt x="6235805" y="-19043"/>
                  <a:pt x="6637812" y="29609"/>
                  <a:pt x="7001973" y="0"/>
                </a:cubicBezTo>
                <a:cubicBezTo>
                  <a:pt x="7366134" y="-29609"/>
                  <a:pt x="7716303" y="17424"/>
                  <a:pt x="7926372" y="0"/>
                </a:cubicBezTo>
                <a:cubicBezTo>
                  <a:pt x="8136441" y="-17424"/>
                  <a:pt x="8378864" y="-19420"/>
                  <a:pt x="8498947" y="0"/>
                </a:cubicBezTo>
                <a:cubicBezTo>
                  <a:pt x="8619031" y="19420"/>
                  <a:pt x="8765062" y="-15679"/>
                  <a:pt x="8836973" y="0"/>
                </a:cubicBezTo>
                <a:cubicBezTo>
                  <a:pt x="8908884" y="15679"/>
                  <a:pt x="9288035" y="12756"/>
                  <a:pt x="9644097" y="0"/>
                </a:cubicBezTo>
                <a:cubicBezTo>
                  <a:pt x="10000159" y="-12756"/>
                  <a:pt x="10089663" y="-5649"/>
                  <a:pt x="10333947" y="0"/>
                </a:cubicBezTo>
                <a:cubicBezTo>
                  <a:pt x="10578231" y="5649"/>
                  <a:pt x="10785095" y="27917"/>
                  <a:pt x="10906522" y="0"/>
                </a:cubicBezTo>
                <a:cubicBezTo>
                  <a:pt x="11027949" y="-27917"/>
                  <a:pt x="11562609" y="31188"/>
                  <a:pt x="11727443" y="0"/>
                </a:cubicBezTo>
                <a:cubicBezTo>
                  <a:pt x="11723584" y="38217"/>
                  <a:pt x="11731691" y="73296"/>
                  <a:pt x="11727443" y="100858"/>
                </a:cubicBezTo>
                <a:cubicBezTo>
                  <a:pt x="11381154" y="139297"/>
                  <a:pt x="11163895" y="69647"/>
                  <a:pt x="10920319" y="100858"/>
                </a:cubicBezTo>
                <a:cubicBezTo>
                  <a:pt x="10676743" y="132069"/>
                  <a:pt x="10625983" y="117071"/>
                  <a:pt x="10465018" y="100858"/>
                </a:cubicBezTo>
                <a:cubicBezTo>
                  <a:pt x="10304053" y="84645"/>
                  <a:pt x="10063410" y="105790"/>
                  <a:pt x="9892443" y="100858"/>
                </a:cubicBezTo>
                <a:cubicBezTo>
                  <a:pt x="9721477" y="95926"/>
                  <a:pt x="9298902" y="55708"/>
                  <a:pt x="8968045" y="100858"/>
                </a:cubicBezTo>
                <a:cubicBezTo>
                  <a:pt x="8637188" y="146008"/>
                  <a:pt x="8753098" y="98295"/>
                  <a:pt x="8630018" y="100858"/>
                </a:cubicBezTo>
                <a:cubicBezTo>
                  <a:pt x="8506938" y="103421"/>
                  <a:pt x="8382809" y="104606"/>
                  <a:pt x="8291992" y="100858"/>
                </a:cubicBezTo>
                <a:cubicBezTo>
                  <a:pt x="8201175" y="97110"/>
                  <a:pt x="8042573" y="88227"/>
                  <a:pt x="7953966" y="100858"/>
                </a:cubicBezTo>
                <a:cubicBezTo>
                  <a:pt x="7865359" y="113489"/>
                  <a:pt x="7327260" y="71433"/>
                  <a:pt x="7146842" y="100858"/>
                </a:cubicBezTo>
                <a:cubicBezTo>
                  <a:pt x="6966424" y="130283"/>
                  <a:pt x="6836691" y="78893"/>
                  <a:pt x="6691541" y="100858"/>
                </a:cubicBezTo>
                <a:cubicBezTo>
                  <a:pt x="6546391" y="122823"/>
                  <a:pt x="6161732" y="96929"/>
                  <a:pt x="5884417" y="100858"/>
                </a:cubicBezTo>
                <a:cubicBezTo>
                  <a:pt x="5607102" y="104787"/>
                  <a:pt x="5399769" y="71203"/>
                  <a:pt x="5077293" y="100858"/>
                </a:cubicBezTo>
                <a:cubicBezTo>
                  <a:pt x="4754817" y="130513"/>
                  <a:pt x="4780101" y="110562"/>
                  <a:pt x="4621992" y="100858"/>
                </a:cubicBezTo>
                <a:cubicBezTo>
                  <a:pt x="4463883" y="91154"/>
                  <a:pt x="4080268" y="82653"/>
                  <a:pt x="3932143" y="100858"/>
                </a:cubicBezTo>
                <a:cubicBezTo>
                  <a:pt x="3784018" y="119063"/>
                  <a:pt x="3606068" y="107585"/>
                  <a:pt x="3359567" y="100858"/>
                </a:cubicBezTo>
                <a:cubicBezTo>
                  <a:pt x="3113066" y="94131"/>
                  <a:pt x="2833730" y="108463"/>
                  <a:pt x="2435169" y="100858"/>
                </a:cubicBezTo>
                <a:cubicBezTo>
                  <a:pt x="2036608" y="93253"/>
                  <a:pt x="1979570" y="109496"/>
                  <a:pt x="1745319" y="100858"/>
                </a:cubicBezTo>
                <a:cubicBezTo>
                  <a:pt x="1511068" y="92221"/>
                  <a:pt x="1304277" y="99602"/>
                  <a:pt x="938195" y="100858"/>
                </a:cubicBezTo>
                <a:cubicBezTo>
                  <a:pt x="572113" y="102114"/>
                  <a:pt x="673750" y="115329"/>
                  <a:pt x="600169" y="100858"/>
                </a:cubicBezTo>
                <a:cubicBezTo>
                  <a:pt x="526588" y="86387"/>
                  <a:pt x="223952" y="122492"/>
                  <a:pt x="0" y="100858"/>
                </a:cubicBezTo>
                <a:cubicBezTo>
                  <a:pt x="-124" y="56937"/>
                  <a:pt x="-3196" y="35397"/>
                  <a:pt x="0" y="0"/>
                </a:cubicBezTo>
                <a:close/>
              </a:path>
              <a:path w="11727443" h="100858" stroke="0" extrusionOk="0">
                <a:moveTo>
                  <a:pt x="0" y="0"/>
                </a:moveTo>
                <a:cubicBezTo>
                  <a:pt x="226598" y="-20463"/>
                  <a:pt x="284703" y="21278"/>
                  <a:pt x="455301" y="0"/>
                </a:cubicBezTo>
                <a:cubicBezTo>
                  <a:pt x="625899" y="-21278"/>
                  <a:pt x="975360" y="-38169"/>
                  <a:pt x="1379699" y="0"/>
                </a:cubicBezTo>
                <a:cubicBezTo>
                  <a:pt x="1784038" y="38169"/>
                  <a:pt x="1553897" y="10715"/>
                  <a:pt x="1717725" y="0"/>
                </a:cubicBezTo>
                <a:cubicBezTo>
                  <a:pt x="1881553" y="-10715"/>
                  <a:pt x="1957404" y="7512"/>
                  <a:pt x="2055752" y="0"/>
                </a:cubicBezTo>
                <a:cubicBezTo>
                  <a:pt x="2154100" y="-7512"/>
                  <a:pt x="2455093" y="6931"/>
                  <a:pt x="2745601" y="0"/>
                </a:cubicBezTo>
                <a:cubicBezTo>
                  <a:pt x="3036109" y="-6931"/>
                  <a:pt x="3200578" y="-6899"/>
                  <a:pt x="3318177" y="0"/>
                </a:cubicBezTo>
                <a:cubicBezTo>
                  <a:pt x="3435776" y="6899"/>
                  <a:pt x="3830972" y="-29023"/>
                  <a:pt x="4125301" y="0"/>
                </a:cubicBezTo>
                <a:cubicBezTo>
                  <a:pt x="4419630" y="29023"/>
                  <a:pt x="4438628" y="-3380"/>
                  <a:pt x="4580601" y="0"/>
                </a:cubicBezTo>
                <a:cubicBezTo>
                  <a:pt x="4722574" y="3380"/>
                  <a:pt x="5287872" y="-26084"/>
                  <a:pt x="5505000" y="0"/>
                </a:cubicBezTo>
                <a:cubicBezTo>
                  <a:pt x="5722128" y="26084"/>
                  <a:pt x="5845495" y="-3138"/>
                  <a:pt x="6077575" y="0"/>
                </a:cubicBezTo>
                <a:cubicBezTo>
                  <a:pt x="6309655" y="3138"/>
                  <a:pt x="6416497" y="-9038"/>
                  <a:pt x="6532876" y="0"/>
                </a:cubicBezTo>
                <a:cubicBezTo>
                  <a:pt x="6649255" y="9038"/>
                  <a:pt x="6798774" y="17432"/>
                  <a:pt x="6988176" y="0"/>
                </a:cubicBezTo>
                <a:cubicBezTo>
                  <a:pt x="7177578" y="-17432"/>
                  <a:pt x="7432115" y="-1508"/>
                  <a:pt x="7560751" y="0"/>
                </a:cubicBezTo>
                <a:cubicBezTo>
                  <a:pt x="7689387" y="1508"/>
                  <a:pt x="7817048" y="19459"/>
                  <a:pt x="8016052" y="0"/>
                </a:cubicBezTo>
                <a:cubicBezTo>
                  <a:pt x="8215056" y="-19459"/>
                  <a:pt x="8384141" y="13593"/>
                  <a:pt x="8705902" y="0"/>
                </a:cubicBezTo>
                <a:cubicBezTo>
                  <a:pt x="9027663" y="-13593"/>
                  <a:pt x="8932873" y="-16432"/>
                  <a:pt x="9043928" y="0"/>
                </a:cubicBezTo>
                <a:cubicBezTo>
                  <a:pt x="9154983" y="16432"/>
                  <a:pt x="9568699" y="-30219"/>
                  <a:pt x="9733778" y="0"/>
                </a:cubicBezTo>
                <a:cubicBezTo>
                  <a:pt x="9898857" y="30219"/>
                  <a:pt x="9973728" y="-1849"/>
                  <a:pt x="10071804" y="0"/>
                </a:cubicBezTo>
                <a:cubicBezTo>
                  <a:pt x="10169880" y="1849"/>
                  <a:pt x="10558830" y="-12560"/>
                  <a:pt x="10996202" y="0"/>
                </a:cubicBezTo>
                <a:cubicBezTo>
                  <a:pt x="11433574" y="12560"/>
                  <a:pt x="11579031" y="-6546"/>
                  <a:pt x="11727443" y="0"/>
                </a:cubicBezTo>
                <a:cubicBezTo>
                  <a:pt x="11729168" y="25018"/>
                  <a:pt x="11723362" y="74256"/>
                  <a:pt x="11727443" y="100858"/>
                </a:cubicBezTo>
                <a:cubicBezTo>
                  <a:pt x="11466834" y="85519"/>
                  <a:pt x="11273864" y="83363"/>
                  <a:pt x="11154868" y="100858"/>
                </a:cubicBezTo>
                <a:cubicBezTo>
                  <a:pt x="11035872" y="118353"/>
                  <a:pt x="10917509" y="98250"/>
                  <a:pt x="10816842" y="100858"/>
                </a:cubicBezTo>
                <a:cubicBezTo>
                  <a:pt x="10716175" y="103466"/>
                  <a:pt x="10190281" y="93289"/>
                  <a:pt x="9892443" y="100858"/>
                </a:cubicBezTo>
                <a:cubicBezTo>
                  <a:pt x="9594605" y="108427"/>
                  <a:pt x="9385168" y="118111"/>
                  <a:pt x="9202594" y="100858"/>
                </a:cubicBezTo>
                <a:cubicBezTo>
                  <a:pt x="9020020" y="83605"/>
                  <a:pt x="8470284" y="126256"/>
                  <a:pt x="8278195" y="100858"/>
                </a:cubicBezTo>
                <a:cubicBezTo>
                  <a:pt x="8086106" y="75460"/>
                  <a:pt x="7779236" y="101234"/>
                  <a:pt x="7588345" y="100858"/>
                </a:cubicBezTo>
                <a:cubicBezTo>
                  <a:pt x="7397454" y="100483"/>
                  <a:pt x="7324210" y="98320"/>
                  <a:pt x="7250319" y="100858"/>
                </a:cubicBezTo>
                <a:cubicBezTo>
                  <a:pt x="7176428" y="103396"/>
                  <a:pt x="6743284" y="112839"/>
                  <a:pt x="6325921" y="100858"/>
                </a:cubicBezTo>
                <a:cubicBezTo>
                  <a:pt x="5908558" y="88877"/>
                  <a:pt x="6095670" y="116342"/>
                  <a:pt x="5870620" y="100858"/>
                </a:cubicBezTo>
                <a:cubicBezTo>
                  <a:pt x="5645570" y="85374"/>
                  <a:pt x="5700885" y="115088"/>
                  <a:pt x="5532594" y="100858"/>
                </a:cubicBezTo>
                <a:cubicBezTo>
                  <a:pt x="5364303" y="86628"/>
                  <a:pt x="5212740" y="105293"/>
                  <a:pt x="4960019" y="100858"/>
                </a:cubicBezTo>
                <a:cubicBezTo>
                  <a:pt x="4707298" y="96423"/>
                  <a:pt x="4491720" y="108840"/>
                  <a:pt x="4035620" y="100858"/>
                </a:cubicBezTo>
                <a:cubicBezTo>
                  <a:pt x="3579520" y="92876"/>
                  <a:pt x="3768890" y="79226"/>
                  <a:pt x="3580319" y="100858"/>
                </a:cubicBezTo>
                <a:cubicBezTo>
                  <a:pt x="3391748" y="122490"/>
                  <a:pt x="3059393" y="71723"/>
                  <a:pt x="2655921" y="100858"/>
                </a:cubicBezTo>
                <a:cubicBezTo>
                  <a:pt x="2252449" y="129993"/>
                  <a:pt x="2021995" y="121740"/>
                  <a:pt x="1848797" y="100858"/>
                </a:cubicBezTo>
                <a:cubicBezTo>
                  <a:pt x="1675599" y="79976"/>
                  <a:pt x="1263502" y="106737"/>
                  <a:pt x="924398" y="100858"/>
                </a:cubicBezTo>
                <a:cubicBezTo>
                  <a:pt x="585294" y="94979"/>
                  <a:pt x="216313" y="56521"/>
                  <a:pt x="0" y="100858"/>
                </a:cubicBezTo>
                <a:cubicBezTo>
                  <a:pt x="-4094" y="59488"/>
                  <a:pt x="2375" y="29231"/>
                  <a:pt x="0" y="0"/>
                </a:cubicBezTo>
                <a:close/>
              </a:path>
            </a:pathLst>
          </a:custGeom>
          <a:solidFill>
            <a:srgbClr val="007DA9"/>
          </a:solidFill>
          <a:ln w="44450" cap="rnd">
            <a:solidFill>
              <a:srgbClr val="007DA9"/>
            </a:solidFill>
            <a:round/>
            <a:extLst>
              <a:ext uri="{C807C97D-BFC1-408E-A445-0C87EB9F89A2}">
                <ask:lineSketchStyleProps xmlns:ask="http://schemas.microsoft.com/office/drawing/2018/sketchyshapes" sd="2863741219">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rgbClr val="007DA9"/>
                </a:solidFill>
              </a:rPr>
              <a:t>‘</a:t>
            </a:r>
          </a:p>
        </p:txBody>
      </p:sp>
      <p:sp>
        <p:nvSpPr>
          <p:cNvPr id="9" name="Retângulo 8">
            <a:extLst>
              <a:ext uri="{FF2B5EF4-FFF2-40B4-BE49-F238E27FC236}">
                <a16:creationId xmlns:a16="http://schemas.microsoft.com/office/drawing/2014/main" id="{8B0A026F-5BD7-B913-F057-AAE1A772A553}"/>
              </a:ext>
            </a:extLst>
          </p:cNvPr>
          <p:cNvSpPr/>
          <p:nvPr/>
        </p:nvSpPr>
        <p:spPr>
          <a:xfrm>
            <a:off x="3199551" y="2294638"/>
            <a:ext cx="633898" cy="900485"/>
          </a:xfrm>
          <a:prstGeom prst="rect">
            <a:avLst/>
          </a:prstGeom>
          <a:solidFill>
            <a:schemeClr val="accent1">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9</a:t>
            </a:r>
          </a:p>
        </p:txBody>
      </p:sp>
      <p:sp>
        <p:nvSpPr>
          <p:cNvPr id="10" name="Retângulo 9">
            <a:extLst>
              <a:ext uri="{FF2B5EF4-FFF2-40B4-BE49-F238E27FC236}">
                <a16:creationId xmlns:a16="http://schemas.microsoft.com/office/drawing/2014/main" id="{01F2BE90-82CB-C135-1F0B-8832F3E1659B}"/>
              </a:ext>
            </a:extLst>
          </p:cNvPr>
          <p:cNvSpPr/>
          <p:nvPr/>
        </p:nvSpPr>
        <p:spPr>
          <a:xfrm>
            <a:off x="3840100" y="2298043"/>
            <a:ext cx="633898" cy="900485"/>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99</a:t>
            </a:r>
          </a:p>
        </p:txBody>
      </p:sp>
      <p:sp>
        <p:nvSpPr>
          <p:cNvPr id="11" name="Retângulo 10">
            <a:extLst>
              <a:ext uri="{FF2B5EF4-FFF2-40B4-BE49-F238E27FC236}">
                <a16:creationId xmlns:a16="http://schemas.microsoft.com/office/drawing/2014/main" id="{7AFB9F87-EC57-E41E-E53C-31B75408AC7E}"/>
              </a:ext>
            </a:extLst>
          </p:cNvPr>
          <p:cNvSpPr/>
          <p:nvPr/>
        </p:nvSpPr>
        <p:spPr>
          <a:xfrm>
            <a:off x="4469811" y="2296916"/>
            <a:ext cx="633898" cy="900485"/>
          </a:xfrm>
          <a:prstGeom prst="rect">
            <a:avLst/>
          </a:prstGeom>
          <a:solidFill>
            <a:srgbClr val="92D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26</a:t>
            </a:r>
          </a:p>
        </p:txBody>
      </p:sp>
      <p:sp>
        <p:nvSpPr>
          <p:cNvPr id="12" name="Retângulo 11">
            <a:extLst>
              <a:ext uri="{FF2B5EF4-FFF2-40B4-BE49-F238E27FC236}">
                <a16:creationId xmlns:a16="http://schemas.microsoft.com/office/drawing/2014/main" id="{33AB4BE8-C562-6669-04A0-EA0E18BCEAA3}"/>
              </a:ext>
            </a:extLst>
          </p:cNvPr>
          <p:cNvSpPr/>
          <p:nvPr/>
        </p:nvSpPr>
        <p:spPr>
          <a:xfrm>
            <a:off x="5114931" y="2297525"/>
            <a:ext cx="633898" cy="900485"/>
          </a:xfrm>
          <a:prstGeom prst="rect">
            <a:avLst/>
          </a:prstGeom>
          <a:solidFill>
            <a:schemeClr val="bg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1</a:t>
            </a:r>
          </a:p>
        </p:txBody>
      </p:sp>
      <p:sp>
        <p:nvSpPr>
          <p:cNvPr id="15" name="Seta: para Baixo 14">
            <a:extLst>
              <a:ext uri="{FF2B5EF4-FFF2-40B4-BE49-F238E27FC236}">
                <a16:creationId xmlns:a16="http://schemas.microsoft.com/office/drawing/2014/main" id="{41B8580B-5A59-4E7A-E11D-3F25CEF522E7}"/>
              </a:ext>
            </a:extLst>
          </p:cNvPr>
          <p:cNvSpPr/>
          <p:nvPr/>
        </p:nvSpPr>
        <p:spPr>
          <a:xfrm>
            <a:off x="9817240" y="5530735"/>
            <a:ext cx="198458" cy="297456"/>
          </a:xfrm>
          <a:prstGeom prst="downArrow">
            <a:avLst/>
          </a:prstGeom>
          <a:solidFill>
            <a:srgbClr val="FFC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6" name="Seta: para Baixo 15">
            <a:extLst>
              <a:ext uri="{FF2B5EF4-FFF2-40B4-BE49-F238E27FC236}">
                <a16:creationId xmlns:a16="http://schemas.microsoft.com/office/drawing/2014/main" id="{D0429C86-47C1-A052-3F71-84B2CC729ADF}"/>
              </a:ext>
            </a:extLst>
          </p:cNvPr>
          <p:cNvSpPr/>
          <p:nvPr/>
        </p:nvSpPr>
        <p:spPr>
          <a:xfrm rot="10800000">
            <a:off x="9817240" y="5908723"/>
            <a:ext cx="198458" cy="297457"/>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CaixaDeTexto 16">
            <a:extLst>
              <a:ext uri="{FF2B5EF4-FFF2-40B4-BE49-F238E27FC236}">
                <a16:creationId xmlns:a16="http://schemas.microsoft.com/office/drawing/2014/main" id="{C639596D-D557-748E-BEE7-ACA86EF6EACD}"/>
              </a:ext>
            </a:extLst>
          </p:cNvPr>
          <p:cNvSpPr txBox="1"/>
          <p:nvPr/>
        </p:nvSpPr>
        <p:spPr>
          <a:xfrm>
            <a:off x="10015698" y="5900067"/>
            <a:ext cx="1371600" cy="369332"/>
          </a:xfrm>
          <a:prstGeom prst="rect">
            <a:avLst/>
          </a:prstGeom>
          <a:noFill/>
        </p:spPr>
        <p:txBody>
          <a:bodyPr wrap="square" rtlCol="0">
            <a:spAutoFit/>
          </a:bodyPr>
          <a:lstStyle/>
          <a:p>
            <a:r>
              <a:rPr lang="pt-BR" dirty="0"/>
              <a:t>Primeiro</a:t>
            </a:r>
          </a:p>
        </p:txBody>
      </p:sp>
      <p:sp>
        <p:nvSpPr>
          <p:cNvPr id="18" name="CaixaDeTexto 17">
            <a:extLst>
              <a:ext uri="{FF2B5EF4-FFF2-40B4-BE49-F238E27FC236}">
                <a16:creationId xmlns:a16="http://schemas.microsoft.com/office/drawing/2014/main" id="{C8E661F5-2DE3-DFF1-D8DB-AFB1DC09B347}"/>
              </a:ext>
            </a:extLst>
          </p:cNvPr>
          <p:cNvSpPr txBox="1"/>
          <p:nvPr/>
        </p:nvSpPr>
        <p:spPr>
          <a:xfrm>
            <a:off x="10015698" y="5488639"/>
            <a:ext cx="1371600" cy="369332"/>
          </a:xfrm>
          <a:prstGeom prst="rect">
            <a:avLst/>
          </a:prstGeom>
          <a:noFill/>
        </p:spPr>
        <p:txBody>
          <a:bodyPr wrap="square" rtlCol="0">
            <a:spAutoFit/>
          </a:bodyPr>
          <a:lstStyle/>
          <a:p>
            <a:r>
              <a:rPr lang="pt-BR" dirty="0"/>
              <a:t>Último</a:t>
            </a:r>
          </a:p>
        </p:txBody>
      </p:sp>
      <p:sp>
        <p:nvSpPr>
          <p:cNvPr id="19" name="CaixaDeTexto 18">
            <a:extLst>
              <a:ext uri="{FF2B5EF4-FFF2-40B4-BE49-F238E27FC236}">
                <a16:creationId xmlns:a16="http://schemas.microsoft.com/office/drawing/2014/main" id="{960817A5-56F7-A2F7-E873-343FF67B194B}"/>
              </a:ext>
            </a:extLst>
          </p:cNvPr>
          <p:cNvSpPr txBox="1"/>
          <p:nvPr/>
        </p:nvSpPr>
        <p:spPr>
          <a:xfrm>
            <a:off x="9782075" y="6255875"/>
            <a:ext cx="1998590" cy="369332"/>
          </a:xfrm>
          <a:prstGeom prst="rect">
            <a:avLst/>
          </a:prstGeom>
          <a:noFill/>
        </p:spPr>
        <p:txBody>
          <a:bodyPr wrap="square" rtlCol="0">
            <a:spAutoFit/>
          </a:bodyPr>
          <a:lstStyle/>
          <a:p>
            <a:r>
              <a:rPr lang="pt-BR" dirty="0"/>
              <a:t>Núm. Máximo: 6</a:t>
            </a:r>
          </a:p>
        </p:txBody>
      </p:sp>
      <p:sp>
        <p:nvSpPr>
          <p:cNvPr id="20" name="CaixaDeTexto 19">
            <a:extLst>
              <a:ext uri="{FF2B5EF4-FFF2-40B4-BE49-F238E27FC236}">
                <a16:creationId xmlns:a16="http://schemas.microsoft.com/office/drawing/2014/main" id="{BD4EB50E-E1AB-4315-77F0-3469F86EA69C}"/>
              </a:ext>
            </a:extLst>
          </p:cNvPr>
          <p:cNvSpPr txBox="1"/>
          <p:nvPr/>
        </p:nvSpPr>
        <p:spPr>
          <a:xfrm>
            <a:off x="2124809" y="1971694"/>
            <a:ext cx="360904" cy="369332"/>
          </a:xfrm>
          <a:prstGeom prst="rect">
            <a:avLst/>
          </a:prstGeom>
          <a:noFill/>
        </p:spPr>
        <p:txBody>
          <a:bodyPr wrap="square" rtlCol="0">
            <a:spAutoFit/>
          </a:bodyPr>
          <a:lstStyle/>
          <a:p>
            <a:r>
              <a:rPr lang="pt-BR" dirty="0"/>
              <a:t>0</a:t>
            </a:r>
          </a:p>
        </p:txBody>
      </p:sp>
      <p:sp>
        <p:nvSpPr>
          <p:cNvPr id="21" name="CaixaDeTexto 20">
            <a:extLst>
              <a:ext uri="{FF2B5EF4-FFF2-40B4-BE49-F238E27FC236}">
                <a16:creationId xmlns:a16="http://schemas.microsoft.com/office/drawing/2014/main" id="{4E609C03-38C2-406E-8201-1925557B934E}"/>
              </a:ext>
            </a:extLst>
          </p:cNvPr>
          <p:cNvSpPr txBox="1"/>
          <p:nvPr/>
        </p:nvSpPr>
        <p:spPr>
          <a:xfrm>
            <a:off x="2732929" y="1993466"/>
            <a:ext cx="360904" cy="369332"/>
          </a:xfrm>
          <a:prstGeom prst="rect">
            <a:avLst/>
          </a:prstGeom>
          <a:noFill/>
        </p:spPr>
        <p:txBody>
          <a:bodyPr wrap="square" rtlCol="0">
            <a:spAutoFit/>
          </a:bodyPr>
          <a:lstStyle/>
          <a:p>
            <a:r>
              <a:rPr lang="pt-BR" dirty="0"/>
              <a:t>1</a:t>
            </a:r>
          </a:p>
        </p:txBody>
      </p:sp>
      <p:sp>
        <p:nvSpPr>
          <p:cNvPr id="22" name="CaixaDeTexto 21">
            <a:extLst>
              <a:ext uri="{FF2B5EF4-FFF2-40B4-BE49-F238E27FC236}">
                <a16:creationId xmlns:a16="http://schemas.microsoft.com/office/drawing/2014/main" id="{D2DC4195-1C8B-C563-5EA6-A40E84A8A7A0}"/>
              </a:ext>
            </a:extLst>
          </p:cNvPr>
          <p:cNvSpPr txBox="1"/>
          <p:nvPr/>
        </p:nvSpPr>
        <p:spPr>
          <a:xfrm>
            <a:off x="3341700" y="1985634"/>
            <a:ext cx="360904" cy="369332"/>
          </a:xfrm>
          <a:prstGeom prst="rect">
            <a:avLst/>
          </a:prstGeom>
          <a:noFill/>
        </p:spPr>
        <p:txBody>
          <a:bodyPr wrap="square" rtlCol="0">
            <a:spAutoFit/>
          </a:bodyPr>
          <a:lstStyle/>
          <a:p>
            <a:r>
              <a:rPr lang="pt-BR" dirty="0"/>
              <a:t>2</a:t>
            </a:r>
          </a:p>
        </p:txBody>
      </p:sp>
      <p:sp>
        <p:nvSpPr>
          <p:cNvPr id="23" name="CaixaDeTexto 22">
            <a:extLst>
              <a:ext uri="{FF2B5EF4-FFF2-40B4-BE49-F238E27FC236}">
                <a16:creationId xmlns:a16="http://schemas.microsoft.com/office/drawing/2014/main" id="{668B97E7-5D56-43E6-78E7-D695AE11C145}"/>
              </a:ext>
            </a:extLst>
          </p:cNvPr>
          <p:cNvSpPr txBox="1"/>
          <p:nvPr/>
        </p:nvSpPr>
        <p:spPr>
          <a:xfrm>
            <a:off x="3939090" y="1985634"/>
            <a:ext cx="360904" cy="369332"/>
          </a:xfrm>
          <a:prstGeom prst="rect">
            <a:avLst/>
          </a:prstGeom>
          <a:noFill/>
        </p:spPr>
        <p:txBody>
          <a:bodyPr wrap="square" rtlCol="0">
            <a:spAutoFit/>
          </a:bodyPr>
          <a:lstStyle/>
          <a:p>
            <a:r>
              <a:rPr lang="pt-BR" dirty="0"/>
              <a:t>3</a:t>
            </a:r>
          </a:p>
        </p:txBody>
      </p:sp>
      <p:sp>
        <p:nvSpPr>
          <p:cNvPr id="24" name="CaixaDeTexto 23">
            <a:extLst>
              <a:ext uri="{FF2B5EF4-FFF2-40B4-BE49-F238E27FC236}">
                <a16:creationId xmlns:a16="http://schemas.microsoft.com/office/drawing/2014/main" id="{A5981BF6-3982-B6BB-F138-5BC9C9F69F5C}"/>
              </a:ext>
            </a:extLst>
          </p:cNvPr>
          <p:cNvSpPr txBox="1"/>
          <p:nvPr/>
        </p:nvSpPr>
        <p:spPr>
          <a:xfrm>
            <a:off x="4632434" y="1993466"/>
            <a:ext cx="360904" cy="369332"/>
          </a:xfrm>
          <a:prstGeom prst="rect">
            <a:avLst/>
          </a:prstGeom>
          <a:noFill/>
        </p:spPr>
        <p:txBody>
          <a:bodyPr wrap="square" rtlCol="0">
            <a:spAutoFit/>
          </a:bodyPr>
          <a:lstStyle/>
          <a:p>
            <a:r>
              <a:rPr lang="pt-BR" dirty="0"/>
              <a:t>4</a:t>
            </a:r>
          </a:p>
        </p:txBody>
      </p:sp>
      <p:sp>
        <p:nvSpPr>
          <p:cNvPr id="25" name="CaixaDeTexto 24">
            <a:extLst>
              <a:ext uri="{FF2B5EF4-FFF2-40B4-BE49-F238E27FC236}">
                <a16:creationId xmlns:a16="http://schemas.microsoft.com/office/drawing/2014/main" id="{904D0BE5-5C2C-671F-16B3-7EF2BB8FF693}"/>
              </a:ext>
            </a:extLst>
          </p:cNvPr>
          <p:cNvSpPr txBox="1"/>
          <p:nvPr/>
        </p:nvSpPr>
        <p:spPr>
          <a:xfrm>
            <a:off x="5273526" y="1985634"/>
            <a:ext cx="360904" cy="369332"/>
          </a:xfrm>
          <a:prstGeom prst="rect">
            <a:avLst/>
          </a:prstGeom>
          <a:noFill/>
        </p:spPr>
        <p:txBody>
          <a:bodyPr wrap="square" rtlCol="0">
            <a:spAutoFit/>
          </a:bodyPr>
          <a:lstStyle/>
          <a:p>
            <a:r>
              <a:rPr lang="pt-BR" dirty="0"/>
              <a:t>5</a:t>
            </a:r>
          </a:p>
        </p:txBody>
      </p:sp>
      <p:sp>
        <p:nvSpPr>
          <p:cNvPr id="42" name="Retângulo 41">
            <a:extLst>
              <a:ext uri="{FF2B5EF4-FFF2-40B4-BE49-F238E27FC236}">
                <a16:creationId xmlns:a16="http://schemas.microsoft.com/office/drawing/2014/main" id="{04140476-71C7-3D8C-A6FE-2EC41F1F47EB}"/>
              </a:ext>
            </a:extLst>
          </p:cNvPr>
          <p:cNvSpPr/>
          <p:nvPr/>
        </p:nvSpPr>
        <p:spPr>
          <a:xfrm>
            <a:off x="1936408" y="2297525"/>
            <a:ext cx="633898" cy="900485"/>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solidFill>
                <a:schemeClr val="tx1"/>
              </a:solidFill>
            </a:endParaRPr>
          </a:p>
        </p:txBody>
      </p:sp>
      <p:sp>
        <p:nvSpPr>
          <p:cNvPr id="51" name="Retângulo 50">
            <a:extLst>
              <a:ext uri="{FF2B5EF4-FFF2-40B4-BE49-F238E27FC236}">
                <a16:creationId xmlns:a16="http://schemas.microsoft.com/office/drawing/2014/main" id="{60D5DFA7-27E6-3229-9061-FDC40AF0A022}"/>
              </a:ext>
            </a:extLst>
          </p:cNvPr>
          <p:cNvSpPr/>
          <p:nvPr/>
        </p:nvSpPr>
        <p:spPr>
          <a:xfrm>
            <a:off x="2570306" y="2297525"/>
            <a:ext cx="633898" cy="900485"/>
          </a:xfrm>
          <a:prstGeom prst="rect">
            <a:avLst/>
          </a:prstGeom>
          <a:solidFill>
            <a:schemeClr val="accent6">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solidFill>
                <a:schemeClr val="tx1"/>
              </a:solidFill>
            </a:endParaRPr>
          </a:p>
        </p:txBody>
      </p:sp>
      <p:sp>
        <p:nvSpPr>
          <p:cNvPr id="2" name="Seta: para Baixo 1">
            <a:extLst>
              <a:ext uri="{FF2B5EF4-FFF2-40B4-BE49-F238E27FC236}">
                <a16:creationId xmlns:a16="http://schemas.microsoft.com/office/drawing/2014/main" id="{497A2F49-C774-DC15-058B-B56F9253BF94}"/>
              </a:ext>
            </a:extLst>
          </p:cNvPr>
          <p:cNvSpPr/>
          <p:nvPr/>
        </p:nvSpPr>
        <p:spPr>
          <a:xfrm rot="10800000">
            <a:off x="3411828" y="3284194"/>
            <a:ext cx="198458" cy="297457"/>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 name="Seta: para Baixo 5">
            <a:extLst>
              <a:ext uri="{FF2B5EF4-FFF2-40B4-BE49-F238E27FC236}">
                <a16:creationId xmlns:a16="http://schemas.microsoft.com/office/drawing/2014/main" id="{306350A8-7F01-95E2-3936-1A70A04458D4}"/>
              </a:ext>
            </a:extLst>
          </p:cNvPr>
          <p:cNvSpPr/>
          <p:nvPr/>
        </p:nvSpPr>
        <p:spPr>
          <a:xfrm>
            <a:off x="6316246" y="1731980"/>
            <a:ext cx="198458" cy="297456"/>
          </a:xfrm>
          <a:prstGeom prst="downArrow">
            <a:avLst/>
          </a:prstGeom>
          <a:solidFill>
            <a:srgbClr val="FFC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6" name="Retângulo 25">
            <a:extLst>
              <a:ext uri="{FF2B5EF4-FFF2-40B4-BE49-F238E27FC236}">
                <a16:creationId xmlns:a16="http://schemas.microsoft.com/office/drawing/2014/main" id="{6CDCE756-9EDF-7D36-7E6A-89B1C4D26174}"/>
              </a:ext>
            </a:extLst>
          </p:cNvPr>
          <p:cNvSpPr/>
          <p:nvPr/>
        </p:nvSpPr>
        <p:spPr>
          <a:xfrm>
            <a:off x="7363984" y="2289804"/>
            <a:ext cx="633898" cy="900485"/>
          </a:xfrm>
          <a:prstGeom prst="rect">
            <a:avLst/>
          </a:prstGeom>
          <a:solidFill>
            <a:schemeClr val="accent1">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solidFill>
                <a:schemeClr val="tx1"/>
              </a:solidFill>
            </a:endParaRPr>
          </a:p>
        </p:txBody>
      </p:sp>
      <p:sp>
        <p:nvSpPr>
          <p:cNvPr id="32" name="Retângulo 31">
            <a:extLst>
              <a:ext uri="{FF2B5EF4-FFF2-40B4-BE49-F238E27FC236}">
                <a16:creationId xmlns:a16="http://schemas.microsoft.com/office/drawing/2014/main" id="{8E46E000-0694-8F6C-2093-B7BA126B83A7}"/>
              </a:ext>
            </a:extLst>
          </p:cNvPr>
          <p:cNvSpPr/>
          <p:nvPr/>
        </p:nvSpPr>
        <p:spPr>
          <a:xfrm>
            <a:off x="8004533" y="2293209"/>
            <a:ext cx="633898" cy="900485"/>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solidFill>
                <a:schemeClr val="tx1"/>
              </a:solidFill>
            </a:endParaRPr>
          </a:p>
        </p:txBody>
      </p:sp>
      <p:sp>
        <p:nvSpPr>
          <p:cNvPr id="48" name="Retângulo 47">
            <a:extLst>
              <a:ext uri="{FF2B5EF4-FFF2-40B4-BE49-F238E27FC236}">
                <a16:creationId xmlns:a16="http://schemas.microsoft.com/office/drawing/2014/main" id="{FED8A39E-CF03-73C0-0AF5-AA7173B068D9}"/>
              </a:ext>
            </a:extLst>
          </p:cNvPr>
          <p:cNvSpPr/>
          <p:nvPr/>
        </p:nvSpPr>
        <p:spPr>
          <a:xfrm>
            <a:off x="8634244" y="2292082"/>
            <a:ext cx="633898" cy="900485"/>
          </a:xfrm>
          <a:prstGeom prst="rect">
            <a:avLst/>
          </a:prstGeom>
          <a:solidFill>
            <a:srgbClr val="92D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solidFill>
                <a:schemeClr val="tx1"/>
              </a:solidFill>
            </a:endParaRPr>
          </a:p>
        </p:txBody>
      </p:sp>
      <p:sp>
        <p:nvSpPr>
          <p:cNvPr id="53" name="Retângulo 52">
            <a:extLst>
              <a:ext uri="{FF2B5EF4-FFF2-40B4-BE49-F238E27FC236}">
                <a16:creationId xmlns:a16="http://schemas.microsoft.com/office/drawing/2014/main" id="{002A8948-9B0C-3CC5-FC07-F44F31A0B485}"/>
              </a:ext>
            </a:extLst>
          </p:cNvPr>
          <p:cNvSpPr/>
          <p:nvPr/>
        </p:nvSpPr>
        <p:spPr>
          <a:xfrm>
            <a:off x="9279364" y="2292691"/>
            <a:ext cx="633898" cy="900485"/>
          </a:xfrm>
          <a:prstGeom prst="rect">
            <a:avLst/>
          </a:prstGeom>
          <a:solidFill>
            <a:schemeClr val="bg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solidFill>
                <a:schemeClr val="tx1"/>
              </a:solidFill>
            </a:endParaRPr>
          </a:p>
        </p:txBody>
      </p:sp>
      <p:sp>
        <p:nvSpPr>
          <p:cNvPr id="54" name="Retângulo 53">
            <a:extLst>
              <a:ext uri="{FF2B5EF4-FFF2-40B4-BE49-F238E27FC236}">
                <a16:creationId xmlns:a16="http://schemas.microsoft.com/office/drawing/2014/main" id="{49F77DD4-ADFE-065B-091B-F7DC93BFF81E}"/>
              </a:ext>
            </a:extLst>
          </p:cNvPr>
          <p:cNvSpPr/>
          <p:nvPr/>
        </p:nvSpPr>
        <p:spPr>
          <a:xfrm>
            <a:off x="6100841" y="2292691"/>
            <a:ext cx="633898" cy="900485"/>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solidFill>
                <a:schemeClr val="tx1"/>
              </a:solidFill>
            </a:endParaRPr>
          </a:p>
        </p:txBody>
      </p:sp>
      <p:sp>
        <p:nvSpPr>
          <p:cNvPr id="55" name="Retângulo 54">
            <a:extLst>
              <a:ext uri="{FF2B5EF4-FFF2-40B4-BE49-F238E27FC236}">
                <a16:creationId xmlns:a16="http://schemas.microsoft.com/office/drawing/2014/main" id="{4FEC8BC6-9813-9765-FD97-D1BC336E739B}"/>
              </a:ext>
            </a:extLst>
          </p:cNvPr>
          <p:cNvSpPr/>
          <p:nvPr/>
        </p:nvSpPr>
        <p:spPr>
          <a:xfrm>
            <a:off x="6734739" y="2292691"/>
            <a:ext cx="633898" cy="900485"/>
          </a:xfrm>
          <a:prstGeom prst="rect">
            <a:avLst/>
          </a:prstGeom>
          <a:solidFill>
            <a:schemeClr val="accent6">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solidFill>
                <a:schemeClr val="tx1"/>
              </a:solidFill>
            </a:endParaRPr>
          </a:p>
        </p:txBody>
      </p:sp>
      <p:sp>
        <p:nvSpPr>
          <p:cNvPr id="56" name="CaixaDeTexto 55">
            <a:extLst>
              <a:ext uri="{FF2B5EF4-FFF2-40B4-BE49-F238E27FC236}">
                <a16:creationId xmlns:a16="http://schemas.microsoft.com/office/drawing/2014/main" id="{B047CEA0-5340-D69F-7C6D-09BE2499A3F1}"/>
              </a:ext>
            </a:extLst>
          </p:cNvPr>
          <p:cNvSpPr txBox="1"/>
          <p:nvPr/>
        </p:nvSpPr>
        <p:spPr>
          <a:xfrm>
            <a:off x="6250396" y="1996919"/>
            <a:ext cx="360904" cy="369332"/>
          </a:xfrm>
          <a:prstGeom prst="rect">
            <a:avLst/>
          </a:prstGeom>
          <a:noFill/>
        </p:spPr>
        <p:txBody>
          <a:bodyPr wrap="square" rtlCol="0">
            <a:spAutoFit/>
          </a:bodyPr>
          <a:lstStyle/>
          <a:p>
            <a:r>
              <a:rPr lang="pt-BR" dirty="0"/>
              <a:t>6</a:t>
            </a:r>
          </a:p>
        </p:txBody>
      </p:sp>
      <p:sp>
        <p:nvSpPr>
          <p:cNvPr id="57" name="CaixaDeTexto 56">
            <a:extLst>
              <a:ext uri="{FF2B5EF4-FFF2-40B4-BE49-F238E27FC236}">
                <a16:creationId xmlns:a16="http://schemas.microsoft.com/office/drawing/2014/main" id="{36AF6041-9BEF-1646-F9B2-7EF52EB3F25D}"/>
              </a:ext>
            </a:extLst>
          </p:cNvPr>
          <p:cNvSpPr txBox="1"/>
          <p:nvPr/>
        </p:nvSpPr>
        <p:spPr>
          <a:xfrm>
            <a:off x="6891174" y="2007805"/>
            <a:ext cx="360904" cy="369332"/>
          </a:xfrm>
          <a:prstGeom prst="rect">
            <a:avLst/>
          </a:prstGeom>
          <a:noFill/>
        </p:spPr>
        <p:txBody>
          <a:bodyPr wrap="square" rtlCol="0">
            <a:spAutoFit/>
          </a:bodyPr>
          <a:lstStyle/>
          <a:p>
            <a:r>
              <a:rPr lang="pt-BR" dirty="0"/>
              <a:t>7</a:t>
            </a:r>
          </a:p>
        </p:txBody>
      </p:sp>
      <p:sp>
        <p:nvSpPr>
          <p:cNvPr id="58" name="CaixaDeTexto 57">
            <a:extLst>
              <a:ext uri="{FF2B5EF4-FFF2-40B4-BE49-F238E27FC236}">
                <a16:creationId xmlns:a16="http://schemas.microsoft.com/office/drawing/2014/main" id="{DDB890EB-044D-D3C4-0D5A-C3C8C884019B}"/>
              </a:ext>
            </a:extLst>
          </p:cNvPr>
          <p:cNvSpPr txBox="1"/>
          <p:nvPr/>
        </p:nvSpPr>
        <p:spPr>
          <a:xfrm>
            <a:off x="7521717" y="2010859"/>
            <a:ext cx="360904" cy="369332"/>
          </a:xfrm>
          <a:prstGeom prst="rect">
            <a:avLst/>
          </a:prstGeom>
          <a:noFill/>
        </p:spPr>
        <p:txBody>
          <a:bodyPr wrap="square" rtlCol="0">
            <a:spAutoFit/>
          </a:bodyPr>
          <a:lstStyle/>
          <a:p>
            <a:r>
              <a:rPr lang="pt-BR" dirty="0"/>
              <a:t>8</a:t>
            </a:r>
          </a:p>
        </p:txBody>
      </p:sp>
      <p:sp>
        <p:nvSpPr>
          <p:cNvPr id="59" name="CaixaDeTexto 58">
            <a:extLst>
              <a:ext uri="{FF2B5EF4-FFF2-40B4-BE49-F238E27FC236}">
                <a16:creationId xmlns:a16="http://schemas.microsoft.com/office/drawing/2014/main" id="{FDA9307B-247E-BD9F-3932-D458EA365CCB}"/>
              </a:ext>
            </a:extLst>
          </p:cNvPr>
          <p:cNvSpPr txBox="1"/>
          <p:nvPr/>
        </p:nvSpPr>
        <p:spPr>
          <a:xfrm>
            <a:off x="8151765" y="2010859"/>
            <a:ext cx="360904" cy="369332"/>
          </a:xfrm>
          <a:prstGeom prst="rect">
            <a:avLst/>
          </a:prstGeom>
          <a:noFill/>
        </p:spPr>
        <p:txBody>
          <a:bodyPr wrap="square" rtlCol="0">
            <a:spAutoFit/>
          </a:bodyPr>
          <a:lstStyle/>
          <a:p>
            <a:r>
              <a:rPr lang="pt-BR" dirty="0"/>
              <a:t>9</a:t>
            </a:r>
          </a:p>
        </p:txBody>
      </p:sp>
      <p:sp>
        <p:nvSpPr>
          <p:cNvPr id="60" name="CaixaDeTexto 59">
            <a:extLst>
              <a:ext uri="{FF2B5EF4-FFF2-40B4-BE49-F238E27FC236}">
                <a16:creationId xmlns:a16="http://schemas.microsoft.com/office/drawing/2014/main" id="{D933CE1F-B0E4-B1F8-4D4D-2926D7BDF5FF}"/>
              </a:ext>
            </a:extLst>
          </p:cNvPr>
          <p:cNvSpPr txBox="1"/>
          <p:nvPr/>
        </p:nvSpPr>
        <p:spPr>
          <a:xfrm>
            <a:off x="8681818" y="2007805"/>
            <a:ext cx="428241" cy="369332"/>
          </a:xfrm>
          <a:prstGeom prst="rect">
            <a:avLst/>
          </a:prstGeom>
          <a:noFill/>
        </p:spPr>
        <p:txBody>
          <a:bodyPr wrap="square" rtlCol="0">
            <a:spAutoFit/>
          </a:bodyPr>
          <a:lstStyle/>
          <a:p>
            <a:r>
              <a:rPr lang="pt-BR" dirty="0"/>
              <a:t>10</a:t>
            </a:r>
          </a:p>
        </p:txBody>
      </p:sp>
      <p:sp>
        <p:nvSpPr>
          <p:cNvPr id="61" name="CaixaDeTexto 60">
            <a:extLst>
              <a:ext uri="{FF2B5EF4-FFF2-40B4-BE49-F238E27FC236}">
                <a16:creationId xmlns:a16="http://schemas.microsoft.com/office/drawing/2014/main" id="{4BEEA546-595B-741A-F0B0-4B7E6CB36B51}"/>
              </a:ext>
            </a:extLst>
          </p:cNvPr>
          <p:cNvSpPr txBox="1"/>
          <p:nvPr/>
        </p:nvSpPr>
        <p:spPr>
          <a:xfrm>
            <a:off x="9399112" y="2010859"/>
            <a:ext cx="492831" cy="369332"/>
          </a:xfrm>
          <a:prstGeom prst="rect">
            <a:avLst/>
          </a:prstGeom>
          <a:noFill/>
        </p:spPr>
        <p:txBody>
          <a:bodyPr wrap="square" rtlCol="0">
            <a:spAutoFit/>
          </a:bodyPr>
          <a:lstStyle/>
          <a:p>
            <a:r>
              <a:rPr lang="pt-BR" dirty="0"/>
              <a:t>11</a:t>
            </a:r>
          </a:p>
        </p:txBody>
      </p:sp>
      <p:cxnSp>
        <p:nvCxnSpPr>
          <p:cNvPr id="63" name="Conector: Angulado 62">
            <a:extLst>
              <a:ext uri="{FF2B5EF4-FFF2-40B4-BE49-F238E27FC236}">
                <a16:creationId xmlns:a16="http://schemas.microsoft.com/office/drawing/2014/main" id="{38AF66C7-A3F5-52B1-2A4F-79111D973381}"/>
              </a:ext>
            </a:extLst>
          </p:cNvPr>
          <p:cNvCxnSpPr>
            <a:stCxn id="54" idx="2"/>
            <a:endCxn id="42" idx="2"/>
          </p:cNvCxnSpPr>
          <p:nvPr/>
        </p:nvCxnSpPr>
        <p:spPr>
          <a:xfrm rot="5400000">
            <a:off x="4333157" y="1113377"/>
            <a:ext cx="4834" cy="4164433"/>
          </a:xfrm>
          <a:prstGeom prst="bentConnector3">
            <a:avLst>
              <a:gd name="adj1" fmla="val 14962619"/>
            </a:avLst>
          </a:prstGeom>
          <a:ln>
            <a:tailEnd type="triangle"/>
          </a:ln>
        </p:spPr>
        <p:style>
          <a:lnRef idx="1">
            <a:schemeClr val="accent1"/>
          </a:lnRef>
          <a:fillRef idx="0">
            <a:schemeClr val="accent1"/>
          </a:fillRef>
          <a:effectRef idx="0">
            <a:schemeClr val="accent1"/>
          </a:effectRef>
          <a:fontRef idx="minor">
            <a:schemeClr val="tx1"/>
          </a:fontRef>
        </p:style>
      </p:cxnSp>
      <p:sp>
        <p:nvSpPr>
          <p:cNvPr id="65" name="Retângulo 64">
            <a:extLst>
              <a:ext uri="{FF2B5EF4-FFF2-40B4-BE49-F238E27FC236}">
                <a16:creationId xmlns:a16="http://schemas.microsoft.com/office/drawing/2014/main" id="{05513C4B-5B29-45E5-8409-64B1E3C498C4}"/>
              </a:ext>
            </a:extLst>
          </p:cNvPr>
          <p:cNvSpPr/>
          <p:nvPr/>
        </p:nvSpPr>
        <p:spPr>
          <a:xfrm>
            <a:off x="1936182" y="2295087"/>
            <a:ext cx="633898" cy="900485"/>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18</a:t>
            </a:r>
          </a:p>
        </p:txBody>
      </p:sp>
      <p:sp>
        <p:nvSpPr>
          <p:cNvPr id="66" name="Seta: para Baixo 65">
            <a:extLst>
              <a:ext uri="{FF2B5EF4-FFF2-40B4-BE49-F238E27FC236}">
                <a16:creationId xmlns:a16="http://schemas.microsoft.com/office/drawing/2014/main" id="{ABB51CD7-9A9B-45E7-315E-FA0A4B6E1ABB}"/>
              </a:ext>
            </a:extLst>
          </p:cNvPr>
          <p:cNvSpPr/>
          <p:nvPr/>
        </p:nvSpPr>
        <p:spPr>
          <a:xfrm>
            <a:off x="6940264" y="1731438"/>
            <a:ext cx="198458" cy="297456"/>
          </a:xfrm>
          <a:prstGeom prst="downArrow">
            <a:avLst/>
          </a:prstGeom>
          <a:solidFill>
            <a:srgbClr val="FFC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pic>
        <p:nvPicPr>
          <p:cNvPr id="67" name="Imagem 66">
            <a:extLst>
              <a:ext uri="{FF2B5EF4-FFF2-40B4-BE49-F238E27FC236}">
                <a16:creationId xmlns:a16="http://schemas.microsoft.com/office/drawing/2014/main" id="{2E61797B-3AD2-4F63-C916-139BC1C5FD10}"/>
              </a:ext>
            </a:extLst>
          </p:cNvPr>
          <p:cNvPicPr>
            <a:picLocks noChangeAspect="1"/>
          </p:cNvPicPr>
          <p:nvPr/>
        </p:nvPicPr>
        <p:blipFill>
          <a:blip r:embed="rId2"/>
          <a:stretch>
            <a:fillRect/>
          </a:stretch>
        </p:blipFill>
        <p:spPr>
          <a:xfrm>
            <a:off x="6062317" y="1458257"/>
            <a:ext cx="611768" cy="583960"/>
          </a:xfrm>
          <a:prstGeom prst="rect">
            <a:avLst/>
          </a:prstGeom>
        </p:spPr>
      </p:pic>
      <p:sp>
        <p:nvSpPr>
          <p:cNvPr id="69" name="Seta: para Baixo 68">
            <a:extLst>
              <a:ext uri="{FF2B5EF4-FFF2-40B4-BE49-F238E27FC236}">
                <a16:creationId xmlns:a16="http://schemas.microsoft.com/office/drawing/2014/main" id="{21BC5445-1FFC-B2CF-1D3F-1A0B5797D6F6}"/>
              </a:ext>
            </a:extLst>
          </p:cNvPr>
          <p:cNvSpPr/>
          <p:nvPr/>
        </p:nvSpPr>
        <p:spPr>
          <a:xfrm>
            <a:off x="5336754" y="1750723"/>
            <a:ext cx="198458" cy="297456"/>
          </a:xfrm>
          <a:prstGeom prst="downArrow">
            <a:avLst/>
          </a:prstGeom>
          <a:solidFill>
            <a:srgbClr val="FFC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pic>
        <p:nvPicPr>
          <p:cNvPr id="70" name="Imagem 69">
            <a:extLst>
              <a:ext uri="{FF2B5EF4-FFF2-40B4-BE49-F238E27FC236}">
                <a16:creationId xmlns:a16="http://schemas.microsoft.com/office/drawing/2014/main" id="{882AA0FD-BED5-4E62-E956-900D3EEC26BE}"/>
              </a:ext>
            </a:extLst>
          </p:cNvPr>
          <p:cNvPicPr>
            <a:picLocks noChangeAspect="1"/>
          </p:cNvPicPr>
          <p:nvPr/>
        </p:nvPicPr>
        <p:blipFill>
          <a:blip r:embed="rId2"/>
          <a:stretch>
            <a:fillRect/>
          </a:stretch>
        </p:blipFill>
        <p:spPr>
          <a:xfrm>
            <a:off x="5133048" y="1458975"/>
            <a:ext cx="611768" cy="583960"/>
          </a:xfrm>
          <a:prstGeom prst="rect">
            <a:avLst/>
          </a:prstGeom>
        </p:spPr>
      </p:pic>
      <p:cxnSp>
        <p:nvCxnSpPr>
          <p:cNvPr id="74" name="Conector: Angulado 73">
            <a:extLst>
              <a:ext uri="{FF2B5EF4-FFF2-40B4-BE49-F238E27FC236}">
                <a16:creationId xmlns:a16="http://schemas.microsoft.com/office/drawing/2014/main" id="{C2C2B57C-7EB4-C487-B526-9393F6AD3A59}"/>
              </a:ext>
            </a:extLst>
          </p:cNvPr>
          <p:cNvCxnSpPr>
            <a:cxnSpLocks/>
            <a:stCxn id="55" idx="2"/>
            <a:endCxn id="51" idx="2"/>
          </p:cNvCxnSpPr>
          <p:nvPr/>
        </p:nvCxnSpPr>
        <p:spPr>
          <a:xfrm rot="5400000">
            <a:off x="4967055" y="1113377"/>
            <a:ext cx="4834" cy="4164433"/>
          </a:xfrm>
          <a:prstGeom prst="bentConnector3">
            <a:avLst>
              <a:gd name="adj1" fmla="val 24645780"/>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9" name="Conector: Angulado 78">
            <a:extLst>
              <a:ext uri="{FF2B5EF4-FFF2-40B4-BE49-F238E27FC236}">
                <a16:creationId xmlns:a16="http://schemas.microsoft.com/office/drawing/2014/main" id="{D92AB70E-D9AF-85CD-DDE7-8E286EB04CC5}"/>
              </a:ext>
            </a:extLst>
          </p:cNvPr>
          <p:cNvCxnSpPr>
            <a:cxnSpLocks/>
            <a:stCxn id="26" idx="2"/>
            <a:endCxn id="9" idx="2"/>
          </p:cNvCxnSpPr>
          <p:nvPr/>
        </p:nvCxnSpPr>
        <p:spPr>
          <a:xfrm rot="5400000">
            <a:off x="5596300" y="1110490"/>
            <a:ext cx="4834" cy="4164433"/>
          </a:xfrm>
          <a:prstGeom prst="bentConnector3">
            <a:avLst>
              <a:gd name="adj1" fmla="val 34779355"/>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3" name="Conector: Angulado 82">
            <a:extLst>
              <a:ext uri="{FF2B5EF4-FFF2-40B4-BE49-F238E27FC236}">
                <a16:creationId xmlns:a16="http://schemas.microsoft.com/office/drawing/2014/main" id="{16A0F509-2708-92DF-C7AC-41A8809F13A6}"/>
              </a:ext>
            </a:extLst>
          </p:cNvPr>
          <p:cNvCxnSpPr>
            <a:stCxn id="32" idx="2"/>
            <a:endCxn id="10" idx="2"/>
          </p:cNvCxnSpPr>
          <p:nvPr/>
        </p:nvCxnSpPr>
        <p:spPr>
          <a:xfrm rot="5400000">
            <a:off x="6236849" y="1113895"/>
            <a:ext cx="4834" cy="4164433"/>
          </a:xfrm>
          <a:prstGeom prst="bentConnector3">
            <a:avLst>
              <a:gd name="adj1" fmla="val 44912929"/>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6" name="Conector: Angulado 85">
            <a:extLst>
              <a:ext uri="{FF2B5EF4-FFF2-40B4-BE49-F238E27FC236}">
                <a16:creationId xmlns:a16="http://schemas.microsoft.com/office/drawing/2014/main" id="{6A10D3A5-D7C2-DE73-17BF-1121547C6A29}"/>
              </a:ext>
            </a:extLst>
          </p:cNvPr>
          <p:cNvCxnSpPr>
            <a:stCxn id="48" idx="2"/>
            <a:endCxn id="11" idx="2"/>
          </p:cNvCxnSpPr>
          <p:nvPr/>
        </p:nvCxnSpPr>
        <p:spPr>
          <a:xfrm rot="5400000">
            <a:off x="6866560" y="1112768"/>
            <a:ext cx="4834" cy="4164433"/>
          </a:xfrm>
          <a:prstGeom prst="bentConnector3">
            <a:avLst>
              <a:gd name="adj1" fmla="val 5572207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9" name="Conector: Angulado 88">
            <a:extLst>
              <a:ext uri="{FF2B5EF4-FFF2-40B4-BE49-F238E27FC236}">
                <a16:creationId xmlns:a16="http://schemas.microsoft.com/office/drawing/2014/main" id="{3D81CAC2-3AA2-CDD3-00B3-1445486E5E6E}"/>
              </a:ext>
            </a:extLst>
          </p:cNvPr>
          <p:cNvCxnSpPr>
            <a:stCxn id="53" idx="2"/>
            <a:endCxn id="12" idx="2"/>
          </p:cNvCxnSpPr>
          <p:nvPr/>
        </p:nvCxnSpPr>
        <p:spPr>
          <a:xfrm rot="5400000">
            <a:off x="7511680" y="1113377"/>
            <a:ext cx="4834" cy="4164433"/>
          </a:xfrm>
          <a:prstGeom prst="bentConnector3">
            <a:avLst>
              <a:gd name="adj1" fmla="val 66306041"/>
            </a:avLst>
          </a:prstGeom>
          <a:ln>
            <a:tailEnd type="triangle"/>
          </a:ln>
        </p:spPr>
        <p:style>
          <a:lnRef idx="1">
            <a:schemeClr val="accent1"/>
          </a:lnRef>
          <a:fillRef idx="0">
            <a:schemeClr val="accent1"/>
          </a:fillRef>
          <a:effectRef idx="0">
            <a:schemeClr val="accent1"/>
          </a:effectRef>
          <a:fontRef idx="minor">
            <a:schemeClr val="tx1"/>
          </a:fontRef>
        </p:style>
      </p:cxnSp>
      <p:pic>
        <p:nvPicPr>
          <p:cNvPr id="91" name="Imagem 90">
            <a:extLst>
              <a:ext uri="{FF2B5EF4-FFF2-40B4-BE49-F238E27FC236}">
                <a16:creationId xmlns:a16="http://schemas.microsoft.com/office/drawing/2014/main" id="{A356CB78-8EF1-73EA-AC92-C96B9209B5B0}"/>
              </a:ext>
            </a:extLst>
          </p:cNvPr>
          <p:cNvPicPr>
            <a:picLocks noChangeAspect="1"/>
          </p:cNvPicPr>
          <p:nvPr/>
        </p:nvPicPr>
        <p:blipFill>
          <a:blip r:embed="rId2"/>
          <a:stretch>
            <a:fillRect/>
          </a:stretch>
        </p:blipFill>
        <p:spPr>
          <a:xfrm>
            <a:off x="6751866" y="1479539"/>
            <a:ext cx="611768" cy="583960"/>
          </a:xfrm>
          <a:prstGeom prst="rect">
            <a:avLst/>
          </a:prstGeom>
        </p:spPr>
      </p:pic>
      <p:sp>
        <p:nvSpPr>
          <p:cNvPr id="92" name="Seta: para Baixo 91">
            <a:extLst>
              <a:ext uri="{FF2B5EF4-FFF2-40B4-BE49-F238E27FC236}">
                <a16:creationId xmlns:a16="http://schemas.microsoft.com/office/drawing/2014/main" id="{52BDB771-E207-F2E6-0E0C-111B120DEA57}"/>
              </a:ext>
            </a:extLst>
          </p:cNvPr>
          <p:cNvSpPr/>
          <p:nvPr/>
        </p:nvSpPr>
        <p:spPr>
          <a:xfrm>
            <a:off x="7566377" y="1753959"/>
            <a:ext cx="198458" cy="297456"/>
          </a:xfrm>
          <a:prstGeom prst="downArrow">
            <a:avLst/>
          </a:prstGeom>
          <a:solidFill>
            <a:srgbClr val="FFC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3" name="Retângulo 92">
            <a:extLst>
              <a:ext uri="{FF2B5EF4-FFF2-40B4-BE49-F238E27FC236}">
                <a16:creationId xmlns:a16="http://schemas.microsoft.com/office/drawing/2014/main" id="{6BDBB34B-C74B-4868-DAD3-D966D50FE5FE}"/>
              </a:ext>
            </a:extLst>
          </p:cNvPr>
          <p:cNvSpPr/>
          <p:nvPr/>
        </p:nvSpPr>
        <p:spPr>
          <a:xfrm>
            <a:off x="2568110" y="2296916"/>
            <a:ext cx="633898" cy="900485"/>
          </a:xfrm>
          <a:prstGeom prst="rect">
            <a:avLst/>
          </a:prstGeom>
          <a:solidFill>
            <a:schemeClr val="accent6">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77</a:t>
            </a:r>
          </a:p>
        </p:txBody>
      </p:sp>
    </p:spTree>
    <p:extLst>
      <p:ext uri="{BB962C8B-B14F-4D97-AF65-F5344CB8AC3E}">
        <p14:creationId xmlns:p14="http://schemas.microsoft.com/office/powerpoint/2010/main" val="2814526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8"/>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4"/>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55"/>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56"/>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7"/>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58"/>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59"/>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60"/>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61"/>
                                        </p:tgtEl>
                                        <p:attrNameLst>
                                          <p:attrName>style.visibility</p:attrName>
                                        </p:attrNameLst>
                                      </p:cBhvr>
                                      <p:to>
                                        <p:strVal val="visible"/>
                                      </p:to>
                                    </p:set>
                                  </p:childTnLst>
                                </p:cTn>
                              </p:par>
                            </p:childTnLst>
                          </p:cTn>
                        </p:par>
                        <p:par>
                          <p:cTn id="29" fill="hold">
                            <p:stCondLst>
                              <p:cond delay="0"/>
                            </p:stCondLst>
                            <p:childTnLst>
                              <p:par>
                                <p:cTn id="30" presetID="1" presetClass="entr" presetSubtype="0" fill="hold" grpId="0" nodeType="afterEffect">
                                  <p:stCondLst>
                                    <p:cond delay="0"/>
                                  </p:stCondLst>
                                  <p:childTnLst>
                                    <p:set>
                                      <p:cBhvr>
                                        <p:cTn id="31" dur="1" fill="hold">
                                          <p:stCondLst>
                                            <p:cond delay="0"/>
                                          </p:stCondLst>
                                        </p:cTn>
                                        <p:tgtEl>
                                          <p:spTgt spid="6"/>
                                        </p:tgtEl>
                                        <p:attrNameLst>
                                          <p:attrName>style.visibility</p:attrName>
                                        </p:attrNameLst>
                                      </p:cBhvr>
                                      <p:to>
                                        <p:strVal val="visible"/>
                                      </p:to>
                                    </p:set>
                                  </p:childTnLst>
                                </p:cTn>
                              </p:par>
                              <p:par>
                                <p:cTn id="32" presetID="1" presetClass="entr" presetSubtype="0" fill="hold" nodeType="withEffect">
                                  <p:stCondLst>
                                    <p:cond delay="0"/>
                                  </p:stCondLst>
                                  <p:childTnLst>
                                    <p:set>
                                      <p:cBhvr>
                                        <p:cTn id="33" dur="1" fill="hold">
                                          <p:stCondLst>
                                            <p:cond delay="0"/>
                                          </p:stCondLst>
                                        </p:cTn>
                                        <p:tgtEl>
                                          <p:spTgt spid="70"/>
                                        </p:tgtEl>
                                        <p:attrNameLst>
                                          <p:attrName>style.visibility</p:attrName>
                                        </p:attrNameLst>
                                      </p:cBhvr>
                                      <p:to>
                                        <p:strVal val="visible"/>
                                      </p:to>
                                    </p:set>
                                  </p:childTnLst>
                                </p:cTn>
                              </p:par>
                            </p:childTnLst>
                          </p:cTn>
                        </p:par>
                      </p:childTnLst>
                    </p:cTn>
                  </p:par>
                  <p:par>
                    <p:cTn id="34" fill="hold">
                      <p:stCondLst>
                        <p:cond delay="indefinite"/>
                      </p:stCondLst>
                      <p:childTnLst>
                        <p:par>
                          <p:cTn id="35" fill="hold">
                            <p:stCondLst>
                              <p:cond delay="0"/>
                            </p:stCondLst>
                            <p:childTnLst>
                              <p:par>
                                <p:cTn id="36" presetID="1" presetClass="entr" presetSubtype="0" fill="hold" nodeType="clickEffect">
                                  <p:stCondLst>
                                    <p:cond delay="0"/>
                                  </p:stCondLst>
                                  <p:childTnLst>
                                    <p:set>
                                      <p:cBhvr>
                                        <p:cTn id="37" dur="1" fill="hold">
                                          <p:stCondLst>
                                            <p:cond delay="0"/>
                                          </p:stCondLst>
                                        </p:cTn>
                                        <p:tgtEl>
                                          <p:spTgt spid="67"/>
                                        </p:tgtEl>
                                        <p:attrNameLst>
                                          <p:attrName>style.visibility</p:attrName>
                                        </p:attrNameLst>
                                      </p:cBhvr>
                                      <p:to>
                                        <p:strVal val="visible"/>
                                      </p:to>
                                    </p:set>
                                  </p:childTnLst>
                                </p:cTn>
                              </p:par>
                              <p:par>
                                <p:cTn id="38" presetID="1" presetClass="entr" presetSubtype="0" fill="hold" nodeType="withEffect">
                                  <p:stCondLst>
                                    <p:cond delay="0"/>
                                  </p:stCondLst>
                                  <p:childTnLst>
                                    <p:set>
                                      <p:cBhvr>
                                        <p:cTn id="39" dur="1" fill="hold">
                                          <p:stCondLst>
                                            <p:cond delay="0"/>
                                          </p:stCondLst>
                                        </p:cTn>
                                        <p:tgtEl>
                                          <p:spTgt spid="63"/>
                                        </p:tgtEl>
                                        <p:attrNameLst>
                                          <p:attrName>style.visibility</p:attrName>
                                        </p:attrNameLst>
                                      </p:cBhvr>
                                      <p:to>
                                        <p:strVal val="visible"/>
                                      </p:to>
                                    </p:set>
                                  </p:childTnLst>
                                </p:cTn>
                              </p:par>
                              <p:par>
                                <p:cTn id="40" presetID="1" presetClass="entr" presetSubtype="0" fill="hold" grpId="0" nodeType="withEffect">
                                  <p:stCondLst>
                                    <p:cond delay="0"/>
                                  </p:stCondLst>
                                  <p:childTnLst>
                                    <p:set>
                                      <p:cBhvr>
                                        <p:cTn id="41" dur="1" fill="hold">
                                          <p:stCondLst>
                                            <p:cond delay="0"/>
                                          </p:stCondLst>
                                        </p:cTn>
                                        <p:tgtEl>
                                          <p:spTgt spid="65"/>
                                        </p:tgtEl>
                                        <p:attrNameLst>
                                          <p:attrName>style.visibility</p:attrName>
                                        </p:attrNameLst>
                                      </p:cBhvr>
                                      <p:to>
                                        <p:strVal val="visible"/>
                                      </p:to>
                                    </p:set>
                                  </p:childTnLst>
                                </p:cTn>
                              </p:par>
                              <p:par>
                                <p:cTn id="42" presetID="1" presetClass="entr" presetSubtype="0" fill="hold" grpId="0" nodeType="withEffect">
                                  <p:stCondLst>
                                    <p:cond delay="0"/>
                                  </p:stCondLst>
                                  <p:childTnLst>
                                    <p:set>
                                      <p:cBhvr>
                                        <p:cTn id="43" dur="1" fill="hold">
                                          <p:stCondLst>
                                            <p:cond delay="0"/>
                                          </p:stCondLst>
                                        </p:cTn>
                                        <p:tgtEl>
                                          <p:spTgt spid="66"/>
                                        </p:tgtEl>
                                        <p:attrNameLst>
                                          <p:attrName>style.visibility</p:attrName>
                                        </p:attrNameLst>
                                      </p:cBhvr>
                                      <p:to>
                                        <p:strVal val="visible"/>
                                      </p:to>
                                    </p:set>
                                  </p:childTnLst>
                                </p:cTn>
                              </p:par>
                            </p:childTnLst>
                          </p:cTn>
                        </p:par>
                      </p:childTnLst>
                    </p:cTn>
                  </p:par>
                  <p:par>
                    <p:cTn id="44" fill="hold">
                      <p:stCondLst>
                        <p:cond delay="indefinite"/>
                      </p:stCondLst>
                      <p:childTnLst>
                        <p:par>
                          <p:cTn id="45" fill="hold">
                            <p:stCondLst>
                              <p:cond delay="0"/>
                            </p:stCondLst>
                            <p:childTnLst>
                              <p:par>
                                <p:cTn id="46" presetID="1" presetClass="entr" presetSubtype="0" fill="hold" nodeType="clickEffect">
                                  <p:stCondLst>
                                    <p:cond delay="0"/>
                                  </p:stCondLst>
                                  <p:childTnLst>
                                    <p:set>
                                      <p:cBhvr>
                                        <p:cTn id="47" dur="1" fill="hold">
                                          <p:stCondLst>
                                            <p:cond delay="0"/>
                                          </p:stCondLst>
                                        </p:cTn>
                                        <p:tgtEl>
                                          <p:spTgt spid="74"/>
                                        </p:tgtEl>
                                        <p:attrNameLst>
                                          <p:attrName>style.visibility</p:attrName>
                                        </p:attrNameLst>
                                      </p:cBhvr>
                                      <p:to>
                                        <p:strVal val="visible"/>
                                      </p:to>
                                    </p:set>
                                  </p:childTnLst>
                                </p:cTn>
                              </p:par>
                              <p:par>
                                <p:cTn id="48" presetID="1" presetClass="entr" presetSubtype="0" fill="hold" nodeType="withEffect">
                                  <p:stCondLst>
                                    <p:cond delay="0"/>
                                  </p:stCondLst>
                                  <p:childTnLst>
                                    <p:set>
                                      <p:cBhvr>
                                        <p:cTn id="49" dur="1" fill="hold">
                                          <p:stCondLst>
                                            <p:cond delay="0"/>
                                          </p:stCondLst>
                                        </p:cTn>
                                        <p:tgtEl>
                                          <p:spTgt spid="79"/>
                                        </p:tgtEl>
                                        <p:attrNameLst>
                                          <p:attrName>style.visibility</p:attrName>
                                        </p:attrNameLst>
                                      </p:cBhvr>
                                      <p:to>
                                        <p:strVal val="visible"/>
                                      </p:to>
                                    </p:set>
                                  </p:childTnLst>
                                </p:cTn>
                              </p:par>
                              <p:par>
                                <p:cTn id="50" presetID="1" presetClass="entr" presetSubtype="0" fill="hold" nodeType="withEffect">
                                  <p:stCondLst>
                                    <p:cond delay="0"/>
                                  </p:stCondLst>
                                  <p:childTnLst>
                                    <p:set>
                                      <p:cBhvr>
                                        <p:cTn id="51" dur="1" fill="hold">
                                          <p:stCondLst>
                                            <p:cond delay="0"/>
                                          </p:stCondLst>
                                        </p:cTn>
                                        <p:tgtEl>
                                          <p:spTgt spid="83"/>
                                        </p:tgtEl>
                                        <p:attrNameLst>
                                          <p:attrName>style.visibility</p:attrName>
                                        </p:attrNameLst>
                                      </p:cBhvr>
                                      <p:to>
                                        <p:strVal val="visible"/>
                                      </p:to>
                                    </p:set>
                                  </p:childTnLst>
                                </p:cTn>
                              </p:par>
                              <p:par>
                                <p:cTn id="52" presetID="1" presetClass="entr" presetSubtype="0" fill="hold" nodeType="withEffect">
                                  <p:stCondLst>
                                    <p:cond delay="0"/>
                                  </p:stCondLst>
                                  <p:childTnLst>
                                    <p:set>
                                      <p:cBhvr>
                                        <p:cTn id="53" dur="1" fill="hold">
                                          <p:stCondLst>
                                            <p:cond delay="0"/>
                                          </p:stCondLst>
                                        </p:cTn>
                                        <p:tgtEl>
                                          <p:spTgt spid="86"/>
                                        </p:tgtEl>
                                        <p:attrNameLst>
                                          <p:attrName>style.visibility</p:attrName>
                                        </p:attrNameLst>
                                      </p:cBhvr>
                                      <p:to>
                                        <p:strVal val="visible"/>
                                      </p:to>
                                    </p:set>
                                  </p:childTnLst>
                                </p:cTn>
                              </p:par>
                              <p:par>
                                <p:cTn id="54" presetID="1" presetClass="entr" presetSubtype="0" fill="hold" nodeType="withEffect">
                                  <p:stCondLst>
                                    <p:cond delay="0"/>
                                  </p:stCondLst>
                                  <p:childTnLst>
                                    <p:set>
                                      <p:cBhvr>
                                        <p:cTn id="55" dur="1" fill="hold">
                                          <p:stCondLst>
                                            <p:cond delay="0"/>
                                          </p:stCondLst>
                                        </p:cTn>
                                        <p:tgtEl>
                                          <p:spTgt spid="89"/>
                                        </p:tgtEl>
                                        <p:attrNameLst>
                                          <p:attrName>style.visibility</p:attrName>
                                        </p:attrNameLst>
                                      </p:cBhvr>
                                      <p:to>
                                        <p:strVal val="visible"/>
                                      </p:to>
                                    </p:set>
                                  </p:childTnLst>
                                </p:cTn>
                              </p:par>
                            </p:childTnLst>
                          </p:cTn>
                        </p:par>
                      </p:childTnLst>
                    </p:cTn>
                  </p:par>
                  <p:par>
                    <p:cTn id="56" fill="hold">
                      <p:stCondLst>
                        <p:cond delay="indefinite"/>
                      </p:stCondLst>
                      <p:childTnLst>
                        <p:par>
                          <p:cTn id="57" fill="hold">
                            <p:stCondLst>
                              <p:cond delay="0"/>
                            </p:stCondLst>
                            <p:childTnLst>
                              <p:par>
                                <p:cTn id="58" presetID="1" presetClass="entr" presetSubtype="0" fill="hold" nodeType="clickEffect">
                                  <p:stCondLst>
                                    <p:cond delay="0"/>
                                  </p:stCondLst>
                                  <p:childTnLst>
                                    <p:set>
                                      <p:cBhvr>
                                        <p:cTn id="59" dur="1" fill="hold">
                                          <p:stCondLst>
                                            <p:cond delay="0"/>
                                          </p:stCondLst>
                                        </p:cTn>
                                        <p:tgtEl>
                                          <p:spTgt spid="91"/>
                                        </p:tgtEl>
                                        <p:attrNameLst>
                                          <p:attrName>style.visibility</p:attrName>
                                        </p:attrNameLst>
                                      </p:cBhvr>
                                      <p:to>
                                        <p:strVal val="visible"/>
                                      </p:to>
                                    </p:set>
                                  </p:childTnLst>
                                </p:cTn>
                              </p:par>
                              <p:par>
                                <p:cTn id="60" presetID="1" presetClass="entr" presetSubtype="0" fill="hold" grpId="0" nodeType="withEffect">
                                  <p:stCondLst>
                                    <p:cond delay="0"/>
                                  </p:stCondLst>
                                  <p:childTnLst>
                                    <p:set>
                                      <p:cBhvr>
                                        <p:cTn id="61" dur="1" fill="hold">
                                          <p:stCondLst>
                                            <p:cond delay="0"/>
                                          </p:stCondLst>
                                        </p:cTn>
                                        <p:tgtEl>
                                          <p:spTgt spid="92"/>
                                        </p:tgtEl>
                                        <p:attrNameLst>
                                          <p:attrName>style.visibility</p:attrName>
                                        </p:attrNameLst>
                                      </p:cBhvr>
                                      <p:to>
                                        <p:strVal val="visible"/>
                                      </p:to>
                                    </p:set>
                                  </p:childTnLst>
                                </p:cTn>
                              </p:par>
                              <p:par>
                                <p:cTn id="62" presetID="1" presetClass="entr" presetSubtype="0" fill="hold" grpId="0" nodeType="withEffect">
                                  <p:stCondLst>
                                    <p:cond delay="0"/>
                                  </p:stCondLst>
                                  <p:childTnLst>
                                    <p:set>
                                      <p:cBhvr>
                                        <p:cTn id="63" dur="1" fill="hold">
                                          <p:stCondLst>
                                            <p:cond delay="0"/>
                                          </p:stCondLst>
                                        </p:cTn>
                                        <p:tgtEl>
                                          <p:spTgt spid="9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26" grpId="0" animBg="1"/>
      <p:bldP spid="32" grpId="0" animBg="1"/>
      <p:bldP spid="48" grpId="0" animBg="1"/>
      <p:bldP spid="53" grpId="0" animBg="1"/>
      <p:bldP spid="54" grpId="0" animBg="1"/>
      <p:bldP spid="55" grpId="0" animBg="1"/>
      <p:bldP spid="56" grpId="0"/>
      <p:bldP spid="57" grpId="0"/>
      <p:bldP spid="58" grpId="0"/>
      <p:bldP spid="59" grpId="0"/>
      <p:bldP spid="60" grpId="0"/>
      <p:bldP spid="61" grpId="0"/>
      <p:bldP spid="65" grpId="0" animBg="1"/>
      <p:bldP spid="66" grpId="0" animBg="1"/>
      <p:bldP spid="92" grpId="0" animBg="1"/>
      <p:bldP spid="93"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35BFF9-5397-9F8C-870D-5BE468EAB1C7}"/>
            </a:ext>
          </a:extLst>
        </p:cNvPr>
        <p:cNvGrpSpPr/>
        <p:nvPr/>
      </p:nvGrpSpPr>
      <p:grpSpPr>
        <a:xfrm>
          <a:off x="0" y="0"/>
          <a:ext cx="0" cy="0"/>
          <a:chOff x="0" y="0"/>
          <a:chExt cx="0" cy="0"/>
        </a:xfrm>
      </p:grpSpPr>
      <p:sp>
        <p:nvSpPr>
          <p:cNvPr id="4" name="Retângulo 3">
            <a:extLst>
              <a:ext uri="{FF2B5EF4-FFF2-40B4-BE49-F238E27FC236}">
                <a16:creationId xmlns:a16="http://schemas.microsoft.com/office/drawing/2014/main" id="{1B9CE3E0-4A90-E673-30CD-EE930A7EC0CB}"/>
              </a:ext>
            </a:extLst>
          </p:cNvPr>
          <p:cNvSpPr/>
          <p:nvPr/>
        </p:nvSpPr>
        <p:spPr>
          <a:xfrm>
            <a:off x="355104" y="1426718"/>
            <a:ext cx="11425561" cy="5294757"/>
          </a:xfrm>
          <a:prstGeom prst="rect">
            <a:avLst/>
          </a:prstGeom>
          <a:solidFill>
            <a:schemeClr val="accent2">
              <a:lumMod val="20000"/>
              <a:lumOff val="80000"/>
            </a:schemeClr>
          </a:solidFill>
          <a:ln>
            <a:solidFill>
              <a:srgbClr val="007DA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noFill/>
            </a:endParaRPr>
          </a:p>
        </p:txBody>
      </p:sp>
      <p:sp>
        <p:nvSpPr>
          <p:cNvPr id="3" name="CaixaDeTexto 2">
            <a:extLst>
              <a:ext uri="{FF2B5EF4-FFF2-40B4-BE49-F238E27FC236}">
                <a16:creationId xmlns:a16="http://schemas.microsoft.com/office/drawing/2014/main" id="{B4B76515-92E6-3F65-0E51-6403CBF2B491}"/>
              </a:ext>
            </a:extLst>
          </p:cNvPr>
          <p:cNvSpPr txBox="1"/>
          <p:nvPr/>
        </p:nvSpPr>
        <p:spPr>
          <a:xfrm>
            <a:off x="130373" y="169518"/>
            <a:ext cx="10487075" cy="1107996"/>
          </a:xfrm>
          <a:prstGeom prst="rect">
            <a:avLst/>
          </a:prstGeom>
          <a:noFill/>
        </p:spPr>
        <p:txBody>
          <a:bodyPr wrap="square" rtlCol="0">
            <a:spAutoFit/>
          </a:bodyPr>
          <a:lstStyle/>
          <a:p>
            <a:r>
              <a:rPr lang="pt-BR" sz="6600" dirty="0">
                <a:solidFill>
                  <a:srgbClr val="007DA9"/>
                </a:solidFill>
                <a:latin typeface="Impact" panose="020B0806030902050204" pitchFamily="34" charset="0"/>
              </a:rPr>
              <a:t>Tipos de Estrutura de Dados</a:t>
            </a:r>
          </a:p>
        </p:txBody>
      </p:sp>
      <p:sp>
        <p:nvSpPr>
          <p:cNvPr id="2" name="CaixaDeTexto 1">
            <a:extLst>
              <a:ext uri="{FF2B5EF4-FFF2-40B4-BE49-F238E27FC236}">
                <a16:creationId xmlns:a16="http://schemas.microsoft.com/office/drawing/2014/main" id="{013C05AC-FB30-84CF-7E71-7660F77580EF}"/>
              </a:ext>
            </a:extLst>
          </p:cNvPr>
          <p:cNvSpPr txBox="1"/>
          <p:nvPr/>
        </p:nvSpPr>
        <p:spPr>
          <a:xfrm>
            <a:off x="355104" y="1608006"/>
            <a:ext cx="11425561" cy="2308324"/>
          </a:xfrm>
          <a:prstGeom prst="rect">
            <a:avLst/>
          </a:prstGeom>
          <a:noFill/>
        </p:spPr>
        <p:txBody>
          <a:bodyPr wrap="square" rtlCol="0">
            <a:spAutoFit/>
          </a:bodyPr>
          <a:lstStyle/>
          <a:p>
            <a:r>
              <a:rPr lang="pt-BR" dirty="0">
                <a:solidFill>
                  <a:srgbClr val="007DA9"/>
                </a:solidFill>
                <a:latin typeface="Impact" panose="020B0806030902050204" pitchFamily="34" charset="0"/>
              </a:rPr>
              <a:t>Árvore</a:t>
            </a:r>
          </a:p>
          <a:p>
            <a:endParaRPr lang="pt-BR" dirty="0">
              <a:solidFill>
                <a:srgbClr val="007DA9"/>
              </a:solidFill>
              <a:latin typeface="Impact" panose="020B0806030902050204" pitchFamily="34" charset="0"/>
            </a:endParaRPr>
          </a:p>
          <a:p>
            <a:r>
              <a:rPr lang="pt-BR" dirty="0">
                <a:solidFill>
                  <a:srgbClr val="007DA9"/>
                </a:solidFill>
                <a:latin typeface="Impact" panose="020B0806030902050204" pitchFamily="34" charset="0"/>
              </a:rPr>
              <a:t>Árvores são usadas para representar e buscar dados de forma hierárquica. Elas são essenciais em sistemas de bancos de dados, especialmente em índices como B-</a:t>
            </a:r>
            <a:r>
              <a:rPr lang="pt-BR" dirty="0" err="1">
                <a:solidFill>
                  <a:srgbClr val="007DA9"/>
                </a:solidFill>
                <a:latin typeface="Impact" panose="020B0806030902050204" pitchFamily="34" charset="0"/>
              </a:rPr>
              <a:t>Trees</a:t>
            </a:r>
            <a:r>
              <a:rPr lang="pt-BR" dirty="0">
                <a:solidFill>
                  <a:srgbClr val="007DA9"/>
                </a:solidFill>
                <a:latin typeface="Impact" panose="020B0806030902050204" pitchFamily="34" charset="0"/>
              </a:rPr>
              <a:t>, que facilitam a busca rápida de dados em grandes conjuntos de dados.</a:t>
            </a:r>
          </a:p>
          <a:p>
            <a:endParaRPr lang="pt-BR" dirty="0">
              <a:solidFill>
                <a:srgbClr val="007DA9"/>
              </a:solidFill>
              <a:latin typeface="Impact" panose="020B0806030902050204" pitchFamily="34" charset="0"/>
            </a:endParaRPr>
          </a:p>
          <a:p>
            <a:r>
              <a:rPr lang="pt-BR" dirty="0">
                <a:solidFill>
                  <a:srgbClr val="007DA9"/>
                </a:solidFill>
                <a:latin typeface="Impact" panose="020B0806030902050204" pitchFamily="34" charset="0"/>
              </a:rPr>
              <a:t>Exemplo: Índices em bancos de dados relacionais ou sistemas de arquivos distribuídos, onde a estrutura em árvore permite buscas rápidas e eficientes.</a:t>
            </a:r>
          </a:p>
        </p:txBody>
      </p:sp>
      <p:sp>
        <p:nvSpPr>
          <p:cNvPr id="8" name="sketchy line">
            <a:extLst>
              <a:ext uri="{FF2B5EF4-FFF2-40B4-BE49-F238E27FC236}">
                <a16:creationId xmlns:a16="http://schemas.microsoft.com/office/drawing/2014/main" id="{096863DC-7DB0-D58B-563A-D86C00F1674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68062" y="1184695"/>
            <a:ext cx="11727443" cy="100858"/>
          </a:xfrm>
          <a:custGeom>
            <a:avLst/>
            <a:gdLst>
              <a:gd name="connsiteX0" fmla="*/ 0 w 11727443"/>
              <a:gd name="connsiteY0" fmla="*/ 0 h 100858"/>
              <a:gd name="connsiteX1" fmla="*/ 455301 w 11727443"/>
              <a:gd name="connsiteY1" fmla="*/ 0 h 100858"/>
              <a:gd name="connsiteX2" fmla="*/ 1379699 w 11727443"/>
              <a:gd name="connsiteY2" fmla="*/ 0 h 100858"/>
              <a:gd name="connsiteX3" fmla="*/ 2069549 w 11727443"/>
              <a:gd name="connsiteY3" fmla="*/ 0 h 100858"/>
              <a:gd name="connsiteX4" fmla="*/ 2524849 w 11727443"/>
              <a:gd name="connsiteY4" fmla="*/ 0 h 100858"/>
              <a:gd name="connsiteX5" fmla="*/ 2862876 w 11727443"/>
              <a:gd name="connsiteY5" fmla="*/ 0 h 100858"/>
              <a:gd name="connsiteX6" fmla="*/ 3787274 w 11727443"/>
              <a:gd name="connsiteY6" fmla="*/ 0 h 100858"/>
              <a:gd name="connsiteX7" fmla="*/ 4359849 w 11727443"/>
              <a:gd name="connsiteY7" fmla="*/ 0 h 100858"/>
              <a:gd name="connsiteX8" fmla="*/ 5284248 w 11727443"/>
              <a:gd name="connsiteY8" fmla="*/ 0 h 100858"/>
              <a:gd name="connsiteX9" fmla="*/ 5622274 w 11727443"/>
              <a:gd name="connsiteY9" fmla="*/ 0 h 100858"/>
              <a:gd name="connsiteX10" fmla="*/ 6077575 w 11727443"/>
              <a:gd name="connsiteY10" fmla="*/ 0 h 100858"/>
              <a:gd name="connsiteX11" fmla="*/ 7001973 w 11727443"/>
              <a:gd name="connsiteY11" fmla="*/ 0 h 100858"/>
              <a:gd name="connsiteX12" fmla="*/ 7926372 w 11727443"/>
              <a:gd name="connsiteY12" fmla="*/ 0 h 100858"/>
              <a:gd name="connsiteX13" fmla="*/ 8498947 w 11727443"/>
              <a:gd name="connsiteY13" fmla="*/ 0 h 100858"/>
              <a:gd name="connsiteX14" fmla="*/ 8836973 w 11727443"/>
              <a:gd name="connsiteY14" fmla="*/ 0 h 100858"/>
              <a:gd name="connsiteX15" fmla="*/ 9644097 w 11727443"/>
              <a:gd name="connsiteY15" fmla="*/ 0 h 100858"/>
              <a:gd name="connsiteX16" fmla="*/ 10333947 w 11727443"/>
              <a:gd name="connsiteY16" fmla="*/ 0 h 100858"/>
              <a:gd name="connsiteX17" fmla="*/ 10906522 w 11727443"/>
              <a:gd name="connsiteY17" fmla="*/ 0 h 100858"/>
              <a:gd name="connsiteX18" fmla="*/ 11727443 w 11727443"/>
              <a:gd name="connsiteY18" fmla="*/ 0 h 100858"/>
              <a:gd name="connsiteX19" fmla="*/ 11727443 w 11727443"/>
              <a:gd name="connsiteY19" fmla="*/ 100858 h 100858"/>
              <a:gd name="connsiteX20" fmla="*/ 10920319 w 11727443"/>
              <a:gd name="connsiteY20" fmla="*/ 100858 h 100858"/>
              <a:gd name="connsiteX21" fmla="*/ 10465018 w 11727443"/>
              <a:gd name="connsiteY21" fmla="*/ 100858 h 100858"/>
              <a:gd name="connsiteX22" fmla="*/ 9892443 w 11727443"/>
              <a:gd name="connsiteY22" fmla="*/ 100858 h 100858"/>
              <a:gd name="connsiteX23" fmla="*/ 8968045 w 11727443"/>
              <a:gd name="connsiteY23" fmla="*/ 100858 h 100858"/>
              <a:gd name="connsiteX24" fmla="*/ 8630018 w 11727443"/>
              <a:gd name="connsiteY24" fmla="*/ 100858 h 100858"/>
              <a:gd name="connsiteX25" fmla="*/ 8291992 w 11727443"/>
              <a:gd name="connsiteY25" fmla="*/ 100858 h 100858"/>
              <a:gd name="connsiteX26" fmla="*/ 7953966 w 11727443"/>
              <a:gd name="connsiteY26" fmla="*/ 100858 h 100858"/>
              <a:gd name="connsiteX27" fmla="*/ 7146842 w 11727443"/>
              <a:gd name="connsiteY27" fmla="*/ 100858 h 100858"/>
              <a:gd name="connsiteX28" fmla="*/ 6691541 w 11727443"/>
              <a:gd name="connsiteY28" fmla="*/ 100858 h 100858"/>
              <a:gd name="connsiteX29" fmla="*/ 5884417 w 11727443"/>
              <a:gd name="connsiteY29" fmla="*/ 100858 h 100858"/>
              <a:gd name="connsiteX30" fmla="*/ 5077293 w 11727443"/>
              <a:gd name="connsiteY30" fmla="*/ 100858 h 100858"/>
              <a:gd name="connsiteX31" fmla="*/ 4621992 w 11727443"/>
              <a:gd name="connsiteY31" fmla="*/ 100858 h 100858"/>
              <a:gd name="connsiteX32" fmla="*/ 3932143 w 11727443"/>
              <a:gd name="connsiteY32" fmla="*/ 100858 h 100858"/>
              <a:gd name="connsiteX33" fmla="*/ 3359567 w 11727443"/>
              <a:gd name="connsiteY33" fmla="*/ 100858 h 100858"/>
              <a:gd name="connsiteX34" fmla="*/ 2435169 w 11727443"/>
              <a:gd name="connsiteY34" fmla="*/ 100858 h 100858"/>
              <a:gd name="connsiteX35" fmla="*/ 1745319 w 11727443"/>
              <a:gd name="connsiteY35" fmla="*/ 100858 h 100858"/>
              <a:gd name="connsiteX36" fmla="*/ 938195 w 11727443"/>
              <a:gd name="connsiteY36" fmla="*/ 100858 h 100858"/>
              <a:gd name="connsiteX37" fmla="*/ 600169 w 11727443"/>
              <a:gd name="connsiteY37" fmla="*/ 100858 h 100858"/>
              <a:gd name="connsiteX38" fmla="*/ 0 w 11727443"/>
              <a:gd name="connsiteY38" fmla="*/ 100858 h 100858"/>
              <a:gd name="connsiteX39" fmla="*/ 0 w 11727443"/>
              <a:gd name="connsiteY39" fmla="*/ 0 h 1008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11727443" h="100858" fill="none" extrusionOk="0">
                <a:moveTo>
                  <a:pt x="0" y="0"/>
                </a:moveTo>
                <a:cubicBezTo>
                  <a:pt x="177575" y="-8335"/>
                  <a:pt x="289292" y="-22372"/>
                  <a:pt x="455301" y="0"/>
                </a:cubicBezTo>
                <a:cubicBezTo>
                  <a:pt x="621310" y="22372"/>
                  <a:pt x="959229" y="316"/>
                  <a:pt x="1379699" y="0"/>
                </a:cubicBezTo>
                <a:cubicBezTo>
                  <a:pt x="1800169" y="-316"/>
                  <a:pt x="1910290" y="-19988"/>
                  <a:pt x="2069549" y="0"/>
                </a:cubicBezTo>
                <a:cubicBezTo>
                  <a:pt x="2228808" y="19988"/>
                  <a:pt x="2328018" y="-6436"/>
                  <a:pt x="2524849" y="0"/>
                </a:cubicBezTo>
                <a:cubicBezTo>
                  <a:pt x="2721680" y="6436"/>
                  <a:pt x="2744923" y="692"/>
                  <a:pt x="2862876" y="0"/>
                </a:cubicBezTo>
                <a:cubicBezTo>
                  <a:pt x="2980829" y="-692"/>
                  <a:pt x="3455105" y="28803"/>
                  <a:pt x="3787274" y="0"/>
                </a:cubicBezTo>
                <a:cubicBezTo>
                  <a:pt x="4119443" y="-28803"/>
                  <a:pt x="4093258" y="3515"/>
                  <a:pt x="4359849" y="0"/>
                </a:cubicBezTo>
                <a:cubicBezTo>
                  <a:pt x="4626441" y="-3515"/>
                  <a:pt x="4994558" y="-15931"/>
                  <a:pt x="5284248" y="0"/>
                </a:cubicBezTo>
                <a:cubicBezTo>
                  <a:pt x="5573938" y="15931"/>
                  <a:pt x="5518095" y="-13412"/>
                  <a:pt x="5622274" y="0"/>
                </a:cubicBezTo>
                <a:cubicBezTo>
                  <a:pt x="5726453" y="13412"/>
                  <a:pt x="5919345" y="19043"/>
                  <a:pt x="6077575" y="0"/>
                </a:cubicBezTo>
                <a:cubicBezTo>
                  <a:pt x="6235805" y="-19043"/>
                  <a:pt x="6637812" y="29609"/>
                  <a:pt x="7001973" y="0"/>
                </a:cubicBezTo>
                <a:cubicBezTo>
                  <a:pt x="7366134" y="-29609"/>
                  <a:pt x="7716303" y="17424"/>
                  <a:pt x="7926372" y="0"/>
                </a:cubicBezTo>
                <a:cubicBezTo>
                  <a:pt x="8136441" y="-17424"/>
                  <a:pt x="8378864" y="-19420"/>
                  <a:pt x="8498947" y="0"/>
                </a:cubicBezTo>
                <a:cubicBezTo>
                  <a:pt x="8619031" y="19420"/>
                  <a:pt x="8765062" y="-15679"/>
                  <a:pt x="8836973" y="0"/>
                </a:cubicBezTo>
                <a:cubicBezTo>
                  <a:pt x="8908884" y="15679"/>
                  <a:pt x="9288035" y="12756"/>
                  <a:pt x="9644097" y="0"/>
                </a:cubicBezTo>
                <a:cubicBezTo>
                  <a:pt x="10000159" y="-12756"/>
                  <a:pt x="10089663" y="-5649"/>
                  <a:pt x="10333947" y="0"/>
                </a:cubicBezTo>
                <a:cubicBezTo>
                  <a:pt x="10578231" y="5649"/>
                  <a:pt x="10785095" y="27917"/>
                  <a:pt x="10906522" y="0"/>
                </a:cubicBezTo>
                <a:cubicBezTo>
                  <a:pt x="11027949" y="-27917"/>
                  <a:pt x="11562609" y="31188"/>
                  <a:pt x="11727443" y="0"/>
                </a:cubicBezTo>
                <a:cubicBezTo>
                  <a:pt x="11723584" y="38217"/>
                  <a:pt x="11731691" y="73296"/>
                  <a:pt x="11727443" y="100858"/>
                </a:cubicBezTo>
                <a:cubicBezTo>
                  <a:pt x="11381154" y="139297"/>
                  <a:pt x="11163895" y="69647"/>
                  <a:pt x="10920319" y="100858"/>
                </a:cubicBezTo>
                <a:cubicBezTo>
                  <a:pt x="10676743" y="132069"/>
                  <a:pt x="10625983" y="117071"/>
                  <a:pt x="10465018" y="100858"/>
                </a:cubicBezTo>
                <a:cubicBezTo>
                  <a:pt x="10304053" y="84645"/>
                  <a:pt x="10063410" y="105790"/>
                  <a:pt x="9892443" y="100858"/>
                </a:cubicBezTo>
                <a:cubicBezTo>
                  <a:pt x="9721477" y="95926"/>
                  <a:pt x="9298902" y="55708"/>
                  <a:pt x="8968045" y="100858"/>
                </a:cubicBezTo>
                <a:cubicBezTo>
                  <a:pt x="8637188" y="146008"/>
                  <a:pt x="8753098" y="98295"/>
                  <a:pt x="8630018" y="100858"/>
                </a:cubicBezTo>
                <a:cubicBezTo>
                  <a:pt x="8506938" y="103421"/>
                  <a:pt x="8382809" y="104606"/>
                  <a:pt x="8291992" y="100858"/>
                </a:cubicBezTo>
                <a:cubicBezTo>
                  <a:pt x="8201175" y="97110"/>
                  <a:pt x="8042573" y="88227"/>
                  <a:pt x="7953966" y="100858"/>
                </a:cubicBezTo>
                <a:cubicBezTo>
                  <a:pt x="7865359" y="113489"/>
                  <a:pt x="7327260" y="71433"/>
                  <a:pt x="7146842" y="100858"/>
                </a:cubicBezTo>
                <a:cubicBezTo>
                  <a:pt x="6966424" y="130283"/>
                  <a:pt x="6836691" y="78893"/>
                  <a:pt x="6691541" y="100858"/>
                </a:cubicBezTo>
                <a:cubicBezTo>
                  <a:pt x="6546391" y="122823"/>
                  <a:pt x="6161732" y="96929"/>
                  <a:pt x="5884417" y="100858"/>
                </a:cubicBezTo>
                <a:cubicBezTo>
                  <a:pt x="5607102" y="104787"/>
                  <a:pt x="5399769" y="71203"/>
                  <a:pt x="5077293" y="100858"/>
                </a:cubicBezTo>
                <a:cubicBezTo>
                  <a:pt x="4754817" y="130513"/>
                  <a:pt x="4780101" y="110562"/>
                  <a:pt x="4621992" y="100858"/>
                </a:cubicBezTo>
                <a:cubicBezTo>
                  <a:pt x="4463883" y="91154"/>
                  <a:pt x="4080268" y="82653"/>
                  <a:pt x="3932143" y="100858"/>
                </a:cubicBezTo>
                <a:cubicBezTo>
                  <a:pt x="3784018" y="119063"/>
                  <a:pt x="3606068" y="107585"/>
                  <a:pt x="3359567" y="100858"/>
                </a:cubicBezTo>
                <a:cubicBezTo>
                  <a:pt x="3113066" y="94131"/>
                  <a:pt x="2833730" y="108463"/>
                  <a:pt x="2435169" y="100858"/>
                </a:cubicBezTo>
                <a:cubicBezTo>
                  <a:pt x="2036608" y="93253"/>
                  <a:pt x="1979570" y="109496"/>
                  <a:pt x="1745319" y="100858"/>
                </a:cubicBezTo>
                <a:cubicBezTo>
                  <a:pt x="1511068" y="92221"/>
                  <a:pt x="1304277" y="99602"/>
                  <a:pt x="938195" y="100858"/>
                </a:cubicBezTo>
                <a:cubicBezTo>
                  <a:pt x="572113" y="102114"/>
                  <a:pt x="673750" y="115329"/>
                  <a:pt x="600169" y="100858"/>
                </a:cubicBezTo>
                <a:cubicBezTo>
                  <a:pt x="526588" y="86387"/>
                  <a:pt x="223952" y="122492"/>
                  <a:pt x="0" y="100858"/>
                </a:cubicBezTo>
                <a:cubicBezTo>
                  <a:pt x="-124" y="56937"/>
                  <a:pt x="-3196" y="35397"/>
                  <a:pt x="0" y="0"/>
                </a:cubicBezTo>
                <a:close/>
              </a:path>
              <a:path w="11727443" h="100858" stroke="0" extrusionOk="0">
                <a:moveTo>
                  <a:pt x="0" y="0"/>
                </a:moveTo>
                <a:cubicBezTo>
                  <a:pt x="226598" y="-20463"/>
                  <a:pt x="284703" y="21278"/>
                  <a:pt x="455301" y="0"/>
                </a:cubicBezTo>
                <a:cubicBezTo>
                  <a:pt x="625899" y="-21278"/>
                  <a:pt x="975360" y="-38169"/>
                  <a:pt x="1379699" y="0"/>
                </a:cubicBezTo>
                <a:cubicBezTo>
                  <a:pt x="1784038" y="38169"/>
                  <a:pt x="1553897" y="10715"/>
                  <a:pt x="1717725" y="0"/>
                </a:cubicBezTo>
                <a:cubicBezTo>
                  <a:pt x="1881553" y="-10715"/>
                  <a:pt x="1957404" y="7512"/>
                  <a:pt x="2055752" y="0"/>
                </a:cubicBezTo>
                <a:cubicBezTo>
                  <a:pt x="2154100" y="-7512"/>
                  <a:pt x="2455093" y="6931"/>
                  <a:pt x="2745601" y="0"/>
                </a:cubicBezTo>
                <a:cubicBezTo>
                  <a:pt x="3036109" y="-6931"/>
                  <a:pt x="3200578" y="-6899"/>
                  <a:pt x="3318177" y="0"/>
                </a:cubicBezTo>
                <a:cubicBezTo>
                  <a:pt x="3435776" y="6899"/>
                  <a:pt x="3830972" y="-29023"/>
                  <a:pt x="4125301" y="0"/>
                </a:cubicBezTo>
                <a:cubicBezTo>
                  <a:pt x="4419630" y="29023"/>
                  <a:pt x="4438628" y="-3380"/>
                  <a:pt x="4580601" y="0"/>
                </a:cubicBezTo>
                <a:cubicBezTo>
                  <a:pt x="4722574" y="3380"/>
                  <a:pt x="5287872" y="-26084"/>
                  <a:pt x="5505000" y="0"/>
                </a:cubicBezTo>
                <a:cubicBezTo>
                  <a:pt x="5722128" y="26084"/>
                  <a:pt x="5845495" y="-3138"/>
                  <a:pt x="6077575" y="0"/>
                </a:cubicBezTo>
                <a:cubicBezTo>
                  <a:pt x="6309655" y="3138"/>
                  <a:pt x="6416497" y="-9038"/>
                  <a:pt x="6532876" y="0"/>
                </a:cubicBezTo>
                <a:cubicBezTo>
                  <a:pt x="6649255" y="9038"/>
                  <a:pt x="6798774" y="17432"/>
                  <a:pt x="6988176" y="0"/>
                </a:cubicBezTo>
                <a:cubicBezTo>
                  <a:pt x="7177578" y="-17432"/>
                  <a:pt x="7432115" y="-1508"/>
                  <a:pt x="7560751" y="0"/>
                </a:cubicBezTo>
                <a:cubicBezTo>
                  <a:pt x="7689387" y="1508"/>
                  <a:pt x="7817048" y="19459"/>
                  <a:pt x="8016052" y="0"/>
                </a:cubicBezTo>
                <a:cubicBezTo>
                  <a:pt x="8215056" y="-19459"/>
                  <a:pt x="8384141" y="13593"/>
                  <a:pt x="8705902" y="0"/>
                </a:cubicBezTo>
                <a:cubicBezTo>
                  <a:pt x="9027663" y="-13593"/>
                  <a:pt x="8932873" y="-16432"/>
                  <a:pt x="9043928" y="0"/>
                </a:cubicBezTo>
                <a:cubicBezTo>
                  <a:pt x="9154983" y="16432"/>
                  <a:pt x="9568699" y="-30219"/>
                  <a:pt x="9733778" y="0"/>
                </a:cubicBezTo>
                <a:cubicBezTo>
                  <a:pt x="9898857" y="30219"/>
                  <a:pt x="9973728" y="-1849"/>
                  <a:pt x="10071804" y="0"/>
                </a:cubicBezTo>
                <a:cubicBezTo>
                  <a:pt x="10169880" y="1849"/>
                  <a:pt x="10558830" y="-12560"/>
                  <a:pt x="10996202" y="0"/>
                </a:cubicBezTo>
                <a:cubicBezTo>
                  <a:pt x="11433574" y="12560"/>
                  <a:pt x="11579031" y="-6546"/>
                  <a:pt x="11727443" y="0"/>
                </a:cubicBezTo>
                <a:cubicBezTo>
                  <a:pt x="11729168" y="25018"/>
                  <a:pt x="11723362" y="74256"/>
                  <a:pt x="11727443" y="100858"/>
                </a:cubicBezTo>
                <a:cubicBezTo>
                  <a:pt x="11466834" y="85519"/>
                  <a:pt x="11273864" y="83363"/>
                  <a:pt x="11154868" y="100858"/>
                </a:cubicBezTo>
                <a:cubicBezTo>
                  <a:pt x="11035872" y="118353"/>
                  <a:pt x="10917509" y="98250"/>
                  <a:pt x="10816842" y="100858"/>
                </a:cubicBezTo>
                <a:cubicBezTo>
                  <a:pt x="10716175" y="103466"/>
                  <a:pt x="10190281" y="93289"/>
                  <a:pt x="9892443" y="100858"/>
                </a:cubicBezTo>
                <a:cubicBezTo>
                  <a:pt x="9594605" y="108427"/>
                  <a:pt x="9385168" y="118111"/>
                  <a:pt x="9202594" y="100858"/>
                </a:cubicBezTo>
                <a:cubicBezTo>
                  <a:pt x="9020020" y="83605"/>
                  <a:pt x="8470284" y="126256"/>
                  <a:pt x="8278195" y="100858"/>
                </a:cubicBezTo>
                <a:cubicBezTo>
                  <a:pt x="8086106" y="75460"/>
                  <a:pt x="7779236" y="101234"/>
                  <a:pt x="7588345" y="100858"/>
                </a:cubicBezTo>
                <a:cubicBezTo>
                  <a:pt x="7397454" y="100483"/>
                  <a:pt x="7324210" y="98320"/>
                  <a:pt x="7250319" y="100858"/>
                </a:cubicBezTo>
                <a:cubicBezTo>
                  <a:pt x="7176428" y="103396"/>
                  <a:pt x="6743284" y="112839"/>
                  <a:pt x="6325921" y="100858"/>
                </a:cubicBezTo>
                <a:cubicBezTo>
                  <a:pt x="5908558" y="88877"/>
                  <a:pt x="6095670" y="116342"/>
                  <a:pt x="5870620" y="100858"/>
                </a:cubicBezTo>
                <a:cubicBezTo>
                  <a:pt x="5645570" y="85374"/>
                  <a:pt x="5700885" y="115088"/>
                  <a:pt x="5532594" y="100858"/>
                </a:cubicBezTo>
                <a:cubicBezTo>
                  <a:pt x="5364303" y="86628"/>
                  <a:pt x="5212740" y="105293"/>
                  <a:pt x="4960019" y="100858"/>
                </a:cubicBezTo>
                <a:cubicBezTo>
                  <a:pt x="4707298" y="96423"/>
                  <a:pt x="4491720" y="108840"/>
                  <a:pt x="4035620" y="100858"/>
                </a:cubicBezTo>
                <a:cubicBezTo>
                  <a:pt x="3579520" y="92876"/>
                  <a:pt x="3768890" y="79226"/>
                  <a:pt x="3580319" y="100858"/>
                </a:cubicBezTo>
                <a:cubicBezTo>
                  <a:pt x="3391748" y="122490"/>
                  <a:pt x="3059393" y="71723"/>
                  <a:pt x="2655921" y="100858"/>
                </a:cubicBezTo>
                <a:cubicBezTo>
                  <a:pt x="2252449" y="129993"/>
                  <a:pt x="2021995" y="121740"/>
                  <a:pt x="1848797" y="100858"/>
                </a:cubicBezTo>
                <a:cubicBezTo>
                  <a:pt x="1675599" y="79976"/>
                  <a:pt x="1263502" y="106737"/>
                  <a:pt x="924398" y="100858"/>
                </a:cubicBezTo>
                <a:cubicBezTo>
                  <a:pt x="585294" y="94979"/>
                  <a:pt x="216313" y="56521"/>
                  <a:pt x="0" y="100858"/>
                </a:cubicBezTo>
                <a:cubicBezTo>
                  <a:pt x="-4094" y="59488"/>
                  <a:pt x="2375" y="29231"/>
                  <a:pt x="0" y="0"/>
                </a:cubicBezTo>
                <a:close/>
              </a:path>
            </a:pathLst>
          </a:custGeom>
          <a:solidFill>
            <a:srgbClr val="007DA9"/>
          </a:solidFill>
          <a:ln w="44450" cap="rnd">
            <a:solidFill>
              <a:srgbClr val="007DA9"/>
            </a:solidFill>
            <a:round/>
            <a:extLst>
              <a:ext uri="{C807C97D-BFC1-408E-A445-0C87EB9F89A2}">
                <ask:lineSketchStyleProps xmlns:ask="http://schemas.microsoft.com/office/drawing/2018/sketchyshapes" sd="2863741219">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rgbClr val="007DA9"/>
                </a:solidFill>
              </a:rPr>
              <a:t>‘</a:t>
            </a:r>
          </a:p>
        </p:txBody>
      </p:sp>
      <p:pic>
        <p:nvPicPr>
          <p:cNvPr id="4100" name="Picture 4" descr="Estruturas de dados: uma introdução | Alura">
            <a:extLst>
              <a:ext uri="{FF2B5EF4-FFF2-40B4-BE49-F238E27FC236}">
                <a16:creationId xmlns:a16="http://schemas.microsoft.com/office/drawing/2014/main" id="{24F1FA80-D487-A17A-9261-109A2009519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869216" y="3703567"/>
            <a:ext cx="4399147" cy="274367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27094654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35BFF9-5397-9F8C-870D-5BE468EAB1C7}"/>
            </a:ext>
          </a:extLst>
        </p:cNvPr>
        <p:cNvGrpSpPr/>
        <p:nvPr/>
      </p:nvGrpSpPr>
      <p:grpSpPr>
        <a:xfrm>
          <a:off x="0" y="0"/>
          <a:ext cx="0" cy="0"/>
          <a:chOff x="0" y="0"/>
          <a:chExt cx="0" cy="0"/>
        </a:xfrm>
      </p:grpSpPr>
      <p:sp>
        <p:nvSpPr>
          <p:cNvPr id="4" name="Retângulo 3">
            <a:extLst>
              <a:ext uri="{FF2B5EF4-FFF2-40B4-BE49-F238E27FC236}">
                <a16:creationId xmlns:a16="http://schemas.microsoft.com/office/drawing/2014/main" id="{54677A24-224D-48EA-3D40-EAC453A9EE7D}"/>
              </a:ext>
            </a:extLst>
          </p:cNvPr>
          <p:cNvSpPr/>
          <p:nvPr/>
        </p:nvSpPr>
        <p:spPr>
          <a:xfrm>
            <a:off x="355104" y="1426718"/>
            <a:ext cx="11425561" cy="5294757"/>
          </a:xfrm>
          <a:prstGeom prst="rect">
            <a:avLst/>
          </a:prstGeom>
          <a:solidFill>
            <a:schemeClr val="accent2">
              <a:lumMod val="20000"/>
              <a:lumOff val="80000"/>
            </a:schemeClr>
          </a:solidFill>
          <a:ln>
            <a:solidFill>
              <a:srgbClr val="007DA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noFill/>
            </a:endParaRPr>
          </a:p>
        </p:txBody>
      </p:sp>
      <p:sp>
        <p:nvSpPr>
          <p:cNvPr id="3" name="CaixaDeTexto 2">
            <a:extLst>
              <a:ext uri="{FF2B5EF4-FFF2-40B4-BE49-F238E27FC236}">
                <a16:creationId xmlns:a16="http://schemas.microsoft.com/office/drawing/2014/main" id="{B4B76515-92E6-3F65-0E51-6403CBF2B491}"/>
              </a:ext>
            </a:extLst>
          </p:cNvPr>
          <p:cNvSpPr txBox="1"/>
          <p:nvPr/>
        </p:nvSpPr>
        <p:spPr>
          <a:xfrm>
            <a:off x="130373" y="169518"/>
            <a:ext cx="10487075" cy="1107996"/>
          </a:xfrm>
          <a:prstGeom prst="rect">
            <a:avLst/>
          </a:prstGeom>
          <a:noFill/>
        </p:spPr>
        <p:txBody>
          <a:bodyPr wrap="square" rtlCol="0">
            <a:spAutoFit/>
          </a:bodyPr>
          <a:lstStyle/>
          <a:p>
            <a:r>
              <a:rPr lang="pt-BR" sz="6600" dirty="0">
                <a:solidFill>
                  <a:srgbClr val="007DA9"/>
                </a:solidFill>
                <a:latin typeface="Impact" panose="020B0806030902050204" pitchFamily="34" charset="0"/>
              </a:rPr>
              <a:t>Tipos de Estrutura de Dados</a:t>
            </a:r>
          </a:p>
        </p:txBody>
      </p:sp>
      <p:sp>
        <p:nvSpPr>
          <p:cNvPr id="2" name="CaixaDeTexto 1">
            <a:extLst>
              <a:ext uri="{FF2B5EF4-FFF2-40B4-BE49-F238E27FC236}">
                <a16:creationId xmlns:a16="http://schemas.microsoft.com/office/drawing/2014/main" id="{013C05AC-FB30-84CF-7E71-7660F77580EF}"/>
              </a:ext>
            </a:extLst>
          </p:cNvPr>
          <p:cNvSpPr txBox="1"/>
          <p:nvPr/>
        </p:nvSpPr>
        <p:spPr>
          <a:xfrm>
            <a:off x="355104" y="1765023"/>
            <a:ext cx="11425561" cy="2308324"/>
          </a:xfrm>
          <a:prstGeom prst="rect">
            <a:avLst/>
          </a:prstGeom>
          <a:noFill/>
        </p:spPr>
        <p:txBody>
          <a:bodyPr wrap="square" rtlCol="0">
            <a:spAutoFit/>
          </a:bodyPr>
          <a:lstStyle/>
          <a:p>
            <a:r>
              <a:rPr lang="pt-BR" dirty="0">
                <a:solidFill>
                  <a:srgbClr val="007DA9"/>
                </a:solidFill>
                <a:latin typeface="Impact" panose="020B0806030902050204" pitchFamily="34" charset="0"/>
              </a:rPr>
              <a:t>Lista Encadeada</a:t>
            </a:r>
          </a:p>
          <a:p>
            <a:endParaRPr lang="pt-BR" dirty="0">
              <a:solidFill>
                <a:srgbClr val="007DA9"/>
              </a:solidFill>
              <a:latin typeface="Impact" panose="020B0806030902050204" pitchFamily="34" charset="0"/>
            </a:endParaRPr>
          </a:p>
          <a:p>
            <a:r>
              <a:rPr lang="pt-BR" dirty="0">
                <a:solidFill>
                  <a:srgbClr val="007DA9"/>
                </a:solidFill>
                <a:latin typeface="Impact" panose="020B0806030902050204" pitchFamily="34" charset="0"/>
              </a:rPr>
              <a:t>Listas encadeadas são úteis em situações onde a quantidade de dados pode crescer dinamicamente e onde operações de inserção e exclusão são frequentes. Elas são menos usadas diretamente em engenharia de dados, mas são importantes em algoritmos que lidam com fluxos de dados contínuos.</a:t>
            </a:r>
          </a:p>
          <a:p>
            <a:endParaRPr lang="pt-BR" dirty="0">
              <a:solidFill>
                <a:srgbClr val="007DA9"/>
              </a:solidFill>
              <a:latin typeface="Impact" panose="020B0806030902050204" pitchFamily="34" charset="0"/>
            </a:endParaRPr>
          </a:p>
          <a:p>
            <a:r>
              <a:rPr lang="pt-BR" dirty="0">
                <a:solidFill>
                  <a:srgbClr val="007DA9"/>
                </a:solidFill>
                <a:latin typeface="Impact" panose="020B0806030902050204" pitchFamily="34" charset="0"/>
              </a:rPr>
              <a:t>Exemplo: Em um pipeline de dados, uma lista encadeada pode representar uma fila de tarefas que precisam ser processadas.</a:t>
            </a:r>
          </a:p>
        </p:txBody>
      </p:sp>
      <p:sp>
        <p:nvSpPr>
          <p:cNvPr id="8" name="sketchy line">
            <a:extLst>
              <a:ext uri="{FF2B5EF4-FFF2-40B4-BE49-F238E27FC236}">
                <a16:creationId xmlns:a16="http://schemas.microsoft.com/office/drawing/2014/main" id="{096863DC-7DB0-D58B-563A-D86C00F1674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68062" y="1184695"/>
            <a:ext cx="11727443" cy="100858"/>
          </a:xfrm>
          <a:custGeom>
            <a:avLst/>
            <a:gdLst>
              <a:gd name="connsiteX0" fmla="*/ 0 w 11727443"/>
              <a:gd name="connsiteY0" fmla="*/ 0 h 100858"/>
              <a:gd name="connsiteX1" fmla="*/ 455301 w 11727443"/>
              <a:gd name="connsiteY1" fmla="*/ 0 h 100858"/>
              <a:gd name="connsiteX2" fmla="*/ 1379699 w 11727443"/>
              <a:gd name="connsiteY2" fmla="*/ 0 h 100858"/>
              <a:gd name="connsiteX3" fmla="*/ 2069549 w 11727443"/>
              <a:gd name="connsiteY3" fmla="*/ 0 h 100858"/>
              <a:gd name="connsiteX4" fmla="*/ 2524849 w 11727443"/>
              <a:gd name="connsiteY4" fmla="*/ 0 h 100858"/>
              <a:gd name="connsiteX5" fmla="*/ 2862876 w 11727443"/>
              <a:gd name="connsiteY5" fmla="*/ 0 h 100858"/>
              <a:gd name="connsiteX6" fmla="*/ 3787274 w 11727443"/>
              <a:gd name="connsiteY6" fmla="*/ 0 h 100858"/>
              <a:gd name="connsiteX7" fmla="*/ 4359849 w 11727443"/>
              <a:gd name="connsiteY7" fmla="*/ 0 h 100858"/>
              <a:gd name="connsiteX8" fmla="*/ 5284248 w 11727443"/>
              <a:gd name="connsiteY8" fmla="*/ 0 h 100858"/>
              <a:gd name="connsiteX9" fmla="*/ 5622274 w 11727443"/>
              <a:gd name="connsiteY9" fmla="*/ 0 h 100858"/>
              <a:gd name="connsiteX10" fmla="*/ 6077575 w 11727443"/>
              <a:gd name="connsiteY10" fmla="*/ 0 h 100858"/>
              <a:gd name="connsiteX11" fmla="*/ 7001973 w 11727443"/>
              <a:gd name="connsiteY11" fmla="*/ 0 h 100858"/>
              <a:gd name="connsiteX12" fmla="*/ 7926372 w 11727443"/>
              <a:gd name="connsiteY12" fmla="*/ 0 h 100858"/>
              <a:gd name="connsiteX13" fmla="*/ 8498947 w 11727443"/>
              <a:gd name="connsiteY13" fmla="*/ 0 h 100858"/>
              <a:gd name="connsiteX14" fmla="*/ 8836973 w 11727443"/>
              <a:gd name="connsiteY14" fmla="*/ 0 h 100858"/>
              <a:gd name="connsiteX15" fmla="*/ 9644097 w 11727443"/>
              <a:gd name="connsiteY15" fmla="*/ 0 h 100858"/>
              <a:gd name="connsiteX16" fmla="*/ 10333947 w 11727443"/>
              <a:gd name="connsiteY16" fmla="*/ 0 h 100858"/>
              <a:gd name="connsiteX17" fmla="*/ 10906522 w 11727443"/>
              <a:gd name="connsiteY17" fmla="*/ 0 h 100858"/>
              <a:gd name="connsiteX18" fmla="*/ 11727443 w 11727443"/>
              <a:gd name="connsiteY18" fmla="*/ 0 h 100858"/>
              <a:gd name="connsiteX19" fmla="*/ 11727443 w 11727443"/>
              <a:gd name="connsiteY19" fmla="*/ 100858 h 100858"/>
              <a:gd name="connsiteX20" fmla="*/ 10920319 w 11727443"/>
              <a:gd name="connsiteY20" fmla="*/ 100858 h 100858"/>
              <a:gd name="connsiteX21" fmla="*/ 10465018 w 11727443"/>
              <a:gd name="connsiteY21" fmla="*/ 100858 h 100858"/>
              <a:gd name="connsiteX22" fmla="*/ 9892443 w 11727443"/>
              <a:gd name="connsiteY22" fmla="*/ 100858 h 100858"/>
              <a:gd name="connsiteX23" fmla="*/ 8968045 w 11727443"/>
              <a:gd name="connsiteY23" fmla="*/ 100858 h 100858"/>
              <a:gd name="connsiteX24" fmla="*/ 8630018 w 11727443"/>
              <a:gd name="connsiteY24" fmla="*/ 100858 h 100858"/>
              <a:gd name="connsiteX25" fmla="*/ 8291992 w 11727443"/>
              <a:gd name="connsiteY25" fmla="*/ 100858 h 100858"/>
              <a:gd name="connsiteX26" fmla="*/ 7953966 w 11727443"/>
              <a:gd name="connsiteY26" fmla="*/ 100858 h 100858"/>
              <a:gd name="connsiteX27" fmla="*/ 7146842 w 11727443"/>
              <a:gd name="connsiteY27" fmla="*/ 100858 h 100858"/>
              <a:gd name="connsiteX28" fmla="*/ 6691541 w 11727443"/>
              <a:gd name="connsiteY28" fmla="*/ 100858 h 100858"/>
              <a:gd name="connsiteX29" fmla="*/ 5884417 w 11727443"/>
              <a:gd name="connsiteY29" fmla="*/ 100858 h 100858"/>
              <a:gd name="connsiteX30" fmla="*/ 5077293 w 11727443"/>
              <a:gd name="connsiteY30" fmla="*/ 100858 h 100858"/>
              <a:gd name="connsiteX31" fmla="*/ 4621992 w 11727443"/>
              <a:gd name="connsiteY31" fmla="*/ 100858 h 100858"/>
              <a:gd name="connsiteX32" fmla="*/ 3932143 w 11727443"/>
              <a:gd name="connsiteY32" fmla="*/ 100858 h 100858"/>
              <a:gd name="connsiteX33" fmla="*/ 3359567 w 11727443"/>
              <a:gd name="connsiteY33" fmla="*/ 100858 h 100858"/>
              <a:gd name="connsiteX34" fmla="*/ 2435169 w 11727443"/>
              <a:gd name="connsiteY34" fmla="*/ 100858 h 100858"/>
              <a:gd name="connsiteX35" fmla="*/ 1745319 w 11727443"/>
              <a:gd name="connsiteY35" fmla="*/ 100858 h 100858"/>
              <a:gd name="connsiteX36" fmla="*/ 938195 w 11727443"/>
              <a:gd name="connsiteY36" fmla="*/ 100858 h 100858"/>
              <a:gd name="connsiteX37" fmla="*/ 600169 w 11727443"/>
              <a:gd name="connsiteY37" fmla="*/ 100858 h 100858"/>
              <a:gd name="connsiteX38" fmla="*/ 0 w 11727443"/>
              <a:gd name="connsiteY38" fmla="*/ 100858 h 100858"/>
              <a:gd name="connsiteX39" fmla="*/ 0 w 11727443"/>
              <a:gd name="connsiteY39" fmla="*/ 0 h 1008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11727443" h="100858" fill="none" extrusionOk="0">
                <a:moveTo>
                  <a:pt x="0" y="0"/>
                </a:moveTo>
                <a:cubicBezTo>
                  <a:pt x="177575" y="-8335"/>
                  <a:pt x="289292" y="-22372"/>
                  <a:pt x="455301" y="0"/>
                </a:cubicBezTo>
                <a:cubicBezTo>
                  <a:pt x="621310" y="22372"/>
                  <a:pt x="959229" y="316"/>
                  <a:pt x="1379699" y="0"/>
                </a:cubicBezTo>
                <a:cubicBezTo>
                  <a:pt x="1800169" y="-316"/>
                  <a:pt x="1910290" y="-19988"/>
                  <a:pt x="2069549" y="0"/>
                </a:cubicBezTo>
                <a:cubicBezTo>
                  <a:pt x="2228808" y="19988"/>
                  <a:pt x="2328018" y="-6436"/>
                  <a:pt x="2524849" y="0"/>
                </a:cubicBezTo>
                <a:cubicBezTo>
                  <a:pt x="2721680" y="6436"/>
                  <a:pt x="2744923" y="692"/>
                  <a:pt x="2862876" y="0"/>
                </a:cubicBezTo>
                <a:cubicBezTo>
                  <a:pt x="2980829" y="-692"/>
                  <a:pt x="3455105" y="28803"/>
                  <a:pt x="3787274" y="0"/>
                </a:cubicBezTo>
                <a:cubicBezTo>
                  <a:pt x="4119443" y="-28803"/>
                  <a:pt x="4093258" y="3515"/>
                  <a:pt x="4359849" y="0"/>
                </a:cubicBezTo>
                <a:cubicBezTo>
                  <a:pt x="4626441" y="-3515"/>
                  <a:pt x="4994558" y="-15931"/>
                  <a:pt x="5284248" y="0"/>
                </a:cubicBezTo>
                <a:cubicBezTo>
                  <a:pt x="5573938" y="15931"/>
                  <a:pt x="5518095" y="-13412"/>
                  <a:pt x="5622274" y="0"/>
                </a:cubicBezTo>
                <a:cubicBezTo>
                  <a:pt x="5726453" y="13412"/>
                  <a:pt x="5919345" y="19043"/>
                  <a:pt x="6077575" y="0"/>
                </a:cubicBezTo>
                <a:cubicBezTo>
                  <a:pt x="6235805" y="-19043"/>
                  <a:pt x="6637812" y="29609"/>
                  <a:pt x="7001973" y="0"/>
                </a:cubicBezTo>
                <a:cubicBezTo>
                  <a:pt x="7366134" y="-29609"/>
                  <a:pt x="7716303" y="17424"/>
                  <a:pt x="7926372" y="0"/>
                </a:cubicBezTo>
                <a:cubicBezTo>
                  <a:pt x="8136441" y="-17424"/>
                  <a:pt x="8378864" y="-19420"/>
                  <a:pt x="8498947" y="0"/>
                </a:cubicBezTo>
                <a:cubicBezTo>
                  <a:pt x="8619031" y="19420"/>
                  <a:pt x="8765062" y="-15679"/>
                  <a:pt x="8836973" y="0"/>
                </a:cubicBezTo>
                <a:cubicBezTo>
                  <a:pt x="8908884" y="15679"/>
                  <a:pt x="9288035" y="12756"/>
                  <a:pt x="9644097" y="0"/>
                </a:cubicBezTo>
                <a:cubicBezTo>
                  <a:pt x="10000159" y="-12756"/>
                  <a:pt x="10089663" y="-5649"/>
                  <a:pt x="10333947" y="0"/>
                </a:cubicBezTo>
                <a:cubicBezTo>
                  <a:pt x="10578231" y="5649"/>
                  <a:pt x="10785095" y="27917"/>
                  <a:pt x="10906522" y="0"/>
                </a:cubicBezTo>
                <a:cubicBezTo>
                  <a:pt x="11027949" y="-27917"/>
                  <a:pt x="11562609" y="31188"/>
                  <a:pt x="11727443" y="0"/>
                </a:cubicBezTo>
                <a:cubicBezTo>
                  <a:pt x="11723584" y="38217"/>
                  <a:pt x="11731691" y="73296"/>
                  <a:pt x="11727443" y="100858"/>
                </a:cubicBezTo>
                <a:cubicBezTo>
                  <a:pt x="11381154" y="139297"/>
                  <a:pt x="11163895" y="69647"/>
                  <a:pt x="10920319" y="100858"/>
                </a:cubicBezTo>
                <a:cubicBezTo>
                  <a:pt x="10676743" y="132069"/>
                  <a:pt x="10625983" y="117071"/>
                  <a:pt x="10465018" y="100858"/>
                </a:cubicBezTo>
                <a:cubicBezTo>
                  <a:pt x="10304053" y="84645"/>
                  <a:pt x="10063410" y="105790"/>
                  <a:pt x="9892443" y="100858"/>
                </a:cubicBezTo>
                <a:cubicBezTo>
                  <a:pt x="9721477" y="95926"/>
                  <a:pt x="9298902" y="55708"/>
                  <a:pt x="8968045" y="100858"/>
                </a:cubicBezTo>
                <a:cubicBezTo>
                  <a:pt x="8637188" y="146008"/>
                  <a:pt x="8753098" y="98295"/>
                  <a:pt x="8630018" y="100858"/>
                </a:cubicBezTo>
                <a:cubicBezTo>
                  <a:pt x="8506938" y="103421"/>
                  <a:pt x="8382809" y="104606"/>
                  <a:pt x="8291992" y="100858"/>
                </a:cubicBezTo>
                <a:cubicBezTo>
                  <a:pt x="8201175" y="97110"/>
                  <a:pt x="8042573" y="88227"/>
                  <a:pt x="7953966" y="100858"/>
                </a:cubicBezTo>
                <a:cubicBezTo>
                  <a:pt x="7865359" y="113489"/>
                  <a:pt x="7327260" y="71433"/>
                  <a:pt x="7146842" y="100858"/>
                </a:cubicBezTo>
                <a:cubicBezTo>
                  <a:pt x="6966424" y="130283"/>
                  <a:pt x="6836691" y="78893"/>
                  <a:pt x="6691541" y="100858"/>
                </a:cubicBezTo>
                <a:cubicBezTo>
                  <a:pt x="6546391" y="122823"/>
                  <a:pt x="6161732" y="96929"/>
                  <a:pt x="5884417" y="100858"/>
                </a:cubicBezTo>
                <a:cubicBezTo>
                  <a:pt x="5607102" y="104787"/>
                  <a:pt x="5399769" y="71203"/>
                  <a:pt x="5077293" y="100858"/>
                </a:cubicBezTo>
                <a:cubicBezTo>
                  <a:pt x="4754817" y="130513"/>
                  <a:pt x="4780101" y="110562"/>
                  <a:pt x="4621992" y="100858"/>
                </a:cubicBezTo>
                <a:cubicBezTo>
                  <a:pt x="4463883" y="91154"/>
                  <a:pt x="4080268" y="82653"/>
                  <a:pt x="3932143" y="100858"/>
                </a:cubicBezTo>
                <a:cubicBezTo>
                  <a:pt x="3784018" y="119063"/>
                  <a:pt x="3606068" y="107585"/>
                  <a:pt x="3359567" y="100858"/>
                </a:cubicBezTo>
                <a:cubicBezTo>
                  <a:pt x="3113066" y="94131"/>
                  <a:pt x="2833730" y="108463"/>
                  <a:pt x="2435169" y="100858"/>
                </a:cubicBezTo>
                <a:cubicBezTo>
                  <a:pt x="2036608" y="93253"/>
                  <a:pt x="1979570" y="109496"/>
                  <a:pt x="1745319" y="100858"/>
                </a:cubicBezTo>
                <a:cubicBezTo>
                  <a:pt x="1511068" y="92221"/>
                  <a:pt x="1304277" y="99602"/>
                  <a:pt x="938195" y="100858"/>
                </a:cubicBezTo>
                <a:cubicBezTo>
                  <a:pt x="572113" y="102114"/>
                  <a:pt x="673750" y="115329"/>
                  <a:pt x="600169" y="100858"/>
                </a:cubicBezTo>
                <a:cubicBezTo>
                  <a:pt x="526588" y="86387"/>
                  <a:pt x="223952" y="122492"/>
                  <a:pt x="0" y="100858"/>
                </a:cubicBezTo>
                <a:cubicBezTo>
                  <a:pt x="-124" y="56937"/>
                  <a:pt x="-3196" y="35397"/>
                  <a:pt x="0" y="0"/>
                </a:cubicBezTo>
                <a:close/>
              </a:path>
              <a:path w="11727443" h="100858" stroke="0" extrusionOk="0">
                <a:moveTo>
                  <a:pt x="0" y="0"/>
                </a:moveTo>
                <a:cubicBezTo>
                  <a:pt x="226598" y="-20463"/>
                  <a:pt x="284703" y="21278"/>
                  <a:pt x="455301" y="0"/>
                </a:cubicBezTo>
                <a:cubicBezTo>
                  <a:pt x="625899" y="-21278"/>
                  <a:pt x="975360" y="-38169"/>
                  <a:pt x="1379699" y="0"/>
                </a:cubicBezTo>
                <a:cubicBezTo>
                  <a:pt x="1784038" y="38169"/>
                  <a:pt x="1553897" y="10715"/>
                  <a:pt x="1717725" y="0"/>
                </a:cubicBezTo>
                <a:cubicBezTo>
                  <a:pt x="1881553" y="-10715"/>
                  <a:pt x="1957404" y="7512"/>
                  <a:pt x="2055752" y="0"/>
                </a:cubicBezTo>
                <a:cubicBezTo>
                  <a:pt x="2154100" y="-7512"/>
                  <a:pt x="2455093" y="6931"/>
                  <a:pt x="2745601" y="0"/>
                </a:cubicBezTo>
                <a:cubicBezTo>
                  <a:pt x="3036109" y="-6931"/>
                  <a:pt x="3200578" y="-6899"/>
                  <a:pt x="3318177" y="0"/>
                </a:cubicBezTo>
                <a:cubicBezTo>
                  <a:pt x="3435776" y="6899"/>
                  <a:pt x="3830972" y="-29023"/>
                  <a:pt x="4125301" y="0"/>
                </a:cubicBezTo>
                <a:cubicBezTo>
                  <a:pt x="4419630" y="29023"/>
                  <a:pt x="4438628" y="-3380"/>
                  <a:pt x="4580601" y="0"/>
                </a:cubicBezTo>
                <a:cubicBezTo>
                  <a:pt x="4722574" y="3380"/>
                  <a:pt x="5287872" y="-26084"/>
                  <a:pt x="5505000" y="0"/>
                </a:cubicBezTo>
                <a:cubicBezTo>
                  <a:pt x="5722128" y="26084"/>
                  <a:pt x="5845495" y="-3138"/>
                  <a:pt x="6077575" y="0"/>
                </a:cubicBezTo>
                <a:cubicBezTo>
                  <a:pt x="6309655" y="3138"/>
                  <a:pt x="6416497" y="-9038"/>
                  <a:pt x="6532876" y="0"/>
                </a:cubicBezTo>
                <a:cubicBezTo>
                  <a:pt x="6649255" y="9038"/>
                  <a:pt x="6798774" y="17432"/>
                  <a:pt x="6988176" y="0"/>
                </a:cubicBezTo>
                <a:cubicBezTo>
                  <a:pt x="7177578" y="-17432"/>
                  <a:pt x="7432115" y="-1508"/>
                  <a:pt x="7560751" y="0"/>
                </a:cubicBezTo>
                <a:cubicBezTo>
                  <a:pt x="7689387" y="1508"/>
                  <a:pt x="7817048" y="19459"/>
                  <a:pt x="8016052" y="0"/>
                </a:cubicBezTo>
                <a:cubicBezTo>
                  <a:pt x="8215056" y="-19459"/>
                  <a:pt x="8384141" y="13593"/>
                  <a:pt x="8705902" y="0"/>
                </a:cubicBezTo>
                <a:cubicBezTo>
                  <a:pt x="9027663" y="-13593"/>
                  <a:pt x="8932873" y="-16432"/>
                  <a:pt x="9043928" y="0"/>
                </a:cubicBezTo>
                <a:cubicBezTo>
                  <a:pt x="9154983" y="16432"/>
                  <a:pt x="9568699" y="-30219"/>
                  <a:pt x="9733778" y="0"/>
                </a:cubicBezTo>
                <a:cubicBezTo>
                  <a:pt x="9898857" y="30219"/>
                  <a:pt x="9973728" y="-1849"/>
                  <a:pt x="10071804" y="0"/>
                </a:cubicBezTo>
                <a:cubicBezTo>
                  <a:pt x="10169880" y="1849"/>
                  <a:pt x="10558830" y="-12560"/>
                  <a:pt x="10996202" y="0"/>
                </a:cubicBezTo>
                <a:cubicBezTo>
                  <a:pt x="11433574" y="12560"/>
                  <a:pt x="11579031" y="-6546"/>
                  <a:pt x="11727443" y="0"/>
                </a:cubicBezTo>
                <a:cubicBezTo>
                  <a:pt x="11729168" y="25018"/>
                  <a:pt x="11723362" y="74256"/>
                  <a:pt x="11727443" y="100858"/>
                </a:cubicBezTo>
                <a:cubicBezTo>
                  <a:pt x="11466834" y="85519"/>
                  <a:pt x="11273864" y="83363"/>
                  <a:pt x="11154868" y="100858"/>
                </a:cubicBezTo>
                <a:cubicBezTo>
                  <a:pt x="11035872" y="118353"/>
                  <a:pt x="10917509" y="98250"/>
                  <a:pt x="10816842" y="100858"/>
                </a:cubicBezTo>
                <a:cubicBezTo>
                  <a:pt x="10716175" y="103466"/>
                  <a:pt x="10190281" y="93289"/>
                  <a:pt x="9892443" y="100858"/>
                </a:cubicBezTo>
                <a:cubicBezTo>
                  <a:pt x="9594605" y="108427"/>
                  <a:pt x="9385168" y="118111"/>
                  <a:pt x="9202594" y="100858"/>
                </a:cubicBezTo>
                <a:cubicBezTo>
                  <a:pt x="9020020" y="83605"/>
                  <a:pt x="8470284" y="126256"/>
                  <a:pt x="8278195" y="100858"/>
                </a:cubicBezTo>
                <a:cubicBezTo>
                  <a:pt x="8086106" y="75460"/>
                  <a:pt x="7779236" y="101234"/>
                  <a:pt x="7588345" y="100858"/>
                </a:cubicBezTo>
                <a:cubicBezTo>
                  <a:pt x="7397454" y="100483"/>
                  <a:pt x="7324210" y="98320"/>
                  <a:pt x="7250319" y="100858"/>
                </a:cubicBezTo>
                <a:cubicBezTo>
                  <a:pt x="7176428" y="103396"/>
                  <a:pt x="6743284" y="112839"/>
                  <a:pt x="6325921" y="100858"/>
                </a:cubicBezTo>
                <a:cubicBezTo>
                  <a:pt x="5908558" y="88877"/>
                  <a:pt x="6095670" y="116342"/>
                  <a:pt x="5870620" y="100858"/>
                </a:cubicBezTo>
                <a:cubicBezTo>
                  <a:pt x="5645570" y="85374"/>
                  <a:pt x="5700885" y="115088"/>
                  <a:pt x="5532594" y="100858"/>
                </a:cubicBezTo>
                <a:cubicBezTo>
                  <a:pt x="5364303" y="86628"/>
                  <a:pt x="5212740" y="105293"/>
                  <a:pt x="4960019" y="100858"/>
                </a:cubicBezTo>
                <a:cubicBezTo>
                  <a:pt x="4707298" y="96423"/>
                  <a:pt x="4491720" y="108840"/>
                  <a:pt x="4035620" y="100858"/>
                </a:cubicBezTo>
                <a:cubicBezTo>
                  <a:pt x="3579520" y="92876"/>
                  <a:pt x="3768890" y="79226"/>
                  <a:pt x="3580319" y="100858"/>
                </a:cubicBezTo>
                <a:cubicBezTo>
                  <a:pt x="3391748" y="122490"/>
                  <a:pt x="3059393" y="71723"/>
                  <a:pt x="2655921" y="100858"/>
                </a:cubicBezTo>
                <a:cubicBezTo>
                  <a:pt x="2252449" y="129993"/>
                  <a:pt x="2021995" y="121740"/>
                  <a:pt x="1848797" y="100858"/>
                </a:cubicBezTo>
                <a:cubicBezTo>
                  <a:pt x="1675599" y="79976"/>
                  <a:pt x="1263502" y="106737"/>
                  <a:pt x="924398" y="100858"/>
                </a:cubicBezTo>
                <a:cubicBezTo>
                  <a:pt x="585294" y="94979"/>
                  <a:pt x="216313" y="56521"/>
                  <a:pt x="0" y="100858"/>
                </a:cubicBezTo>
                <a:cubicBezTo>
                  <a:pt x="-4094" y="59488"/>
                  <a:pt x="2375" y="29231"/>
                  <a:pt x="0" y="0"/>
                </a:cubicBezTo>
                <a:close/>
              </a:path>
            </a:pathLst>
          </a:custGeom>
          <a:solidFill>
            <a:srgbClr val="007DA9"/>
          </a:solidFill>
          <a:ln w="44450" cap="rnd">
            <a:solidFill>
              <a:srgbClr val="007DA9"/>
            </a:solidFill>
            <a:round/>
            <a:extLst>
              <a:ext uri="{C807C97D-BFC1-408E-A445-0C87EB9F89A2}">
                <ask:lineSketchStyleProps xmlns:ask="http://schemas.microsoft.com/office/drawing/2018/sketchyshapes" sd="2863741219">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rgbClr val="007DA9"/>
                </a:solidFill>
              </a:rPr>
              <a:t>‘</a:t>
            </a:r>
          </a:p>
        </p:txBody>
      </p:sp>
      <p:pic>
        <p:nvPicPr>
          <p:cNvPr id="6" name="Imagem 5">
            <a:extLst>
              <a:ext uri="{FF2B5EF4-FFF2-40B4-BE49-F238E27FC236}">
                <a16:creationId xmlns:a16="http://schemas.microsoft.com/office/drawing/2014/main" id="{931D6D99-AB8E-7B36-95EC-8A23D0FF30F8}"/>
              </a:ext>
            </a:extLst>
          </p:cNvPr>
          <p:cNvPicPr>
            <a:picLocks noChangeAspect="1"/>
          </p:cNvPicPr>
          <p:nvPr/>
        </p:nvPicPr>
        <p:blipFill>
          <a:blip r:embed="rId2"/>
          <a:stretch>
            <a:fillRect/>
          </a:stretch>
        </p:blipFill>
        <p:spPr>
          <a:xfrm>
            <a:off x="1938474" y="4313381"/>
            <a:ext cx="8386618" cy="2110407"/>
          </a:xfrm>
          <a:prstGeom prst="rect">
            <a:avLst/>
          </a:prstGeom>
        </p:spPr>
      </p:pic>
    </p:spTree>
    <p:extLst>
      <p:ext uri="{BB962C8B-B14F-4D97-AF65-F5344CB8AC3E}">
        <p14:creationId xmlns:p14="http://schemas.microsoft.com/office/powerpoint/2010/main" val="362309311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35BFF9-5397-9F8C-870D-5BE468EAB1C7}"/>
            </a:ext>
          </a:extLst>
        </p:cNvPr>
        <p:cNvGrpSpPr/>
        <p:nvPr/>
      </p:nvGrpSpPr>
      <p:grpSpPr>
        <a:xfrm>
          <a:off x="0" y="0"/>
          <a:ext cx="0" cy="0"/>
          <a:chOff x="0" y="0"/>
          <a:chExt cx="0" cy="0"/>
        </a:xfrm>
      </p:grpSpPr>
      <p:sp>
        <p:nvSpPr>
          <p:cNvPr id="4" name="Retângulo 3">
            <a:extLst>
              <a:ext uri="{FF2B5EF4-FFF2-40B4-BE49-F238E27FC236}">
                <a16:creationId xmlns:a16="http://schemas.microsoft.com/office/drawing/2014/main" id="{1FA16E8D-D920-65A2-E20A-74BC27402093}"/>
              </a:ext>
            </a:extLst>
          </p:cNvPr>
          <p:cNvSpPr/>
          <p:nvPr/>
        </p:nvSpPr>
        <p:spPr>
          <a:xfrm>
            <a:off x="355104" y="1426718"/>
            <a:ext cx="11425561" cy="5294757"/>
          </a:xfrm>
          <a:prstGeom prst="rect">
            <a:avLst/>
          </a:prstGeom>
          <a:solidFill>
            <a:schemeClr val="accent2">
              <a:lumMod val="20000"/>
              <a:lumOff val="80000"/>
            </a:schemeClr>
          </a:solidFill>
          <a:ln>
            <a:solidFill>
              <a:srgbClr val="007DA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noFill/>
            </a:endParaRPr>
          </a:p>
        </p:txBody>
      </p:sp>
      <p:sp>
        <p:nvSpPr>
          <p:cNvPr id="3" name="CaixaDeTexto 2">
            <a:extLst>
              <a:ext uri="{FF2B5EF4-FFF2-40B4-BE49-F238E27FC236}">
                <a16:creationId xmlns:a16="http://schemas.microsoft.com/office/drawing/2014/main" id="{B4B76515-92E6-3F65-0E51-6403CBF2B491}"/>
              </a:ext>
            </a:extLst>
          </p:cNvPr>
          <p:cNvSpPr txBox="1"/>
          <p:nvPr/>
        </p:nvSpPr>
        <p:spPr>
          <a:xfrm>
            <a:off x="130373" y="169518"/>
            <a:ext cx="10487075" cy="1107996"/>
          </a:xfrm>
          <a:prstGeom prst="rect">
            <a:avLst/>
          </a:prstGeom>
          <a:noFill/>
        </p:spPr>
        <p:txBody>
          <a:bodyPr wrap="square" rtlCol="0">
            <a:spAutoFit/>
          </a:bodyPr>
          <a:lstStyle/>
          <a:p>
            <a:r>
              <a:rPr lang="pt-BR" sz="6600" dirty="0">
                <a:solidFill>
                  <a:srgbClr val="007DA9"/>
                </a:solidFill>
                <a:latin typeface="Impact" panose="020B0806030902050204" pitchFamily="34" charset="0"/>
              </a:rPr>
              <a:t>Tipos de Estrutura de Dados</a:t>
            </a:r>
          </a:p>
        </p:txBody>
      </p:sp>
      <p:sp>
        <p:nvSpPr>
          <p:cNvPr id="2" name="CaixaDeTexto 1">
            <a:extLst>
              <a:ext uri="{FF2B5EF4-FFF2-40B4-BE49-F238E27FC236}">
                <a16:creationId xmlns:a16="http://schemas.microsoft.com/office/drawing/2014/main" id="{013C05AC-FB30-84CF-7E71-7660F77580EF}"/>
              </a:ext>
            </a:extLst>
          </p:cNvPr>
          <p:cNvSpPr txBox="1"/>
          <p:nvPr/>
        </p:nvSpPr>
        <p:spPr>
          <a:xfrm>
            <a:off x="355104" y="1715514"/>
            <a:ext cx="11425561" cy="2308324"/>
          </a:xfrm>
          <a:prstGeom prst="rect">
            <a:avLst/>
          </a:prstGeom>
          <a:noFill/>
        </p:spPr>
        <p:txBody>
          <a:bodyPr wrap="square" rtlCol="0">
            <a:spAutoFit/>
          </a:bodyPr>
          <a:lstStyle/>
          <a:p>
            <a:r>
              <a:rPr lang="pt-BR" dirty="0">
                <a:solidFill>
                  <a:srgbClr val="007DA9"/>
                </a:solidFill>
                <a:latin typeface="Impact" panose="020B0806030902050204" pitchFamily="34" charset="0"/>
              </a:rPr>
              <a:t>Array (ou Vetor)</a:t>
            </a:r>
          </a:p>
          <a:p>
            <a:endParaRPr lang="pt-BR" dirty="0">
              <a:solidFill>
                <a:srgbClr val="007DA9"/>
              </a:solidFill>
              <a:latin typeface="Impact" panose="020B0806030902050204" pitchFamily="34" charset="0"/>
            </a:endParaRPr>
          </a:p>
          <a:p>
            <a:r>
              <a:rPr lang="pt-BR" dirty="0">
                <a:solidFill>
                  <a:srgbClr val="007DA9"/>
                </a:solidFill>
                <a:latin typeface="Impact" panose="020B0806030902050204" pitchFamily="34" charset="0"/>
              </a:rPr>
              <a:t>Em sistemas de dados, </a:t>
            </a:r>
            <a:r>
              <a:rPr lang="pt-BR" dirty="0" err="1">
                <a:solidFill>
                  <a:srgbClr val="007DA9"/>
                </a:solidFill>
                <a:latin typeface="Impact" panose="020B0806030902050204" pitchFamily="34" charset="0"/>
              </a:rPr>
              <a:t>arrays</a:t>
            </a:r>
            <a:r>
              <a:rPr lang="pt-BR" dirty="0">
                <a:solidFill>
                  <a:srgbClr val="007DA9"/>
                </a:solidFill>
                <a:latin typeface="Impact" panose="020B0806030902050204" pitchFamily="34" charset="0"/>
              </a:rPr>
              <a:t> são usados para armazenar sequências de dados, como colunas em um banco de dados ou séries temporais. Eles são eficientes para acessar elementos diretamente por índice, o que é útil em análises rápidas de grandes volumes de dados.</a:t>
            </a:r>
          </a:p>
          <a:p>
            <a:endParaRPr lang="pt-BR" dirty="0">
              <a:solidFill>
                <a:srgbClr val="007DA9"/>
              </a:solidFill>
              <a:latin typeface="Impact" panose="020B0806030902050204" pitchFamily="34" charset="0"/>
            </a:endParaRPr>
          </a:p>
          <a:p>
            <a:r>
              <a:rPr lang="pt-BR" dirty="0">
                <a:solidFill>
                  <a:srgbClr val="007DA9"/>
                </a:solidFill>
                <a:latin typeface="Impact" panose="020B0806030902050204" pitchFamily="34" charset="0"/>
              </a:rPr>
              <a:t>Exemplo: Uma série temporal de medições de sensores onde cada entrada no array corresponde a uma leitura em um momento específico.</a:t>
            </a:r>
          </a:p>
        </p:txBody>
      </p:sp>
      <p:sp>
        <p:nvSpPr>
          <p:cNvPr id="8" name="sketchy line">
            <a:extLst>
              <a:ext uri="{FF2B5EF4-FFF2-40B4-BE49-F238E27FC236}">
                <a16:creationId xmlns:a16="http://schemas.microsoft.com/office/drawing/2014/main" id="{096863DC-7DB0-D58B-563A-D86C00F1674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68062" y="1184695"/>
            <a:ext cx="11727443" cy="100858"/>
          </a:xfrm>
          <a:custGeom>
            <a:avLst/>
            <a:gdLst>
              <a:gd name="connsiteX0" fmla="*/ 0 w 11727443"/>
              <a:gd name="connsiteY0" fmla="*/ 0 h 100858"/>
              <a:gd name="connsiteX1" fmla="*/ 455301 w 11727443"/>
              <a:gd name="connsiteY1" fmla="*/ 0 h 100858"/>
              <a:gd name="connsiteX2" fmla="*/ 1379699 w 11727443"/>
              <a:gd name="connsiteY2" fmla="*/ 0 h 100858"/>
              <a:gd name="connsiteX3" fmla="*/ 2069549 w 11727443"/>
              <a:gd name="connsiteY3" fmla="*/ 0 h 100858"/>
              <a:gd name="connsiteX4" fmla="*/ 2524849 w 11727443"/>
              <a:gd name="connsiteY4" fmla="*/ 0 h 100858"/>
              <a:gd name="connsiteX5" fmla="*/ 2862876 w 11727443"/>
              <a:gd name="connsiteY5" fmla="*/ 0 h 100858"/>
              <a:gd name="connsiteX6" fmla="*/ 3787274 w 11727443"/>
              <a:gd name="connsiteY6" fmla="*/ 0 h 100858"/>
              <a:gd name="connsiteX7" fmla="*/ 4359849 w 11727443"/>
              <a:gd name="connsiteY7" fmla="*/ 0 h 100858"/>
              <a:gd name="connsiteX8" fmla="*/ 5284248 w 11727443"/>
              <a:gd name="connsiteY8" fmla="*/ 0 h 100858"/>
              <a:gd name="connsiteX9" fmla="*/ 5622274 w 11727443"/>
              <a:gd name="connsiteY9" fmla="*/ 0 h 100858"/>
              <a:gd name="connsiteX10" fmla="*/ 6077575 w 11727443"/>
              <a:gd name="connsiteY10" fmla="*/ 0 h 100858"/>
              <a:gd name="connsiteX11" fmla="*/ 7001973 w 11727443"/>
              <a:gd name="connsiteY11" fmla="*/ 0 h 100858"/>
              <a:gd name="connsiteX12" fmla="*/ 7926372 w 11727443"/>
              <a:gd name="connsiteY12" fmla="*/ 0 h 100858"/>
              <a:gd name="connsiteX13" fmla="*/ 8498947 w 11727443"/>
              <a:gd name="connsiteY13" fmla="*/ 0 h 100858"/>
              <a:gd name="connsiteX14" fmla="*/ 8836973 w 11727443"/>
              <a:gd name="connsiteY14" fmla="*/ 0 h 100858"/>
              <a:gd name="connsiteX15" fmla="*/ 9644097 w 11727443"/>
              <a:gd name="connsiteY15" fmla="*/ 0 h 100858"/>
              <a:gd name="connsiteX16" fmla="*/ 10333947 w 11727443"/>
              <a:gd name="connsiteY16" fmla="*/ 0 h 100858"/>
              <a:gd name="connsiteX17" fmla="*/ 10906522 w 11727443"/>
              <a:gd name="connsiteY17" fmla="*/ 0 h 100858"/>
              <a:gd name="connsiteX18" fmla="*/ 11727443 w 11727443"/>
              <a:gd name="connsiteY18" fmla="*/ 0 h 100858"/>
              <a:gd name="connsiteX19" fmla="*/ 11727443 w 11727443"/>
              <a:gd name="connsiteY19" fmla="*/ 100858 h 100858"/>
              <a:gd name="connsiteX20" fmla="*/ 10920319 w 11727443"/>
              <a:gd name="connsiteY20" fmla="*/ 100858 h 100858"/>
              <a:gd name="connsiteX21" fmla="*/ 10465018 w 11727443"/>
              <a:gd name="connsiteY21" fmla="*/ 100858 h 100858"/>
              <a:gd name="connsiteX22" fmla="*/ 9892443 w 11727443"/>
              <a:gd name="connsiteY22" fmla="*/ 100858 h 100858"/>
              <a:gd name="connsiteX23" fmla="*/ 8968045 w 11727443"/>
              <a:gd name="connsiteY23" fmla="*/ 100858 h 100858"/>
              <a:gd name="connsiteX24" fmla="*/ 8630018 w 11727443"/>
              <a:gd name="connsiteY24" fmla="*/ 100858 h 100858"/>
              <a:gd name="connsiteX25" fmla="*/ 8291992 w 11727443"/>
              <a:gd name="connsiteY25" fmla="*/ 100858 h 100858"/>
              <a:gd name="connsiteX26" fmla="*/ 7953966 w 11727443"/>
              <a:gd name="connsiteY26" fmla="*/ 100858 h 100858"/>
              <a:gd name="connsiteX27" fmla="*/ 7146842 w 11727443"/>
              <a:gd name="connsiteY27" fmla="*/ 100858 h 100858"/>
              <a:gd name="connsiteX28" fmla="*/ 6691541 w 11727443"/>
              <a:gd name="connsiteY28" fmla="*/ 100858 h 100858"/>
              <a:gd name="connsiteX29" fmla="*/ 5884417 w 11727443"/>
              <a:gd name="connsiteY29" fmla="*/ 100858 h 100858"/>
              <a:gd name="connsiteX30" fmla="*/ 5077293 w 11727443"/>
              <a:gd name="connsiteY30" fmla="*/ 100858 h 100858"/>
              <a:gd name="connsiteX31" fmla="*/ 4621992 w 11727443"/>
              <a:gd name="connsiteY31" fmla="*/ 100858 h 100858"/>
              <a:gd name="connsiteX32" fmla="*/ 3932143 w 11727443"/>
              <a:gd name="connsiteY32" fmla="*/ 100858 h 100858"/>
              <a:gd name="connsiteX33" fmla="*/ 3359567 w 11727443"/>
              <a:gd name="connsiteY33" fmla="*/ 100858 h 100858"/>
              <a:gd name="connsiteX34" fmla="*/ 2435169 w 11727443"/>
              <a:gd name="connsiteY34" fmla="*/ 100858 h 100858"/>
              <a:gd name="connsiteX35" fmla="*/ 1745319 w 11727443"/>
              <a:gd name="connsiteY35" fmla="*/ 100858 h 100858"/>
              <a:gd name="connsiteX36" fmla="*/ 938195 w 11727443"/>
              <a:gd name="connsiteY36" fmla="*/ 100858 h 100858"/>
              <a:gd name="connsiteX37" fmla="*/ 600169 w 11727443"/>
              <a:gd name="connsiteY37" fmla="*/ 100858 h 100858"/>
              <a:gd name="connsiteX38" fmla="*/ 0 w 11727443"/>
              <a:gd name="connsiteY38" fmla="*/ 100858 h 100858"/>
              <a:gd name="connsiteX39" fmla="*/ 0 w 11727443"/>
              <a:gd name="connsiteY39" fmla="*/ 0 h 1008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11727443" h="100858" fill="none" extrusionOk="0">
                <a:moveTo>
                  <a:pt x="0" y="0"/>
                </a:moveTo>
                <a:cubicBezTo>
                  <a:pt x="177575" y="-8335"/>
                  <a:pt x="289292" y="-22372"/>
                  <a:pt x="455301" y="0"/>
                </a:cubicBezTo>
                <a:cubicBezTo>
                  <a:pt x="621310" y="22372"/>
                  <a:pt x="959229" y="316"/>
                  <a:pt x="1379699" y="0"/>
                </a:cubicBezTo>
                <a:cubicBezTo>
                  <a:pt x="1800169" y="-316"/>
                  <a:pt x="1910290" y="-19988"/>
                  <a:pt x="2069549" y="0"/>
                </a:cubicBezTo>
                <a:cubicBezTo>
                  <a:pt x="2228808" y="19988"/>
                  <a:pt x="2328018" y="-6436"/>
                  <a:pt x="2524849" y="0"/>
                </a:cubicBezTo>
                <a:cubicBezTo>
                  <a:pt x="2721680" y="6436"/>
                  <a:pt x="2744923" y="692"/>
                  <a:pt x="2862876" y="0"/>
                </a:cubicBezTo>
                <a:cubicBezTo>
                  <a:pt x="2980829" y="-692"/>
                  <a:pt x="3455105" y="28803"/>
                  <a:pt x="3787274" y="0"/>
                </a:cubicBezTo>
                <a:cubicBezTo>
                  <a:pt x="4119443" y="-28803"/>
                  <a:pt x="4093258" y="3515"/>
                  <a:pt x="4359849" y="0"/>
                </a:cubicBezTo>
                <a:cubicBezTo>
                  <a:pt x="4626441" y="-3515"/>
                  <a:pt x="4994558" y="-15931"/>
                  <a:pt x="5284248" y="0"/>
                </a:cubicBezTo>
                <a:cubicBezTo>
                  <a:pt x="5573938" y="15931"/>
                  <a:pt x="5518095" y="-13412"/>
                  <a:pt x="5622274" y="0"/>
                </a:cubicBezTo>
                <a:cubicBezTo>
                  <a:pt x="5726453" y="13412"/>
                  <a:pt x="5919345" y="19043"/>
                  <a:pt x="6077575" y="0"/>
                </a:cubicBezTo>
                <a:cubicBezTo>
                  <a:pt x="6235805" y="-19043"/>
                  <a:pt x="6637812" y="29609"/>
                  <a:pt x="7001973" y="0"/>
                </a:cubicBezTo>
                <a:cubicBezTo>
                  <a:pt x="7366134" y="-29609"/>
                  <a:pt x="7716303" y="17424"/>
                  <a:pt x="7926372" y="0"/>
                </a:cubicBezTo>
                <a:cubicBezTo>
                  <a:pt x="8136441" y="-17424"/>
                  <a:pt x="8378864" y="-19420"/>
                  <a:pt x="8498947" y="0"/>
                </a:cubicBezTo>
                <a:cubicBezTo>
                  <a:pt x="8619031" y="19420"/>
                  <a:pt x="8765062" y="-15679"/>
                  <a:pt x="8836973" y="0"/>
                </a:cubicBezTo>
                <a:cubicBezTo>
                  <a:pt x="8908884" y="15679"/>
                  <a:pt x="9288035" y="12756"/>
                  <a:pt x="9644097" y="0"/>
                </a:cubicBezTo>
                <a:cubicBezTo>
                  <a:pt x="10000159" y="-12756"/>
                  <a:pt x="10089663" y="-5649"/>
                  <a:pt x="10333947" y="0"/>
                </a:cubicBezTo>
                <a:cubicBezTo>
                  <a:pt x="10578231" y="5649"/>
                  <a:pt x="10785095" y="27917"/>
                  <a:pt x="10906522" y="0"/>
                </a:cubicBezTo>
                <a:cubicBezTo>
                  <a:pt x="11027949" y="-27917"/>
                  <a:pt x="11562609" y="31188"/>
                  <a:pt x="11727443" y="0"/>
                </a:cubicBezTo>
                <a:cubicBezTo>
                  <a:pt x="11723584" y="38217"/>
                  <a:pt x="11731691" y="73296"/>
                  <a:pt x="11727443" y="100858"/>
                </a:cubicBezTo>
                <a:cubicBezTo>
                  <a:pt x="11381154" y="139297"/>
                  <a:pt x="11163895" y="69647"/>
                  <a:pt x="10920319" y="100858"/>
                </a:cubicBezTo>
                <a:cubicBezTo>
                  <a:pt x="10676743" y="132069"/>
                  <a:pt x="10625983" y="117071"/>
                  <a:pt x="10465018" y="100858"/>
                </a:cubicBezTo>
                <a:cubicBezTo>
                  <a:pt x="10304053" y="84645"/>
                  <a:pt x="10063410" y="105790"/>
                  <a:pt x="9892443" y="100858"/>
                </a:cubicBezTo>
                <a:cubicBezTo>
                  <a:pt x="9721477" y="95926"/>
                  <a:pt x="9298902" y="55708"/>
                  <a:pt x="8968045" y="100858"/>
                </a:cubicBezTo>
                <a:cubicBezTo>
                  <a:pt x="8637188" y="146008"/>
                  <a:pt x="8753098" y="98295"/>
                  <a:pt x="8630018" y="100858"/>
                </a:cubicBezTo>
                <a:cubicBezTo>
                  <a:pt x="8506938" y="103421"/>
                  <a:pt x="8382809" y="104606"/>
                  <a:pt x="8291992" y="100858"/>
                </a:cubicBezTo>
                <a:cubicBezTo>
                  <a:pt x="8201175" y="97110"/>
                  <a:pt x="8042573" y="88227"/>
                  <a:pt x="7953966" y="100858"/>
                </a:cubicBezTo>
                <a:cubicBezTo>
                  <a:pt x="7865359" y="113489"/>
                  <a:pt x="7327260" y="71433"/>
                  <a:pt x="7146842" y="100858"/>
                </a:cubicBezTo>
                <a:cubicBezTo>
                  <a:pt x="6966424" y="130283"/>
                  <a:pt x="6836691" y="78893"/>
                  <a:pt x="6691541" y="100858"/>
                </a:cubicBezTo>
                <a:cubicBezTo>
                  <a:pt x="6546391" y="122823"/>
                  <a:pt x="6161732" y="96929"/>
                  <a:pt x="5884417" y="100858"/>
                </a:cubicBezTo>
                <a:cubicBezTo>
                  <a:pt x="5607102" y="104787"/>
                  <a:pt x="5399769" y="71203"/>
                  <a:pt x="5077293" y="100858"/>
                </a:cubicBezTo>
                <a:cubicBezTo>
                  <a:pt x="4754817" y="130513"/>
                  <a:pt x="4780101" y="110562"/>
                  <a:pt x="4621992" y="100858"/>
                </a:cubicBezTo>
                <a:cubicBezTo>
                  <a:pt x="4463883" y="91154"/>
                  <a:pt x="4080268" y="82653"/>
                  <a:pt x="3932143" y="100858"/>
                </a:cubicBezTo>
                <a:cubicBezTo>
                  <a:pt x="3784018" y="119063"/>
                  <a:pt x="3606068" y="107585"/>
                  <a:pt x="3359567" y="100858"/>
                </a:cubicBezTo>
                <a:cubicBezTo>
                  <a:pt x="3113066" y="94131"/>
                  <a:pt x="2833730" y="108463"/>
                  <a:pt x="2435169" y="100858"/>
                </a:cubicBezTo>
                <a:cubicBezTo>
                  <a:pt x="2036608" y="93253"/>
                  <a:pt x="1979570" y="109496"/>
                  <a:pt x="1745319" y="100858"/>
                </a:cubicBezTo>
                <a:cubicBezTo>
                  <a:pt x="1511068" y="92221"/>
                  <a:pt x="1304277" y="99602"/>
                  <a:pt x="938195" y="100858"/>
                </a:cubicBezTo>
                <a:cubicBezTo>
                  <a:pt x="572113" y="102114"/>
                  <a:pt x="673750" y="115329"/>
                  <a:pt x="600169" y="100858"/>
                </a:cubicBezTo>
                <a:cubicBezTo>
                  <a:pt x="526588" y="86387"/>
                  <a:pt x="223952" y="122492"/>
                  <a:pt x="0" y="100858"/>
                </a:cubicBezTo>
                <a:cubicBezTo>
                  <a:pt x="-124" y="56937"/>
                  <a:pt x="-3196" y="35397"/>
                  <a:pt x="0" y="0"/>
                </a:cubicBezTo>
                <a:close/>
              </a:path>
              <a:path w="11727443" h="100858" stroke="0" extrusionOk="0">
                <a:moveTo>
                  <a:pt x="0" y="0"/>
                </a:moveTo>
                <a:cubicBezTo>
                  <a:pt x="226598" y="-20463"/>
                  <a:pt x="284703" y="21278"/>
                  <a:pt x="455301" y="0"/>
                </a:cubicBezTo>
                <a:cubicBezTo>
                  <a:pt x="625899" y="-21278"/>
                  <a:pt x="975360" y="-38169"/>
                  <a:pt x="1379699" y="0"/>
                </a:cubicBezTo>
                <a:cubicBezTo>
                  <a:pt x="1784038" y="38169"/>
                  <a:pt x="1553897" y="10715"/>
                  <a:pt x="1717725" y="0"/>
                </a:cubicBezTo>
                <a:cubicBezTo>
                  <a:pt x="1881553" y="-10715"/>
                  <a:pt x="1957404" y="7512"/>
                  <a:pt x="2055752" y="0"/>
                </a:cubicBezTo>
                <a:cubicBezTo>
                  <a:pt x="2154100" y="-7512"/>
                  <a:pt x="2455093" y="6931"/>
                  <a:pt x="2745601" y="0"/>
                </a:cubicBezTo>
                <a:cubicBezTo>
                  <a:pt x="3036109" y="-6931"/>
                  <a:pt x="3200578" y="-6899"/>
                  <a:pt x="3318177" y="0"/>
                </a:cubicBezTo>
                <a:cubicBezTo>
                  <a:pt x="3435776" y="6899"/>
                  <a:pt x="3830972" y="-29023"/>
                  <a:pt x="4125301" y="0"/>
                </a:cubicBezTo>
                <a:cubicBezTo>
                  <a:pt x="4419630" y="29023"/>
                  <a:pt x="4438628" y="-3380"/>
                  <a:pt x="4580601" y="0"/>
                </a:cubicBezTo>
                <a:cubicBezTo>
                  <a:pt x="4722574" y="3380"/>
                  <a:pt x="5287872" y="-26084"/>
                  <a:pt x="5505000" y="0"/>
                </a:cubicBezTo>
                <a:cubicBezTo>
                  <a:pt x="5722128" y="26084"/>
                  <a:pt x="5845495" y="-3138"/>
                  <a:pt x="6077575" y="0"/>
                </a:cubicBezTo>
                <a:cubicBezTo>
                  <a:pt x="6309655" y="3138"/>
                  <a:pt x="6416497" y="-9038"/>
                  <a:pt x="6532876" y="0"/>
                </a:cubicBezTo>
                <a:cubicBezTo>
                  <a:pt x="6649255" y="9038"/>
                  <a:pt x="6798774" y="17432"/>
                  <a:pt x="6988176" y="0"/>
                </a:cubicBezTo>
                <a:cubicBezTo>
                  <a:pt x="7177578" y="-17432"/>
                  <a:pt x="7432115" y="-1508"/>
                  <a:pt x="7560751" y="0"/>
                </a:cubicBezTo>
                <a:cubicBezTo>
                  <a:pt x="7689387" y="1508"/>
                  <a:pt x="7817048" y="19459"/>
                  <a:pt x="8016052" y="0"/>
                </a:cubicBezTo>
                <a:cubicBezTo>
                  <a:pt x="8215056" y="-19459"/>
                  <a:pt x="8384141" y="13593"/>
                  <a:pt x="8705902" y="0"/>
                </a:cubicBezTo>
                <a:cubicBezTo>
                  <a:pt x="9027663" y="-13593"/>
                  <a:pt x="8932873" y="-16432"/>
                  <a:pt x="9043928" y="0"/>
                </a:cubicBezTo>
                <a:cubicBezTo>
                  <a:pt x="9154983" y="16432"/>
                  <a:pt x="9568699" y="-30219"/>
                  <a:pt x="9733778" y="0"/>
                </a:cubicBezTo>
                <a:cubicBezTo>
                  <a:pt x="9898857" y="30219"/>
                  <a:pt x="9973728" y="-1849"/>
                  <a:pt x="10071804" y="0"/>
                </a:cubicBezTo>
                <a:cubicBezTo>
                  <a:pt x="10169880" y="1849"/>
                  <a:pt x="10558830" y="-12560"/>
                  <a:pt x="10996202" y="0"/>
                </a:cubicBezTo>
                <a:cubicBezTo>
                  <a:pt x="11433574" y="12560"/>
                  <a:pt x="11579031" y="-6546"/>
                  <a:pt x="11727443" y="0"/>
                </a:cubicBezTo>
                <a:cubicBezTo>
                  <a:pt x="11729168" y="25018"/>
                  <a:pt x="11723362" y="74256"/>
                  <a:pt x="11727443" y="100858"/>
                </a:cubicBezTo>
                <a:cubicBezTo>
                  <a:pt x="11466834" y="85519"/>
                  <a:pt x="11273864" y="83363"/>
                  <a:pt x="11154868" y="100858"/>
                </a:cubicBezTo>
                <a:cubicBezTo>
                  <a:pt x="11035872" y="118353"/>
                  <a:pt x="10917509" y="98250"/>
                  <a:pt x="10816842" y="100858"/>
                </a:cubicBezTo>
                <a:cubicBezTo>
                  <a:pt x="10716175" y="103466"/>
                  <a:pt x="10190281" y="93289"/>
                  <a:pt x="9892443" y="100858"/>
                </a:cubicBezTo>
                <a:cubicBezTo>
                  <a:pt x="9594605" y="108427"/>
                  <a:pt x="9385168" y="118111"/>
                  <a:pt x="9202594" y="100858"/>
                </a:cubicBezTo>
                <a:cubicBezTo>
                  <a:pt x="9020020" y="83605"/>
                  <a:pt x="8470284" y="126256"/>
                  <a:pt x="8278195" y="100858"/>
                </a:cubicBezTo>
                <a:cubicBezTo>
                  <a:pt x="8086106" y="75460"/>
                  <a:pt x="7779236" y="101234"/>
                  <a:pt x="7588345" y="100858"/>
                </a:cubicBezTo>
                <a:cubicBezTo>
                  <a:pt x="7397454" y="100483"/>
                  <a:pt x="7324210" y="98320"/>
                  <a:pt x="7250319" y="100858"/>
                </a:cubicBezTo>
                <a:cubicBezTo>
                  <a:pt x="7176428" y="103396"/>
                  <a:pt x="6743284" y="112839"/>
                  <a:pt x="6325921" y="100858"/>
                </a:cubicBezTo>
                <a:cubicBezTo>
                  <a:pt x="5908558" y="88877"/>
                  <a:pt x="6095670" y="116342"/>
                  <a:pt x="5870620" y="100858"/>
                </a:cubicBezTo>
                <a:cubicBezTo>
                  <a:pt x="5645570" y="85374"/>
                  <a:pt x="5700885" y="115088"/>
                  <a:pt x="5532594" y="100858"/>
                </a:cubicBezTo>
                <a:cubicBezTo>
                  <a:pt x="5364303" y="86628"/>
                  <a:pt x="5212740" y="105293"/>
                  <a:pt x="4960019" y="100858"/>
                </a:cubicBezTo>
                <a:cubicBezTo>
                  <a:pt x="4707298" y="96423"/>
                  <a:pt x="4491720" y="108840"/>
                  <a:pt x="4035620" y="100858"/>
                </a:cubicBezTo>
                <a:cubicBezTo>
                  <a:pt x="3579520" y="92876"/>
                  <a:pt x="3768890" y="79226"/>
                  <a:pt x="3580319" y="100858"/>
                </a:cubicBezTo>
                <a:cubicBezTo>
                  <a:pt x="3391748" y="122490"/>
                  <a:pt x="3059393" y="71723"/>
                  <a:pt x="2655921" y="100858"/>
                </a:cubicBezTo>
                <a:cubicBezTo>
                  <a:pt x="2252449" y="129993"/>
                  <a:pt x="2021995" y="121740"/>
                  <a:pt x="1848797" y="100858"/>
                </a:cubicBezTo>
                <a:cubicBezTo>
                  <a:pt x="1675599" y="79976"/>
                  <a:pt x="1263502" y="106737"/>
                  <a:pt x="924398" y="100858"/>
                </a:cubicBezTo>
                <a:cubicBezTo>
                  <a:pt x="585294" y="94979"/>
                  <a:pt x="216313" y="56521"/>
                  <a:pt x="0" y="100858"/>
                </a:cubicBezTo>
                <a:cubicBezTo>
                  <a:pt x="-4094" y="59488"/>
                  <a:pt x="2375" y="29231"/>
                  <a:pt x="0" y="0"/>
                </a:cubicBezTo>
                <a:close/>
              </a:path>
            </a:pathLst>
          </a:custGeom>
          <a:solidFill>
            <a:srgbClr val="007DA9"/>
          </a:solidFill>
          <a:ln w="44450" cap="rnd">
            <a:solidFill>
              <a:srgbClr val="007DA9"/>
            </a:solidFill>
            <a:round/>
            <a:extLst>
              <a:ext uri="{C807C97D-BFC1-408E-A445-0C87EB9F89A2}">
                <ask:lineSketchStyleProps xmlns:ask="http://schemas.microsoft.com/office/drawing/2018/sketchyshapes" sd="2863741219">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rgbClr val="007DA9"/>
                </a:solidFill>
              </a:rPr>
              <a:t>‘</a:t>
            </a:r>
          </a:p>
        </p:txBody>
      </p:sp>
    </p:spTree>
    <p:extLst>
      <p:ext uri="{BB962C8B-B14F-4D97-AF65-F5344CB8AC3E}">
        <p14:creationId xmlns:p14="http://schemas.microsoft.com/office/powerpoint/2010/main" val="295809168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35BFF9-5397-9F8C-870D-5BE468EAB1C7}"/>
            </a:ext>
          </a:extLst>
        </p:cNvPr>
        <p:cNvGrpSpPr/>
        <p:nvPr/>
      </p:nvGrpSpPr>
      <p:grpSpPr>
        <a:xfrm>
          <a:off x="0" y="0"/>
          <a:ext cx="0" cy="0"/>
          <a:chOff x="0" y="0"/>
          <a:chExt cx="0" cy="0"/>
        </a:xfrm>
      </p:grpSpPr>
      <p:sp>
        <p:nvSpPr>
          <p:cNvPr id="4" name="Retângulo 3">
            <a:extLst>
              <a:ext uri="{FF2B5EF4-FFF2-40B4-BE49-F238E27FC236}">
                <a16:creationId xmlns:a16="http://schemas.microsoft.com/office/drawing/2014/main" id="{E2963BD6-4BEF-55A4-3554-4CBB4E988FB8}"/>
              </a:ext>
            </a:extLst>
          </p:cNvPr>
          <p:cNvSpPr/>
          <p:nvPr/>
        </p:nvSpPr>
        <p:spPr>
          <a:xfrm>
            <a:off x="355104" y="1426718"/>
            <a:ext cx="11425561" cy="5294757"/>
          </a:xfrm>
          <a:prstGeom prst="rect">
            <a:avLst/>
          </a:prstGeom>
          <a:solidFill>
            <a:schemeClr val="accent2">
              <a:lumMod val="20000"/>
              <a:lumOff val="80000"/>
            </a:schemeClr>
          </a:solidFill>
          <a:ln>
            <a:solidFill>
              <a:srgbClr val="007DA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noFill/>
            </a:endParaRPr>
          </a:p>
        </p:txBody>
      </p:sp>
      <p:sp>
        <p:nvSpPr>
          <p:cNvPr id="3" name="CaixaDeTexto 2">
            <a:extLst>
              <a:ext uri="{FF2B5EF4-FFF2-40B4-BE49-F238E27FC236}">
                <a16:creationId xmlns:a16="http://schemas.microsoft.com/office/drawing/2014/main" id="{B4B76515-92E6-3F65-0E51-6403CBF2B491}"/>
              </a:ext>
            </a:extLst>
          </p:cNvPr>
          <p:cNvSpPr txBox="1"/>
          <p:nvPr/>
        </p:nvSpPr>
        <p:spPr>
          <a:xfrm>
            <a:off x="130373" y="169518"/>
            <a:ext cx="10487075" cy="1107996"/>
          </a:xfrm>
          <a:prstGeom prst="rect">
            <a:avLst/>
          </a:prstGeom>
          <a:noFill/>
        </p:spPr>
        <p:txBody>
          <a:bodyPr wrap="square" rtlCol="0">
            <a:spAutoFit/>
          </a:bodyPr>
          <a:lstStyle/>
          <a:p>
            <a:r>
              <a:rPr lang="pt-BR" sz="6600" dirty="0">
                <a:solidFill>
                  <a:srgbClr val="007DA9"/>
                </a:solidFill>
                <a:latin typeface="Impact" panose="020B0806030902050204" pitchFamily="34" charset="0"/>
              </a:rPr>
              <a:t>Tipos de Estrutura de Dados</a:t>
            </a:r>
          </a:p>
        </p:txBody>
      </p:sp>
      <p:sp>
        <p:nvSpPr>
          <p:cNvPr id="2" name="CaixaDeTexto 1">
            <a:extLst>
              <a:ext uri="{FF2B5EF4-FFF2-40B4-BE49-F238E27FC236}">
                <a16:creationId xmlns:a16="http://schemas.microsoft.com/office/drawing/2014/main" id="{013C05AC-FB30-84CF-7E71-7660F77580EF}"/>
              </a:ext>
            </a:extLst>
          </p:cNvPr>
          <p:cNvSpPr txBox="1"/>
          <p:nvPr/>
        </p:nvSpPr>
        <p:spPr>
          <a:xfrm>
            <a:off x="355104" y="1552584"/>
            <a:ext cx="11425561" cy="2031325"/>
          </a:xfrm>
          <a:prstGeom prst="rect">
            <a:avLst/>
          </a:prstGeom>
          <a:noFill/>
        </p:spPr>
        <p:txBody>
          <a:bodyPr wrap="square" rtlCol="0">
            <a:spAutoFit/>
          </a:bodyPr>
          <a:lstStyle/>
          <a:p>
            <a:r>
              <a:rPr lang="pt-BR" dirty="0">
                <a:solidFill>
                  <a:srgbClr val="007DA9"/>
                </a:solidFill>
                <a:latin typeface="Impact" panose="020B0806030902050204" pitchFamily="34" charset="0"/>
              </a:rPr>
              <a:t>Grafo</a:t>
            </a:r>
          </a:p>
          <a:p>
            <a:endParaRPr lang="pt-BR" dirty="0">
              <a:solidFill>
                <a:srgbClr val="007DA9"/>
              </a:solidFill>
              <a:latin typeface="Impact" panose="020B0806030902050204" pitchFamily="34" charset="0"/>
            </a:endParaRPr>
          </a:p>
          <a:p>
            <a:r>
              <a:rPr lang="pt-BR" dirty="0">
                <a:solidFill>
                  <a:srgbClr val="007DA9"/>
                </a:solidFill>
                <a:latin typeface="Impact" panose="020B0806030902050204" pitchFamily="34" charset="0"/>
              </a:rPr>
              <a:t>Grafos são extremamente importantes em engenharia de dados, especialmente em modelagem de redes sociais, análise de redes de comunicação, e na representação de relacionamentos complexos entre dados.</a:t>
            </a:r>
          </a:p>
          <a:p>
            <a:endParaRPr lang="pt-BR" dirty="0">
              <a:solidFill>
                <a:srgbClr val="007DA9"/>
              </a:solidFill>
              <a:latin typeface="Impact" panose="020B0806030902050204" pitchFamily="34" charset="0"/>
            </a:endParaRPr>
          </a:p>
          <a:p>
            <a:r>
              <a:rPr lang="pt-BR" dirty="0">
                <a:solidFill>
                  <a:srgbClr val="007DA9"/>
                </a:solidFill>
                <a:latin typeface="Impact" panose="020B0806030902050204" pitchFamily="34" charset="0"/>
              </a:rPr>
              <a:t>Exemplo: Um grafo pode ser usado para modelar as relações entre clientes e produtos em um sistema de recomendação, ou para otimizar rotas de entrega em um sistema logístico.</a:t>
            </a:r>
          </a:p>
        </p:txBody>
      </p:sp>
      <p:sp>
        <p:nvSpPr>
          <p:cNvPr id="8" name="sketchy line">
            <a:extLst>
              <a:ext uri="{FF2B5EF4-FFF2-40B4-BE49-F238E27FC236}">
                <a16:creationId xmlns:a16="http://schemas.microsoft.com/office/drawing/2014/main" id="{096863DC-7DB0-D58B-563A-D86C00F1674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68062" y="1184695"/>
            <a:ext cx="11727443" cy="100858"/>
          </a:xfrm>
          <a:custGeom>
            <a:avLst/>
            <a:gdLst>
              <a:gd name="connsiteX0" fmla="*/ 0 w 11727443"/>
              <a:gd name="connsiteY0" fmla="*/ 0 h 100858"/>
              <a:gd name="connsiteX1" fmla="*/ 455301 w 11727443"/>
              <a:gd name="connsiteY1" fmla="*/ 0 h 100858"/>
              <a:gd name="connsiteX2" fmla="*/ 1379699 w 11727443"/>
              <a:gd name="connsiteY2" fmla="*/ 0 h 100858"/>
              <a:gd name="connsiteX3" fmla="*/ 2069549 w 11727443"/>
              <a:gd name="connsiteY3" fmla="*/ 0 h 100858"/>
              <a:gd name="connsiteX4" fmla="*/ 2524849 w 11727443"/>
              <a:gd name="connsiteY4" fmla="*/ 0 h 100858"/>
              <a:gd name="connsiteX5" fmla="*/ 2862876 w 11727443"/>
              <a:gd name="connsiteY5" fmla="*/ 0 h 100858"/>
              <a:gd name="connsiteX6" fmla="*/ 3787274 w 11727443"/>
              <a:gd name="connsiteY6" fmla="*/ 0 h 100858"/>
              <a:gd name="connsiteX7" fmla="*/ 4359849 w 11727443"/>
              <a:gd name="connsiteY7" fmla="*/ 0 h 100858"/>
              <a:gd name="connsiteX8" fmla="*/ 5284248 w 11727443"/>
              <a:gd name="connsiteY8" fmla="*/ 0 h 100858"/>
              <a:gd name="connsiteX9" fmla="*/ 5622274 w 11727443"/>
              <a:gd name="connsiteY9" fmla="*/ 0 h 100858"/>
              <a:gd name="connsiteX10" fmla="*/ 6077575 w 11727443"/>
              <a:gd name="connsiteY10" fmla="*/ 0 h 100858"/>
              <a:gd name="connsiteX11" fmla="*/ 7001973 w 11727443"/>
              <a:gd name="connsiteY11" fmla="*/ 0 h 100858"/>
              <a:gd name="connsiteX12" fmla="*/ 7926372 w 11727443"/>
              <a:gd name="connsiteY12" fmla="*/ 0 h 100858"/>
              <a:gd name="connsiteX13" fmla="*/ 8498947 w 11727443"/>
              <a:gd name="connsiteY13" fmla="*/ 0 h 100858"/>
              <a:gd name="connsiteX14" fmla="*/ 8836973 w 11727443"/>
              <a:gd name="connsiteY14" fmla="*/ 0 h 100858"/>
              <a:gd name="connsiteX15" fmla="*/ 9644097 w 11727443"/>
              <a:gd name="connsiteY15" fmla="*/ 0 h 100858"/>
              <a:gd name="connsiteX16" fmla="*/ 10333947 w 11727443"/>
              <a:gd name="connsiteY16" fmla="*/ 0 h 100858"/>
              <a:gd name="connsiteX17" fmla="*/ 10906522 w 11727443"/>
              <a:gd name="connsiteY17" fmla="*/ 0 h 100858"/>
              <a:gd name="connsiteX18" fmla="*/ 11727443 w 11727443"/>
              <a:gd name="connsiteY18" fmla="*/ 0 h 100858"/>
              <a:gd name="connsiteX19" fmla="*/ 11727443 w 11727443"/>
              <a:gd name="connsiteY19" fmla="*/ 100858 h 100858"/>
              <a:gd name="connsiteX20" fmla="*/ 10920319 w 11727443"/>
              <a:gd name="connsiteY20" fmla="*/ 100858 h 100858"/>
              <a:gd name="connsiteX21" fmla="*/ 10465018 w 11727443"/>
              <a:gd name="connsiteY21" fmla="*/ 100858 h 100858"/>
              <a:gd name="connsiteX22" fmla="*/ 9892443 w 11727443"/>
              <a:gd name="connsiteY22" fmla="*/ 100858 h 100858"/>
              <a:gd name="connsiteX23" fmla="*/ 8968045 w 11727443"/>
              <a:gd name="connsiteY23" fmla="*/ 100858 h 100858"/>
              <a:gd name="connsiteX24" fmla="*/ 8630018 w 11727443"/>
              <a:gd name="connsiteY24" fmla="*/ 100858 h 100858"/>
              <a:gd name="connsiteX25" fmla="*/ 8291992 w 11727443"/>
              <a:gd name="connsiteY25" fmla="*/ 100858 h 100858"/>
              <a:gd name="connsiteX26" fmla="*/ 7953966 w 11727443"/>
              <a:gd name="connsiteY26" fmla="*/ 100858 h 100858"/>
              <a:gd name="connsiteX27" fmla="*/ 7146842 w 11727443"/>
              <a:gd name="connsiteY27" fmla="*/ 100858 h 100858"/>
              <a:gd name="connsiteX28" fmla="*/ 6691541 w 11727443"/>
              <a:gd name="connsiteY28" fmla="*/ 100858 h 100858"/>
              <a:gd name="connsiteX29" fmla="*/ 5884417 w 11727443"/>
              <a:gd name="connsiteY29" fmla="*/ 100858 h 100858"/>
              <a:gd name="connsiteX30" fmla="*/ 5077293 w 11727443"/>
              <a:gd name="connsiteY30" fmla="*/ 100858 h 100858"/>
              <a:gd name="connsiteX31" fmla="*/ 4621992 w 11727443"/>
              <a:gd name="connsiteY31" fmla="*/ 100858 h 100858"/>
              <a:gd name="connsiteX32" fmla="*/ 3932143 w 11727443"/>
              <a:gd name="connsiteY32" fmla="*/ 100858 h 100858"/>
              <a:gd name="connsiteX33" fmla="*/ 3359567 w 11727443"/>
              <a:gd name="connsiteY33" fmla="*/ 100858 h 100858"/>
              <a:gd name="connsiteX34" fmla="*/ 2435169 w 11727443"/>
              <a:gd name="connsiteY34" fmla="*/ 100858 h 100858"/>
              <a:gd name="connsiteX35" fmla="*/ 1745319 w 11727443"/>
              <a:gd name="connsiteY35" fmla="*/ 100858 h 100858"/>
              <a:gd name="connsiteX36" fmla="*/ 938195 w 11727443"/>
              <a:gd name="connsiteY36" fmla="*/ 100858 h 100858"/>
              <a:gd name="connsiteX37" fmla="*/ 600169 w 11727443"/>
              <a:gd name="connsiteY37" fmla="*/ 100858 h 100858"/>
              <a:gd name="connsiteX38" fmla="*/ 0 w 11727443"/>
              <a:gd name="connsiteY38" fmla="*/ 100858 h 100858"/>
              <a:gd name="connsiteX39" fmla="*/ 0 w 11727443"/>
              <a:gd name="connsiteY39" fmla="*/ 0 h 1008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11727443" h="100858" fill="none" extrusionOk="0">
                <a:moveTo>
                  <a:pt x="0" y="0"/>
                </a:moveTo>
                <a:cubicBezTo>
                  <a:pt x="177575" y="-8335"/>
                  <a:pt x="289292" y="-22372"/>
                  <a:pt x="455301" y="0"/>
                </a:cubicBezTo>
                <a:cubicBezTo>
                  <a:pt x="621310" y="22372"/>
                  <a:pt x="959229" y="316"/>
                  <a:pt x="1379699" y="0"/>
                </a:cubicBezTo>
                <a:cubicBezTo>
                  <a:pt x="1800169" y="-316"/>
                  <a:pt x="1910290" y="-19988"/>
                  <a:pt x="2069549" y="0"/>
                </a:cubicBezTo>
                <a:cubicBezTo>
                  <a:pt x="2228808" y="19988"/>
                  <a:pt x="2328018" y="-6436"/>
                  <a:pt x="2524849" y="0"/>
                </a:cubicBezTo>
                <a:cubicBezTo>
                  <a:pt x="2721680" y="6436"/>
                  <a:pt x="2744923" y="692"/>
                  <a:pt x="2862876" y="0"/>
                </a:cubicBezTo>
                <a:cubicBezTo>
                  <a:pt x="2980829" y="-692"/>
                  <a:pt x="3455105" y="28803"/>
                  <a:pt x="3787274" y="0"/>
                </a:cubicBezTo>
                <a:cubicBezTo>
                  <a:pt x="4119443" y="-28803"/>
                  <a:pt x="4093258" y="3515"/>
                  <a:pt x="4359849" y="0"/>
                </a:cubicBezTo>
                <a:cubicBezTo>
                  <a:pt x="4626441" y="-3515"/>
                  <a:pt x="4994558" y="-15931"/>
                  <a:pt x="5284248" y="0"/>
                </a:cubicBezTo>
                <a:cubicBezTo>
                  <a:pt x="5573938" y="15931"/>
                  <a:pt x="5518095" y="-13412"/>
                  <a:pt x="5622274" y="0"/>
                </a:cubicBezTo>
                <a:cubicBezTo>
                  <a:pt x="5726453" y="13412"/>
                  <a:pt x="5919345" y="19043"/>
                  <a:pt x="6077575" y="0"/>
                </a:cubicBezTo>
                <a:cubicBezTo>
                  <a:pt x="6235805" y="-19043"/>
                  <a:pt x="6637812" y="29609"/>
                  <a:pt x="7001973" y="0"/>
                </a:cubicBezTo>
                <a:cubicBezTo>
                  <a:pt x="7366134" y="-29609"/>
                  <a:pt x="7716303" y="17424"/>
                  <a:pt x="7926372" y="0"/>
                </a:cubicBezTo>
                <a:cubicBezTo>
                  <a:pt x="8136441" y="-17424"/>
                  <a:pt x="8378864" y="-19420"/>
                  <a:pt x="8498947" y="0"/>
                </a:cubicBezTo>
                <a:cubicBezTo>
                  <a:pt x="8619031" y="19420"/>
                  <a:pt x="8765062" y="-15679"/>
                  <a:pt x="8836973" y="0"/>
                </a:cubicBezTo>
                <a:cubicBezTo>
                  <a:pt x="8908884" y="15679"/>
                  <a:pt x="9288035" y="12756"/>
                  <a:pt x="9644097" y="0"/>
                </a:cubicBezTo>
                <a:cubicBezTo>
                  <a:pt x="10000159" y="-12756"/>
                  <a:pt x="10089663" y="-5649"/>
                  <a:pt x="10333947" y="0"/>
                </a:cubicBezTo>
                <a:cubicBezTo>
                  <a:pt x="10578231" y="5649"/>
                  <a:pt x="10785095" y="27917"/>
                  <a:pt x="10906522" y="0"/>
                </a:cubicBezTo>
                <a:cubicBezTo>
                  <a:pt x="11027949" y="-27917"/>
                  <a:pt x="11562609" y="31188"/>
                  <a:pt x="11727443" y="0"/>
                </a:cubicBezTo>
                <a:cubicBezTo>
                  <a:pt x="11723584" y="38217"/>
                  <a:pt x="11731691" y="73296"/>
                  <a:pt x="11727443" y="100858"/>
                </a:cubicBezTo>
                <a:cubicBezTo>
                  <a:pt x="11381154" y="139297"/>
                  <a:pt x="11163895" y="69647"/>
                  <a:pt x="10920319" y="100858"/>
                </a:cubicBezTo>
                <a:cubicBezTo>
                  <a:pt x="10676743" y="132069"/>
                  <a:pt x="10625983" y="117071"/>
                  <a:pt x="10465018" y="100858"/>
                </a:cubicBezTo>
                <a:cubicBezTo>
                  <a:pt x="10304053" y="84645"/>
                  <a:pt x="10063410" y="105790"/>
                  <a:pt x="9892443" y="100858"/>
                </a:cubicBezTo>
                <a:cubicBezTo>
                  <a:pt x="9721477" y="95926"/>
                  <a:pt x="9298902" y="55708"/>
                  <a:pt x="8968045" y="100858"/>
                </a:cubicBezTo>
                <a:cubicBezTo>
                  <a:pt x="8637188" y="146008"/>
                  <a:pt x="8753098" y="98295"/>
                  <a:pt x="8630018" y="100858"/>
                </a:cubicBezTo>
                <a:cubicBezTo>
                  <a:pt x="8506938" y="103421"/>
                  <a:pt x="8382809" y="104606"/>
                  <a:pt x="8291992" y="100858"/>
                </a:cubicBezTo>
                <a:cubicBezTo>
                  <a:pt x="8201175" y="97110"/>
                  <a:pt x="8042573" y="88227"/>
                  <a:pt x="7953966" y="100858"/>
                </a:cubicBezTo>
                <a:cubicBezTo>
                  <a:pt x="7865359" y="113489"/>
                  <a:pt x="7327260" y="71433"/>
                  <a:pt x="7146842" y="100858"/>
                </a:cubicBezTo>
                <a:cubicBezTo>
                  <a:pt x="6966424" y="130283"/>
                  <a:pt x="6836691" y="78893"/>
                  <a:pt x="6691541" y="100858"/>
                </a:cubicBezTo>
                <a:cubicBezTo>
                  <a:pt x="6546391" y="122823"/>
                  <a:pt x="6161732" y="96929"/>
                  <a:pt x="5884417" y="100858"/>
                </a:cubicBezTo>
                <a:cubicBezTo>
                  <a:pt x="5607102" y="104787"/>
                  <a:pt x="5399769" y="71203"/>
                  <a:pt x="5077293" y="100858"/>
                </a:cubicBezTo>
                <a:cubicBezTo>
                  <a:pt x="4754817" y="130513"/>
                  <a:pt x="4780101" y="110562"/>
                  <a:pt x="4621992" y="100858"/>
                </a:cubicBezTo>
                <a:cubicBezTo>
                  <a:pt x="4463883" y="91154"/>
                  <a:pt x="4080268" y="82653"/>
                  <a:pt x="3932143" y="100858"/>
                </a:cubicBezTo>
                <a:cubicBezTo>
                  <a:pt x="3784018" y="119063"/>
                  <a:pt x="3606068" y="107585"/>
                  <a:pt x="3359567" y="100858"/>
                </a:cubicBezTo>
                <a:cubicBezTo>
                  <a:pt x="3113066" y="94131"/>
                  <a:pt x="2833730" y="108463"/>
                  <a:pt x="2435169" y="100858"/>
                </a:cubicBezTo>
                <a:cubicBezTo>
                  <a:pt x="2036608" y="93253"/>
                  <a:pt x="1979570" y="109496"/>
                  <a:pt x="1745319" y="100858"/>
                </a:cubicBezTo>
                <a:cubicBezTo>
                  <a:pt x="1511068" y="92221"/>
                  <a:pt x="1304277" y="99602"/>
                  <a:pt x="938195" y="100858"/>
                </a:cubicBezTo>
                <a:cubicBezTo>
                  <a:pt x="572113" y="102114"/>
                  <a:pt x="673750" y="115329"/>
                  <a:pt x="600169" y="100858"/>
                </a:cubicBezTo>
                <a:cubicBezTo>
                  <a:pt x="526588" y="86387"/>
                  <a:pt x="223952" y="122492"/>
                  <a:pt x="0" y="100858"/>
                </a:cubicBezTo>
                <a:cubicBezTo>
                  <a:pt x="-124" y="56937"/>
                  <a:pt x="-3196" y="35397"/>
                  <a:pt x="0" y="0"/>
                </a:cubicBezTo>
                <a:close/>
              </a:path>
              <a:path w="11727443" h="100858" stroke="0" extrusionOk="0">
                <a:moveTo>
                  <a:pt x="0" y="0"/>
                </a:moveTo>
                <a:cubicBezTo>
                  <a:pt x="226598" y="-20463"/>
                  <a:pt x="284703" y="21278"/>
                  <a:pt x="455301" y="0"/>
                </a:cubicBezTo>
                <a:cubicBezTo>
                  <a:pt x="625899" y="-21278"/>
                  <a:pt x="975360" y="-38169"/>
                  <a:pt x="1379699" y="0"/>
                </a:cubicBezTo>
                <a:cubicBezTo>
                  <a:pt x="1784038" y="38169"/>
                  <a:pt x="1553897" y="10715"/>
                  <a:pt x="1717725" y="0"/>
                </a:cubicBezTo>
                <a:cubicBezTo>
                  <a:pt x="1881553" y="-10715"/>
                  <a:pt x="1957404" y="7512"/>
                  <a:pt x="2055752" y="0"/>
                </a:cubicBezTo>
                <a:cubicBezTo>
                  <a:pt x="2154100" y="-7512"/>
                  <a:pt x="2455093" y="6931"/>
                  <a:pt x="2745601" y="0"/>
                </a:cubicBezTo>
                <a:cubicBezTo>
                  <a:pt x="3036109" y="-6931"/>
                  <a:pt x="3200578" y="-6899"/>
                  <a:pt x="3318177" y="0"/>
                </a:cubicBezTo>
                <a:cubicBezTo>
                  <a:pt x="3435776" y="6899"/>
                  <a:pt x="3830972" y="-29023"/>
                  <a:pt x="4125301" y="0"/>
                </a:cubicBezTo>
                <a:cubicBezTo>
                  <a:pt x="4419630" y="29023"/>
                  <a:pt x="4438628" y="-3380"/>
                  <a:pt x="4580601" y="0"/>
                </a:cubicBezTo>
                <a:cubicBezTo>
                  <a:pt x="4722574" y="3380"/>
                  <a:pt x="5287872" y="-26084"/>
                  <a:pt x="5505000" y="0"/>
                </a:cubicBezTo>
                <a:cubicBezTo>
                  <a:pt x="5722128" y="26084"/>
                  <a:pt x="5845495" y="-3138"/>
                  <a:pt x="6077575" y="0"/>
                </a:cubicBezTo>
                <a:cubicBezTo>
                  <a:pt x="6309655" y="3138"/>
                  <a:pt x="6416497" y="-9038"/>
                  <a:pt x="6532876" y="0"/>
                </a:cubicBezTo>
                <a:cubicBezTo>
                  <a:pt x="6649255" y="9038"/>
                  <a:pt x="6798774" y="17432"/>
                  <a:pt x="6988176" y="0"/>
                </a:cubicBezTo>
                <a:cubicBezTo>
                  <a:pt x="7177578" y="-17432"/>
                  <a:pt x="7432115" y="-1508"/>
                  <a:pt x="7560751" y="0"/>
                </a:cubicBezTo>
                <a:cubicBezTo>
                  <a:pt x="7689387" y="1508"/>
                  <a:pt x="7817048" y="19459"/>
                  <a:pt x="8016052" y="0"/>
                </a:cubicBezTo>
                <a:cubicBezTo>
                  <a:pt x="8215056" y="-19459"/>
                  <a:pt x="8384141" y="13593"/>
                  <a:pt x="8705902" y="0"/>
                </a:cubicBezTo>
                <a:cubicBezTo>
                  <a:pt x="9027663" y="-13593"/>
                  <a:pt x="8932873" y="-16432"/>
                  <a:pt x="9043928" y="0"/>
                </a:cubicBezTo>
                <a:cubicBezTo>
                  <a:pt x="9154983" y="16432"/>
                  <a:pt x="9568699" y="-30219"/>
                  <a:pt x="9733778" y="0"/>
                </a:cubicBezTo>
                <a:cubicBezTo>
                  <a:pt x="9898857" y="30219"/>
                  <a:pt x="9973728" y="-1849"/>
                  <a:pt x="10071804" y="0"/>
                </a:cubicBezTo>
                <a:cubicBezTo>
                  <a:pt x="10169880" y="1849"/>
                  <a:pt x="10558830" y="-12560"/>
                  <a:pt x="10996202" y="0"/>
                </a:cubicBezTo>
                <a:cubicBezTo>
                  <a:pt x="11433574" y="12560"/>
                  <a:pt x="11579031" y="-6546"/>
                  <a:pt x="11727443" y="0"/>
                </a:cubicBezTo>
                <a:cubicBezTo>
                  <a:pt x="11729168" y="25018"/>
                  <a:pt x="11723362" y="74256"/>
                  <a:pt x="11727443" y="100858"/>
                </a:cubicBezTo>
                <a:cubicBezTo>
                  <a:pt x="11466834" y="85519"/>
                  <a:pt x="11273864" y="83363"/>
                  <a:pt x="11154868" y="100858"/>
                </a:cubicBezTo>
                <a:cubicBezTo>
                  <a:pt x="11035872" y="118353"/>
                  <a:pt x="10917509" y="98250"/>
                  <a:pt x="10816842" y="100858"/>
                </a:cubicBezTo>
                <a:cubicBezTo>
                  <a:pt x="10716175" y="103466"/>
                  <a:pt x="10190281" y="93289"/>
                  <a:pt x="9892443" y="100858"/>
                </a:cubicBezTo>
                <a:cubicBezTo>
                  <a:pt x="9594605" y="108427"/>
                  <a:pt x="9385168" y="118111"/>
                  <a:pt x="9202594" y="100858"/>
                </a:cubicBezTo>
                <a:cubicBezTo>
                  <a:pt x="9020020" y="83605"/>
                  <a:pt x="8470284" y="126256"/>
                  <a:pt x="8278195" y="100858"/>
                </a:cubicBezTo>
                <a:cubicBezTo>
                  <a:pt x="8086106" y="75460"/>
                  <a:pt x="7779236" y="101234"/>
                  <a:pt x="7588345" y="100858"/>
                </a:cubicBezTo>
                <a:cubicBezTo>
                  <a:pt x="7397454" y="100483"/>
                  <a:pt x="7324210" y="98320"/>
                  <a:pt x="7250319" y="100858"/>
                </a:cubicBezTo>
                <a:cubicBezTo>
                  <a:pt x="7176428" y="103396"/>
                  <a:pt x="6743284" y="112839"/>
                  <a:pt x="6325921" y="100858"/>
                </a:cubicBezTo>
                <a:cubicBezTo>
                  <a:pt x="5908558" y="88877"/>
                  <a:pt x="6095670" y="116342"/>
                  <a:pt x="5870620" y="100858"/>
                </a:cubicBezTo>
                <a:cubicBezTo>
                  <a:pt x="5645570" y="85374"/>
                  <a:pt x="5700885" y="115088"/>
                  <a:pt x="5532594" y="100858"/>
                </a:cubicBezTo>
                <a:cubicBezTo>
                  <a:pt x="5364303" y="86628"/>
                  <a:pt x="5212740" y="105293"/>
                  <a:pt x="4960019" y="100858"/>
                </a:cubicBezTo>
                <a:cubicBezTo>
                  <a:pt x="4707298" y="96423"/>
                  <a:pt x="4491720" y="108840"/>
                  <a:pt x="4035620" y="100858"/>
                </a:cubicBezTo>
                <a:cubicBezTo>
                  <a:pt x="3579520" y="92876"/>
                  <a:pt x="3768890" y="79226"/>
                  <a:pt x="3580319" y="100858"/>
                </a:cubicBezTo>
                <a:cubicBezTo>
                  <a:pt x="3391748" y="122490"/>
                  <a:pt x="3059393" y="71723"/>
                  <a:pt x="2655921" y="100858"/>
                </a:cubicBezTo>
                <a:cubicBezTo>
                  <a:pt x="2252449" y="129993"/>
                  <a:pt x="2021995" y="121740"/>
                  <a:pt x="1848797" y="100858"/>
                </a:cubicBezTo>
                <a:cubicBezTo>
                  <a:pt x="1675599" y="79976"/>
                  <a:pt x="1263502" y="106737"/>
                  <a:pt x="924398" y="100858"/>
                </a:cubicBezTo>
                <a:cubicBezTo>
                  <a:pt x="585294" y="94979"/>
                  <a:pt x="216313" y="56521"/>
                  <a:pt x="0" y="100858"/>
                </a:cubicBezTo>
                <a:cubicBezTo>
                  <a:pt x="-4094" y="59488"/>
                  <a:pt x="2375" y="29231"/>
                  <a:pt x="0" y="0"/>
                </a:cubicBezTo>
                <a:close/>
              </a:path>
            </a:pathLst>
          </a:custGeom>
          <a:solidFill>
            <a:srgbClr val="007DA9"/>
          </a:solidFill>
          <a:ln w="44450" cap="rnd">
            <a:solidFill>
              <a:srgbClr val="007DA9"/>
            </a:solidFill>
            <a:round/>
            <a:extLst>
              <a:ext uri="{C807C97D-BFC1-408E-A445-0C87EB9F89A2}">
                <ask:lineSketchStyleProps xmlns:ask="http://schemas.microsoft.com/office/drawing/2018/sketchyshapes" sd="2863741219">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rgbClr val="007DA9"/>
                </a:solidFill>
              </a:rPr>
              <a:t>‘</a:t>
            </a:r>
          </a:p>
        </p:txBody>
      </p:sp>
      <p:pic>
        <p:nvPicPr>
          <p:cNvPr id="5122" name="Picture 2" descr="Representação de estrutura não-organizacional em grafo não direcionado ilustrada a partir de círculos, numerados de um a seis, com linhas pretas e preenchimento branco, interligadas entre si em linhas retas da cor preta. Cada círculo é ligado a pelo menos um outro círculo, sem hierarquia nem direção explícita.">
            <a:extLst>
              <a:ext uri="{FF2B5EF4-FFF2-40B4-BE49-F238E27FC236}">
                <a16:creationId xmlns:a16="http://schemas.microsoft.com/office/drawing/2014/main" id="{CDC747DA-F758-544E-C32D-704006B48A0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359351" y="3690681"/>
            <a:ext cx="3919002" cy="292402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2599744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35BFF9-5397-9F8C-870D-5BE468EAB1C7}"/>
            </a:ext>
          </a:extLst>
        </p:cNvPr>
        <p:cNvGrpSpPr/>
        <p:nvPr/>
      </p:nvGrpSpPr>
      <p:grpSpPr>
        <a:xfrm>
          <a:off x="0" y="0"/>
          <a:ext cx="0" cy="0"/>
          <a:chOff x="0" y="0"/>
          <a:chExt cx="0" cy="0"/>
        </a:xfrm>
      </p:grpSpPr>
      <p:sp>
        <p:nvSpPr>
          <p:cNvPr id="4" name="Retângulo 3">
            <a:extLst>
              <a:ext uri="{FF2B5EF4-FFF2-40B4-BE49-F238E27FC236}">
                <a16:creationId xmlns:a16="http://schemas.microsoft.com/office/drawing/2014/main" id="{ACC079F0-4EF4-598A-CDA7-CA4BBD8689CD}"/>
              </a:ext>
            </a:extLst>
          </p:cNvPr>
          <p:cNvSpPr/>
          <p:nvPr/>
        </p:nvSpPr>
        <p:spPr>
          <a:xfrm>
            <a:off x="355104" y="1426718"/>
            <a:ext cx="11425561" cy="5294757"/>
          </a:xfrm>
          <a:prstGeom prst="rect">
            <a:avLst/>
          </a:prstGeom>
          <a:solidFill>
            <a:schemeClr val="accent2">
              <a:lumMod val="20000"/>
              <a:lumOff val="80000"/>
            </a:schemeClr>
          </a:solidFill>
          <a:ln>
            <a:solidFill>
              <a:srgbClr val="007DA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noFill/>
            </a:endParaRPr>
          </a:p>
        </p:txBody>
      </p:sp>
      <p:sp>
        <p:nvSpPr>
          <p:cNvPr id="3" name="CaixaDeTexto 2">
            <a:extLst>
              <a:ext uri="{FF2B5EF4-FFF2-40B4-BE49-F238E27FC236}">
                <a16:creationId xmlns:a16="http://schemas.microsoft.com/office/drawing/2014/main" id="{B4B76515-92E6-3F65-0E51-6403CBF2B491}"/>
              </a:ext>
            </a:extLst>
          </p:cNvPr>
          <p:cNvSpPr txBox="1"/>
          <p:nvPr/>
        </p:nvSpPr>
        <p:spPr>
          <a:xfrm>
            <a:off x="130373" y="169518"/>
            <a:ext cx="10487075" cy="1107996"/>
          </a:xfrm>
          <a:prstGeom prst="rect">
            <a:avLst/>
          </a:prstGeom>
          <a:noFill/>
        </p:spPr>
        <p:txBody>
          <a:bodyPr wrap="square" rtlCol="0">
            <a:spAutoFit/>
          </a:bodyPr>
          <a:lstStyle/>
          <a:p>
            <a:r>
              <a:rPr lang="pt-BR" sz="6600" dirty="0">
                <a:solidFill>
                  <a:srgbClr val="007DA9"/>
                </a:solidFill>
                <a:latin typeface="Impact" panose="020B0806030902050204" pitchFamily="34" charset="0"/>
              </a:rPr>
              <a:t>Estrutura de Dados</a:t>
            </a:r>
          </a:p>
        </p:txBody>
      </p:sp>
      <p:sp>
        <p:nvSpPr>
          <p:cNvPr id="2" name="CaixaDeTexto 1">
            <a:extLst>
              <a:ext uri="{FF2B5EF4-FFF2-40B4-BE49-F238E27FC236}">
                <a16:creationId xmlns:a16="http://schemas.microsoft.com/office/drawing/2014/main" id="{013C05AC-FB30-84CF-7E71-7660F77580EF}"/>
              </a:ext>
            </a:extLst>
          </p:cNvPr>
          <p:cNvSpPr txBox="1"/>
          <p:nvPr/>
        </p:nvSpPr>
        <p:spPr>
          <a:xfrm>
            <a:off x="331892" y="1828800"/>
            <a:ext cx="11121676" cy="2308324"/>
          </a:xfrm>
          <a:prstGeom prst="rect">
            <a:avLst/>
          </a:prstGeom>
          <a:noFill/>
        </p:spPr>
        <p:txBody>
          <a:bodyPr wrap="square" rtlCol="0">
            <a:spAutoFit/>
          </a:bodyPr>
          <a:lstStyle/>
          <a:p>
            <a:r>
              <a:rPr lang="pt-BR" dirty="0">
                <a:solidFill>
                  <a:srgbClr val="007DA9"/>
                </a:solidFill>
                <a:latin typeface="Impact" panose="020B0806030902050204" pitchFamily="34" charset="0"/>
              </a:rPr>
              <a:t>Por que Estruturas de Dados são Importantes na Engenharia de Dados?</a:t>
            </a:r>
          </a:p>
          <a:p>
            <a:endParaRPr lang="pt-BR" dirty="0">
              <a:solidFill>
                <a:srgbClr val="007DA9"/>
              </a:solidFill>
              <a:latin typeface="Impact" panose="020B0806030902050204" pitchFamily="34" charset="0"/>
            </a:endParaRPr>
          </a:p>
          <a:p>
            <a:r>
              <a:rPr lang="pt-BR" dirty="0">
                <a:solidFill>
                  <a:srgbClr val="007DA9"/>
                </a:solidFill>
                <a:latin typeface="Impact" panose="020B0806030902050204" pitchFamily="34" charset="0"/>
              </a:rPr>
              <a:t>Em engenharia de dados, a escolha correta de estruturas de dados afeta diretamente a performance, escalabilidade e eficiência dos sistemas de dados. </a:t>
            </a:r>
          </a:p>
          <a:p>
            <a:endParaRPr lang="pt-BR" dirty="0">
              <a:solidFill>
                <a:srgbClr val="007DA9"/>
              </a:solidFill>
              <a:latin typeface="Impact" panose="020B0806030902050204" pitchFamily="34" charset="0"/>
            </a:endParaRPr>
          </a:p>
          <a:p>
            <a:r>
              <a:rPr lang="pt-BR" dirty="0">
                <a:solidFill>
                  <a:srgbClr val="007DA9"/>
                </a:solidFill>
                <a:latin typeface="Impact" panose="020B0806030902050204" pitchFamily="34" charset="0"/>
              </a:rPr>
              <a:t>Estruturas de dados bem escolhidas permitem que os engenheiros de dados processem grandes volumes de dados de maneira eficiente, respondam rapidamente a consultas complexas e escalem suas soluções conforme necessário.</a:t>
            </a:r>
          </a:p>
        </p:txBody>
      </p:sp>
      <p:sp>
        <p:nvSpPr>
          <p:cNvPr id="8" name="sketchy line">
            <a:extLst>
              <a:ext uri="{FF2B5EF4-FFF2-40B4-BE49-F238E27FC236}">
                <a16:creationId xmlns:a16="http://schemas.microsoft.com/office/drawing/2014/main" id="{096863DC-7DB0-D58B-563A-D86C00F1674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68062" y="1184695"/>
            <a:ext cx="11727443" cy="100858"/>
          </a:xfrm>
          <a:custGeom>
            <a:avLst/>
            <a:gdLst>
              <a:gd name="connsiteX0" fmla="*/ 0 w 11727443"/>
              <a:gd name="connsiteY0" fmla="*/ 0 h 100858"/>
              <a:gd name="connsiteX1" fmla="*/ 455301 w 11727443"/>
              <a:gd name="connsiteY1" fmla="*/ 0 h 100858"/>
              <a:gd name="connsiteX2" fmla="*/ 1379699 w 11727443"/>
              <a:gd name="connsiteY2" fmla="*/ 0 h 100858"/>
              <a:gd name="connsiteX3" fmla="*/ 2069549 w 11727443"/>
              <a:gd name="connsiteY3" fmla="*/ 0 h 100858"/>
              <a:gd name="connsiteX4" fmla="*/ 2524849 w 11727443"/>
              <a:gd name="connsiteY4" fmla="*/ 0 h 100858"/>
              <a:gd name="connsiteX5" fmla="*/ 2862876 w 11727443"/>
              <a:gd name="connsiteY5" fmla="*/ 0 h 100858"/>
              <a:gd name="connsiteX6" fmla="*/ 3787274 w 11727443"/>
              <a:gd name="connsiteY6" fmla="*/ 0 h 100858"/>
              <a:gd name="connsiteX7" fmla="*/ 4359849 w 11727443"/>
              <a:gd name="connsiteY7" fmla="*/ 0 h 100858"/>
              <a:gd name="connsiteX8" fmla="*/ 5284248 w 11727443"/>
              <a:gd name="connsiteY8" fmla="*/ 0 h 100858"/>
              <a:gd name="connsiteX9" fmla="*/ 5622274 w 11727443"/>
              <a:gd name="connsiteY9" fmla="*/ 0 h 100858"/>
              <a:gd name="connsiteX10" fmla="*/ 6077575 w 11727443"/>
              <a:gd name="connsiteY10" fmla="*/ 0 h 100858"/>
              <a:gd name="connsiteX11" fmla="*/ 7001973 w 11727443"/>
              <a:gd name="connsiteY11" fmla="*/ 0 h 100858"/>
              <a:gd name="connsiteX12" fmla="*/ 7926372 w 11727443"/>
              <a:gd name="connsiteY12" fmla="*/ 0 h 100858"/>
              <a:gd name="connsiteX13" fmla="*/ 8498947 w 11727443"/>
              <a:gd name="connsiteY13" fmla="*/ 0 h 100858"/>
              <a:gd name="connsiteX14" fmla="*/ 8836973 w 11727443"/>
              <a:gd name="connsiteY14" fmla="*/ 0 h 100858"/>
              <a:gd name="connsiteX15" fmla="*/ 9644097 w 11727443"/>
              <a:gd name="connsiteY15" fmla="*/ 0 h 100858"/>
              <a:gd name="connsiteX16" fmla="*/ 10333947 w 11727443"/>
              <a:gd name="connsiteY16" fmla="*/ 0 h 100858"/>
              <a:gd name="connsiteX17" fmla="*/ 10906522 w 11727443"/>
              <a:gd name="connsiteY17" fmla="*/ 0 h 100858"/>
              <a:gd name="connsiteX18" fmla="*/ 11727443 w 11727443"/>
              <a:gd name="connsiteY18" fmla="*/ 0 h 100858"/>
              <a:gd name="connsiteX19" fmla="*/ 11727443 w 11727443"/>
              <a:gd name="connsiteY19" fmla="*/ 100858 h 100858"/>
              <a:gd name="connsiteX20" fmla="*/ 10920319 w 11727443"/>
              <a:gd name="connsiteY20" fmla="*/ 100858 h 100858"/>
              <a:gd name="connsiteX21" fmla="*/ 10465018 w 11727443"/>
              <a:gd name="connsiteY21" fmla="*/ 100858 h 100858"/>
              <a:gd name="connsiteX22" fmla="*/ 9892443 w 11727443"/>
              <a:gd name="connsiteY22" fmla="*/ 100858 h 100858"/>
              <a:gd name="connsiteX23" fmla="*/ 8968045 w 11727443"/>
              <a:gd name="connsiteY23" fmla="*/ 100858 h 100858"/>
              <a:gd name="connsiteX24" fmla="*/ 8630018 w 11727443"/>
              <a:gd name="connsiteY24" fmla="*/ 100858 h 100858"/>
              <a:gd name="connsiteX25" fmla="*/ 8291992 w 11727443"/>
              <a:gd name="connsiteY25" fmla="*/ 100858 h 100858"/>
              <a:gd name="connsiteX26" fmla="*/ 7953966 w 11727443"/>
              <a:gd name="connsiteY26" fmla="*/ 100858 h 100858"/>
              <a:gd name="connsiteX27" fmla="*/ 7146842 w 11727443"/>
              <a:gd name="connsiteY27" fmla="*/ 100858 h 100858"/>
              <a:gd name="connsiteX28" fmla="*/ 6691541 w 11727443"/>
              <a:gd name="connsiteY28" fmla="*/ 100858 h 100858"/>
              <a:gd name="connsiteX29" fmla="*/ 5884417 w 11727443"/>
              <a:gd name="connsiteY29" fmla="*/ 100858 h 100858"/>
              <a:gd name="connsiteX30" fmla="*/ 5077293 w 11727443"/>
              <a:gd name="connsiteY30" fmla="*/ 100858 h 100858"/>
              <a:gd name="connsiteX31" fmla="*/ 4621992 w 11727443"/>
              <a:gd name="connsiteY31" fmla="*/ 100858 h 100858"/>
              <a:gd name="connsiteX32" fmla="*/ 3932143 w 11727443"/>
              <a:gd name="connsiteY32" fmla="*/ 100858 h 100858"/>
              <a:gd name="connsiteX33" fmla="*/ 3359567 w 11727443"/>
              <a:gd name="connsiteY33" fmla="*/ 100858 h 100858"/>
              <a:gd name="connsiteX34" fmla="*/ 2435169 w 11727443"/>
              <a:gd name="connsiteY34" fmla="*/ 100858 h 100858"/>
              <a:gd name="connsiteX35" fmla="*/ 1745319 w 11727443"/>
              <a:gd name="connsiteY35" fmla="*/ 100858 h 100858"/>
              <a:gd name="connsiteX36" fmla="*/ 938195 w 11727443"/>
              <a:gd name="connsiteY36" fmla="*/ 100858 h 100858"/>
              <a:gd name="connsiteX37" fmla="*/ 600169 w 11727443"/>
              <a:gd name="connsiteY37" fmla="*/ 100858 h 100858"/>
              <a:gd name="connsiteX38" fmla="*/ 0 w 11727443"/>
              <a:gd name="connsiteY38" fmla="*/ 100858 h 100858"/>
              <a:gd name="connsiteX39" fmla="*/ 0 w 11727443"/>
              <a:gd name="connsiteY39" fmla="*/ 0 h 1008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11727443" h="100858" fill="none" extrusionOk="0">
                <a:moveTo>
                  <a:pt x="0" y="0"/>
                </a:moveTo>
                <a:cubicBezTo>
                  <a:pt x="177575" y="-8335"/>
                  <a:pt x="289292" y="-22372"/>
                  <a:pt x="455301" y="0"/>
                </a:cubicBezTo>
                <a:cubicBezTo>
                  <a:pt x="621310" y="22372"/>
                  <a:pt x="959229" y="316"/>
                  <a:pt x="1379699" y="0"/>
                </a:cubicBezTo>
                <a:cubicBezTo>
                  <a:pt x="1800169" y="-316"/>
                  <a:pt x="1910290" y="-19988"/>
                  <a:pt x="2069549" y="0"/>
                </a:cubicBezTo>
                <a:cubicBezTo>
                  <a:pt x="2228808" y="19988"/>
                  <a:pt x="2328018" y="-6436"/>
                  <a:pt x="2524849" y="0"/>
                </a:cubicBezTo>
                <a:cubicBezTo>
                  <a:pt x="2721680" y="6436"/>
                  <a:pt x="2744923" y="692"/>
                  <a:pt x="2862876" y="0"/>
                </a:cubicBezTo>
                <a:cubicBezTo>
                  <a:pt x="2980829" y="-692"/>
                  <a:pt x="3455105" y="28803"/>
                  <a:pt x="3787274" y="0"/>
                </a:cubicBezTo>
                <a:cubicBezTo>
                  <a:pt x="4119443" y="-28803"/>
                  <a:pt x="4093258" y="3515"/>
                  <a:pt x="4359849" y="0"/>
                </a:cubicBezTo>
                <a:cubicBezTo>
                  <a:pt x="4626441" y="-3515"/>
                  <a:pt x="4994558" y="-15931"/>
                  <a:pt x="5284248" y="0"/>
                </a:cubicBezTo>
                <a:cubicBezTo>
                  <a:pt x="5573938" y="15931"/>
                  <a:pt x="5518095" y="-13412"/>
                  <a:pt x="5622274" y="0"/>
                </a:cubicBezTo>
                <a:cubicBezTo>
                  <a:pt x="5726453" y="13412"/>
                  <a:pt x="5919345" y="19043"/>
                  <a:pt x="6077575" y="0"/>
                </a:cubicBezTo>
                <a:cubicBezTo>
                  <a:pt x="6235805" y="-19043"/>
                  <a:pt x="6637812" y="29609"/>
                  <a:pt x="7001973" y="0"/>
                </a:cubicBezTo>
                <a:cubicBezTo>
                  <a:pt x="7366134" y="-29609"/>
                  <a:pt x="7716303" y="17424"/>
                  <a:pt x="7926372" y="0"/>
                </a:cubicBezTo>
                <a:cubicBezTo>
                  <a:pt x="8136441" y="-17424"/>
                  <a:pt x="8378864" y="-19420"/>
                  <a:pt x="8498947" y="0"/>
                </a:cubicBezTo>
                <a:cubicBezTo>
                  <a:pt x="8619031" y="19420"/>
                  <a:pt x="8765062" y="-15679"/>
                  <a:pt x="8836973" y="0"/>
                </a:cubicBezTo>
                <a:cubicBezTo>
                  <a:pt x="8908884" y="15679"/>
                  <a:pt x="9288035" y="12756"/>
                  <a:pt x="9644097" y="0"/>
                </a:cubicBezTo>
                <a:cubicBezTo>
                  <a:pt x="10000159" y="-12756"/>
                  <a:pt x="10089663" y="-5649"/>
                  <a:pt x="10333947" y="0"/>
                </a:cubicBezTo>
                <a:cubicBezTo>
                  <a:pt x="10578231" y="5649"/>
                  <a:pt x="10785095" y="27917"/>
                  <a:pt x="10906522" y="0"/>
                </a:cubicBezTo>
                <a:cubicBezTo>
                  <a:pt x="11027949" y="-27917"/>
                  <a:pt x="11562609" y="31188"/>
                  <a:pt x="11727443" y="0"/>
                </a:cubicBezTo>
                <a:cubicBezTo>
                  <a:pt x="11723584" y="38217"/>
                  <a:pt x="11731691" y="73296"/>
                  <a:pt x="11727443" y="100858"/>
                </a:cubicBezTo>
                <a:cubicBezTo>
                  <a:pt x="11381154" y="139297"/>
                  <a:pt x="11163895" y="69647"/>
                  <a:pt x="10920319" y="100858"/>
                </a:cubicBezTo>
                <a:cubicBezTo>
                  <a:pt x="10676743" y="132069"/>
                  <a:pt x="10625983" y="117071"/>
                  <a:pt x="10465018" y="100858"/>
                </a:cubicBezTo>
                <a:cubicBezTo>
                  <a:pt x="10304053" y="84645"/>
                  <a:pt x="10063410" y="105790"/>
                  <a:pt x="9892443" y="100858"/>
                </a:cubicBezTo>
                <a:cubicBezTo>
                  <a:pt x="9721477" y="95926"/>
                  <a:pt x="9298902" y="55708"/>
                  <a:pt x="8968045" y="100858"/>
                </a:cubicBezTo>
                <a:cubicBezTo>
                  <a:pt x="8637188" y="146008"/>
                  <a:pt x="8753098" y="98295"/>
                  <a:pt x="8630018" y="100858"/>
                </a:cubicBezTo>
                <a:cubicBezTo>
                  <a:pt x="8506938" y="103421"/>
                  <a:pt x="8382809" y="104606"/>
                  <a:pt x="8291992" y="100858"/>
                </a:cubicBezTo>
                <a:cubicBezTo>
                  <a:pt x="8201175" y="97110"/>
                  <a:pt x="8042573" y="88227"/>
                  <a:pt x="7953966" y="100858"/>
                </a:cubicBezTo>
                <a:cubicBezTo>
                  <a:pt x="7865359" y="113489"/>
                  <a:pt x="7327260" y="71433"/>
                  <a:pt x="7146842" y="100858"/>
                </a:cubicBezTo>
                <a:cubicBezTo>
                  <a:pt x="6966424" y="130283"/>
                  <a:pt x="6836691" y="78893"/>
                  <a:pt x="6691541" y="100858"/>
                </a:cubicBezTo>
                <a:cubicBezTo>
                  <a:pt x="6546391" y="122823"/>
                  <a:pt x="6161732" y="96929"/>
                  <a:pt x="5884417" y="100858"/>
                </a:cubicBezTo>
                <a:cubicBezTo>
                  <a:pt x="5607102" y="104787"/>
                  <a:pt x="5399769" y="71203"/>
                  <a:pt x="5077293" y="100858"/>
                </a:cubicBezTo>
                <a:cubicBezTo>
                  <a:pt x="4754817" y="130513"/>
                  <a:pt x="4780101" y="110562"/>
                  <a:pt x="4621992" y="100858"/>
                </a:cubicBezTo>
                <a:cubicBezTo>
                  <a:pt x="4463883" y="91154"/>
                  <a:pt x="4080268" y="82653"/>
                  <a:pt x="3932143" y="100858"/>
                </a:cubicBezTo>
                <a:cubicBezTo>
                  <a:pt x="3784018" y="119063"/>
                  <a:pt x="3606068" y="107585"/>
                  <a:pt x="3359567" y="100858"/>
                </a:cubicBezTo>
                <a:cubicBezTo>
                  <a:pt x="3113066" y="94131"/>
                  <a:pt x="2833730" y="108463"/>
                  <a:pt x="2435169" y="100858"/>
                </a:cubicBezTo>
                <a:cubicBezTo>
                  <a:pt x="2036608" y="93253"/>
                  <a:pt x="1979570" y="109496"/>
                  <a:pt x="1745319" y="100858"/>
                </a:cubicBezTo>
                <a:cubicBezTo>
                  <a:pt x="1511068" y="92221"/>
                  <a:pt x="1304277" y="99602"/>
                  <a:pt x="938195" y="100858"/>
                </a:cubicBezTo>
                <a:cubicBezTo>
                  <a:pt x="572113" y="102114"/>
                  <a:pt x="673750" y="115329"/>
                  <a:pt x="600169" y="100858"/>
                </a:cubicBezTo>
                <a:cubicBezTo>
                  <a:pt x="526588" y="86387"/>
                  <a:pt x="223952" y="122492"/>
                  <a:pt x="0" y="100858"/>
                </a:cubicBezTo>
                <a:cubicBezTo>
                  <a:pt x="-124" y="56937"/>
                  <a:pt x="-3196" y="35397"/>
                  <a:pt x="0" y="0"/>
                </a:cubicBezTo>
                <a:close/>
              </a:path>
              <a:path w="11727443" h="100858" stroke="0" extrusionOk="0">
                <a:moveTo>
                  <a:pt x="0" y="0"/>
                </a:moveTo>
                <a:cubicBezTo>
                  <a:pt x="226598" y="-20463"/>
                  <a:pt x="284703" y="21278"/>
                  <a:pt x="455301" y="0"/>
                </a:cubicBezTo>
                <a:cubicBezTo>
                  <a:pt x="625899" y="-21278"/>
                  <a:pt x="975360" y="-38169"/>
                  <a:pt x="1379699" y="0"/>
                </a:cubicBezTo>
                <a:cubicBezTo>
                  <a:pt x="1784038" y="38169"/>
                  <a:pt x="1553897" y="10715"/>
                  <a:pt x="1717725" y="0"/>
                </a:cubicBezTo>
                <a:cubicBezTo>
                  <a:pt x="1881553" y="-10715"/>
                  <a:pt x="1957404" y="7512"/>
                  <a:pt x="2055752" y="0"/>
                </a:cubicBezTo>
                <a:cubicBezTo>
                  <a:pt x="2154100" y="-7512"/>
                  <a:pt x="2455093" y="6931"/>
                  <a:pt x="2745601" y="0"/>
                </a:cubicBezTo>
                <a:cubicBezTo>
                  <a:pt x="3036109" y="-6931"/>
                  <a:pt x="3200578" y="-6899"/>
                  <a:pt x="3318177" y="0"/>
                </a:cubicBezTo>
                <a:cubicBezTo>
                  <a:pt x="3435776" y="6899"/>
                  <a:pt x="3830972" y="-29023"/>
                  <a:pt x="4125301" y="0"/>
                </a:cubicBezTo>
                <a:cubicBezTo>
                  <a:pt x="4419630" y="29023"/>
                  <a:pt x="4438628" y="-3380"/>
                  <a:pt x="4580601" y="0"/>
                </a:cubicBezTo>
                <a:cubicBezTo>
                  <a:pt x="4722574" y="3380"/>
                  <a:pt x="5287872" y="-26084"/>
                  <a:pt x="5505000" y="0"/>
                </a:cubicBezTo>
                <a:cubicBezTo>
                  <a:pt x="5722128" y="26084"/>
                  <a:pt x="5845495" y="-3138"/>
                  <a:pt x="6077575" y="0"/>
                </a:cubicBezTo>
                <a:cubicBezTo>
                  <a:pt x="6309655" y="3138"/>
                  <a:pt x="6416497" y="-9038"/>
                  <a:pt x="6532876" y="0"/>
                </a:cubicBezTo>
                <a:cubicBezTo>
                  <a:pt x="6649255" y="9038"/>
                  <a:pt x="6798774" y="17432"/>
                  <a:pt x="6988176" y="0"/>
                </a:cubicBezTo>
                <a:cubicBezTo>
                  <a:pt x="7177578" y="-17432"/>
                  <a:pt x="7432115" y="-1508"/>
                  <a:pt x="7560751" y="0"/>
                </a:cubicBezTo>
                <a:cubicBezTo>
                  <a:pt x="7689387" y="1508"/>
                  <a:pt x="7817048" y="19459"/>
                  <a:pt x="8016052" y="0"/>
                </a:cubicBezTo>
                <a:cubicBezTo>
                  <a:pt x="8215056" y="-19459"/>
                  <a:pt x="8384141" y="13593"/>
                  <a:pt x="8705902" y="0"/>
                </a:cubicBezTo>
                <a:cubicBezTo>
                  <a:pt x="9027663" y="-13593"/>
                  <a:pt x="8932873" y="-16432"/>
                  <a:pt x="9043928" y="0"/>
                </a:cubicBezTo>
                <a:cubicBezTo>
                  <a:pt x="9154983" y="16432"/>
                  <a:pt x="9568699" y="-30219"/>
                  <a:pt x="9733778" y="0"/>
                </a:cubicBezTo>
                <a:cubicBezTo>
                  <a:pt x="9898857" y="30219"/>
                  <a:pt x="9973728" y="-1849"/>
                  <a:pt x="10071804" y="0"/>
                </a:cubicBezTo>
                <a:cubicBezTo>
                  <a:pt x="10169880" y="1849"/>
                  <a:pt x="10558830" y="-12560"/>
                  <a:pt x="10996202" y="0"/>
                </a:cubicBezTo>
                <a:cubicBezTo>
                  <a:pt x="11433574" y="12560"/>
                  <a:pt x="11579031" y="-6546"/>
                  <a:pt x="11727443" y="0"/>
                </a:cubicBezTo>
                <a:cubicBezTo>
                  <a:pt x="11729168" y="25018"/>
                  <a:pt x="11723362" y="74256"/>
                  <a:pt x="11727443" y="100858"/>
                </a:cubicBezTo>
                <a:cubicBezTo>
                  <a:pt x="11466834" y="85519"/>
                  <a:pt x="11273864" y="83363"/>
                  <a:pt x="11154868" y="100858"/>
                </a:cubicBezTo>
                <a:cubicBezTo>
                  <a:pt x="11035872" y="118353"/>
                  <a:pt x="10917509" y="98250"/>
                  <a:pt x="10816842" y="100858"/>
                </a:cubicBezTo>
                <a:cubicBezTo>
                  <a:pt x="10716175" y="103466"/>
                  <a:pt x="10190281" y="93289"/>
                  <a:pt x="9892443" y="100858"/>
                </a:cubicBezTo>
                <a:cubicBezTo>
                  <a:pt x="9594605" y="108427"/>
                  <a:pt x="9385168" y="118111"/>
                  <a:pt x="9202594" y="100858"/>
                </a:cubicBezTo>
                <a:cubicBezTo>
                  <a:pt x="9020020" y="83605"/>
                  <a:pt x="8470284" y="126256"/>
                  <a:pt x="8278195" y="100858"/>
                </a:cubicBezTo>
                <a:cubicBezTo>
                  <a:pt x="8086106" y="75460"/>
                  <a:pt x="7779236" y="101234"/>
                  <a:pt x="7588345" y="100858"/>
                </a:cubicBezTo>
                <a:cubicBezTo>
                  <a:pt x="7397454" y="100483"/>
                  <a:pt x="7324210" y="98320"/>
                  <a:pt x="7250319" y="100858"/>
                </a:cubicBezTo>
                <a:cubicBezTo>
                  <a:pt x="7176428" y="103396"/>
                  <a:pt x="6743284" y="112839"/>
                  <a:pt x="6325921" y="100858"/>
                </a:cubicBezTo>
                <a:cubicBezTo>
                  <a:pt x="5908558" y="88877"/>
                  <a:pt x="6095670" y="116342"/>
                  <a:pt x="5870620" y="100858"/>
                </a:cubicBezTo>
                <a:cubicBezTo>
                  <a:pt x="5645570" y="85374"/>
                  <a:pt x="5700885" y="115088"/>
                  <a:pt x="5532594" y="100858"/>
                </a:cubicBezTo>
                <a:cubicBezTo>
                  <a:pt x="5364303" y="86628"/>
                  <a:pt x="5212740" y="105293"/>
                  <a:pt x="4960019" y="100858"/>
                </a:cubicBezTo>
                <a:cubicBezTo>
                  <a:pt x="4707298" y="96423"/>
                  <a:pt x="4491720" y="108840"/>
                  <a:pt x="4035620" y="100858"/>
                </a:cubicBezTo>
                <a:cubicBezTo>
                  <a:pt x="3579520" y="92876"/>
                  <a:pt x="3768890" y="79226"/>
                  <a:pt x="3580319" y="100858"/>
                </a:cubicBezTo>
                <a:cubicBezTo>
                  <a:pt x="3391748" y="122490"/>
                  <a:pt x="3059393" y="71723"/>
                  <a:pt x="2655921" y="100858"/>
                </a:cubicBezTo>
                <a:cubicBezTo>
                  <a:pt x="2252449" y="129993"/>
                  <a:pt x="2021995" y="121740"/>
                  <a:pt x="1848797" y="100858"/>
                </a:cubicBezTo>
                <a:cubicBezTo>
                  <a:pt x="1675599" y="79976"/>
                  <a:pt x="1263502" y="106737"/>
                  <a:pt x="924398" y="100858"/>
                </a:cubicBezTo>
                <a:cubicBezTo>
                  <a:pt x="585294" y="94979"/>
                  <a:pt x="216313" y="56521"/>
                  <a:pt x="0" y="100858"/>
                </a:cubicBezTo>
                <a:cubicBezTo>
                  <a:pt x="-4094" y="59488"/>
                  <a:pt x="2375" y="29231"/>
                  <a:pt x="0" y="0"/>
                </a:cubicBezTo>
                <a:close/>
              </a:path>
            </a:pathLst>
          </a:custGeom>
          <a:solidFill>
            <a:srgbClr val="007DA9"/>
          </a:solidFill>
          <a:ln w="44450" cap="rnd">
            <a:solidFill>
              <a:srgbClr val="007DA9"/>
            </a:solidFill>
            <a:round/>
            <a:extLst>
              <a:ext uri="{C807C97D-BFC1-408E-A445-0C87EB9F89A2}">
                <ask:lineSketchStyleProps xmlns:ask="http://schemas.microsoft.com/office/drawing/2018/sketchyshapes" sd="2863741219">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rgbClr val="007DA9"/>
                </a:solidFill>
              </a:rPr>
              <a:t>‘</a:t>
            </a:r>
          </a:p>
        </p:txBody>
      </p:sp>
    </p:spTree>
    <p:extLst>
      <p:ext uri="{BB962C8B-B14F-4D97-AF65-F5344CB8AC3E}">
        <p14:creationId xmlns:p14="http://schemas.microsoft.com/office/powerpoint/2010/main" val="55381223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35BFF9-5397-9F8C-870D-5BE468EAB1C7}"/>
            </a:ext>
          </a:extLst>
        </p:cNvPr>
        <p:cNvGrpSpPr/>
        <p:nvPr/>
      </p:nvGrpSpPr>
      <p:grpSpPr>
        <a:xfrm>
          <a:off x="0" y="0"/>
          <a:ext cx="0" cy="0"/>
          <a:chOff x="0" y="0"/>
          <a:chExt cx="0" cy="0"/>
        </a:xfrm>
      </p:grpSpPr>
      <p:sp>
        <p:nvSpPr>
          <p:cNvPr id="4" name="Retângulo 3">
            <a:extLst>
              <a:ext uri="{FF2B5EF4-FFF2-40B4-BE49-F238E27FC236}">
                <a16:creationId xmlns:a16="http://schemas.microsoft.com/office/drawing/2014/main" id="{52ED7EAB-CA3F-743E-A072-4069B4E5E562}"/>
              </a:ext>
            </a:extLst>
          </p:cNvPr>
          <p:cNvSpPr/>
          <p:nvPr/>
        </p:nvSpPr>
        <p:spPr>
          <a:xfrm>
            <a:off x="355104" y="1426718"/>
            <a:ext cx="11425561" cy="5294757"/>
          </a:xfrm>
          <a:prstGeom prst="rect">
            <a:avLst/>
          </a:prstGeom>
          <a:solidFill>
            <a:schemeClr val="accent2">
              <a:lumMod val="20000"/>
              <a:lumOff val="80000"/>
            </a:schemeClr>
          </a:solidFill>
          <a:ln>
            <a:solidFill>
              <a:srgbClr val="007DA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noFill/>
            </a:endParaRPr>
          </a:p>
        </p:txBody>
      </p:sp>
      <p:sp>
        <p:nvSpPr>
          <p:cNvPr id="3" name="CaixaDeTexto 2">
            <a:extLst>
              <a:ext uri="{FF2B5EF4-FFF2-40B4-BE49-F238E27FC236}">
                <a16:creationId xmlns:a16="http://schemas.microsoft.com/office/drawing/2014/main" id="{B4B76515-92E6-3F65-0E51-6403CBF2B491}"/>
              </a:ext>
            </a:extLst>
          </p:cNvPr>
          <p:cNvSpPr txBox="1"/>
          <p:nvPr/>
        </p:nvSpPr>
        <p:spPr>
          <a:xfrm>
            <a:off x="130373" y="169518"/>
            <a:ext cx="10487075" cy="1107996"/>
          </a:xfrm>
          <a:prstGeom prst="rect">
            <a:avLst/>
          </a:prstGeom>
          <a:noFill/>
        </p:spPr>
        <p:txBody>
          <a:bodyPr wrap="square" rtlCol="0">
            <a:spAutoFit/>
          </a:bodyPr>
          <a:lstStyle/>
          <a:p>
            <a:r>
              <a:rPr lang="pt-BR" sz="6600" dirty="0">
                <a:solidFill>
                  <a:srgbClr val="007DA9"/>
                </a:solidFill>
                <a:latin typeface="Impact" panose="020B0806030902050204" pitchFamily="34" charset="0"/>
              </a:rPr>
              <a:t>Estrutura de Dados</a:t>
            </a:r>
          </a:p>
        </p:txBody>
      </p:sp>
      <p:sp>
        <p:nvSpPr>
          <p:cNvPr id="2" name="CaixaDeTexto 1">
            <a:extLst>
              <a:ext uri="{FF2B5EF4-FFF2-40B4-BE49-F238E27FC236}">
                <a16:creationId xmlns:a16="http://schemas.microsoft.com/office/drawing/2014/main" id="{013C05AC-FB30-84CF-7E71-7660F77580EF}"/>
              </a:ext>
            </a:extLst>
          </p:cNvPr>
          <p:cNvSpPr txBox="1"/>
          <p:nvPr/>
        </p:nvSpPr>
        <p:spPr>
          <a:xfrm>
            <a:off x="359599" y="1828800"/>
            <a:ext cx="11421066" cy="4247317"/>
          </a:xfrm>
          <a:prstGeom prst="rect">
            <a:avLst/>
          </a:prstGeom>
          <a:noFill/>
        </p:spPr>
        <p:txBody>
          <a:bodyPr wrap="square" rtlCol="0">
            <a:spAutoFit/>
          </a:bodyPr>
          <a:lstStyle/>
          <a:p>
            <a:r>
              <a:rPr lang="pt-BR" dirty="0">
                <a:solidFill>
                  <a:srgbClr val="007DA9"/>
                </a:solidFill>
                <a:latin typeface="Impact" panose="020B0806030902050204" pitchFamily="34" charset="0"/>
              </a:rPr>
              <a:t>Como Escolher uma Estrutura de Dados em Engenharia de Dados?</a:t>
            </a:r>
          </a:p>
          <a:p>
            <a:endParaRPr lang="pt-BR" dirty="0">
              <a:solidFill>
                <a:srgbClr val="007DA9"/>
              </a:solidFill>
              <a:latin typeface="Impact" panose="020B0806030902050204" pitchFamily="34" charset="0"/>
            </a:endParaRPr>
          </a:p>
          <a:p>
            <a:r>
              <a:rPr lang="pt-BR" dirty="0">
                <a:solidFill>
                  <a:srgbClr val="007DA9"/>
                </a:solidFill>
                <a:latin typeface="Impact" panose="020B0806030902050204" pitchFamily="34" charset="0"/>
              </a:rPr>
              <a:t>Na engenharia de dados, a escolha da estrutura de dados depende de vários fatores:</a:t>
            </a:r>
          </a:p>
          <a:p>
            <a:pPr>
              <a:buFont typeface="Arial" panose="020B0604020202020204" pitchFamily="34" charset="0"/>
              <a:buChar char="•"/>
            </a:pPr>
            <a:endParaRPr lang="pt-BR" dirty="0">
              <a:solidFill>
                <a:srgbClr val="007DA9"/>
              </a:solidFill>
              <a:latin typeface="Impact" panose="020B0806030902050204" pitchFamily="34" charset="0"/>
            </a:endParaRPr>
          </a:p>
          <a:p>
            <a:pPr>
              <a:buFont typeface="Arial" panose="020B0604020202020204" pitchFamily="34" charset="0"/>
              <a:buChar char="•"/>
            </a:pPr>
            <a:r>
              <a:rPr lang="pt-BR" dirty="0">
                <a:solidFill>
                  <a:srgbClr val="007DA9"/>
                </a:solidFill>
                <a:latin typeface="Impact" panose="020B0806030902050204" pitchFamily="34" charset="0"/>
              </a:rPr>
              <a:t> Volume de dados: Qual é o tamanho dos dados que você está manipulando? Para grandes volumes, estruturas como árvores e grafos são frequentemente otimizadas para busca e inserção rápida.</a:t>
            </a:r>
          </a:p>
          <a:p>
            <a:pPr>
              <a:buFont typeface="Arial" panose="020B0604020202020204" pitchFamily="34" charset="0"/>
              <a:buChar char="•"/>
            </a:pPr>
            <a:endParaRPr lang="pt-BR" dirty="0">
              <a:solidFill>
                <a:srgbClr val="007DA9"/>
              </a:solidFill>
              <a:latin typeface="Impact" panose="020B0806030902050204" pitchFamily="34" charset="0"/>
            </a:endParaRPr>
          </a:p>
          <a:p>
            <a:pPr>
              <a:buFont typeface="Arial" panose="020B0604020202020204" pitchFamily="34" charset="0"/>
              <a:buChar char="•"/>
            </a:pPr>
            <a:r>
              <a:rPr lang="pt-BR" dirty="0">
                <a:solidFill>
                  <a:srgbClr val="007DA9"/>
                </a:solidFill>
                <a:latin typeface="Impact" panose="020B0806030902050204" pitchFamily="34" charset="0"/>
              </a:rPr>
              <a:t> Padrão de acesso: Você precisa acessar dados em ordem, aleatoriamente, ou de forma hierárquica? Isso influenciará a escolha entre </a:t>
            </a:r>
            <a:r>
              <a:rPr lang="pt-BR" dirty="0" err="1">
                <a:solidFill>
                  <a:srgbClr val="007DA9"/>
                </a:solidFill>
                <a:latin typeface="Impact" panose="020B0806030902050204" pitchFamily="34" charset="0"/>
              </a:rPr>
              <a:t>arrays</a:t>
            </a:r>
            <a:r>
              <a:rPr lang="pt-BR" dirty="0">
                <a:solidFill>
                  <a:srgbClr val="007DA9"/>
                </a:solidFill>
                <a:latin typeface="Impact" panose="020B0806030902050204" pitchFamily="34" charset="0"/>
              </a:rPr>
              <a:t>, árvores ou grafos.</a:t>
            </a:r>
          </a:p>
          <a:p>
            <a:pPr>
              <a:buFont typeface="Arial" panose="020B0604020202020204" pitchFamily="34" charset="0"/>
              <a:buChar char="•"/>
            </a:pPr>
            <a:endParaRPr lang="pt-BR" dirty="0">
              <a:solidFill>
                <a:srgbClr val="007DA9"/>
              </a:solidFill>
              <a:latin typeface="Impact" panose="020B0806030902050204" pitchFamily="34" charset="0"/>
            </a:endParaRPr>
          </a:p>
          <a:p>
            <a:pPr>
              <a:buFont typeface="Arial" panose="020B0604020202020204" pitchFamily="34" charset="0"/>
              <a:buChar char="•"/>
            </a:pPr>
            <a:r>
              <a:rPr lang="pt-BR" dirty="0">
                <a:solidFill>
                  <a:srgbClr val="007DA9"/>
                </a:solidFill>
                <a:latin typeface="Impact" panose="020B0806030902050204" pitchFamily="34" charset="0"/>
              </a:rPr>
              <a:t> Performance: Qual é a prioridade — leitura rápida ou escrita eficiente? Diferentes estruturas de dados são otimizadas para diferentes operações.</a:t>
            </a:r>
          </a:p>
          <a:p>
            <a:pPr>
              <a:buFont typeface="Arial" panose="020B0604020202020204" pitchFamily="34" charset="0"/>
              <a:buChar char="•"/>
            </a:pPr>
            <a:endParaRPr lang="pt-BR" dirty="0">
              <a:solidFill>
                <a:srgbClr val="007DA9"/>
              </a:solidFill>
              <a:latin typeface="Impact" panose="020B0806030902050204" pitchFamily="34" charset="0"/>
            </a:endParaRPr>
          </a:p>
          <a:p>
            <a:pPr>
              <a:buFont typeface="Arial" panose="020B0604020202020204" pitchFamily="34" charset="0"/>
              <a:buChar char="•"/>
            </a:pPr>
            <a:r>
              <a:rPr lang="pt-BR" dirty="0">
                <a:solidFill>
                  <a:srgbClr val="007DA9"/>
                </a:solidFill>
                <a:latin typeface="Impact" panose="020B0806030902050204" pitchFamily="34" charset="0"/>
              </a:rPr>
              <a:t> Escalabilidade: Como o sistema vai se comportar à medida que o volume de dados cresce? Estruturas que escalam bem com o aumento dos dados são cruciais em engenharia de dados.</a:t>
            </a:r>
          </a:p>
        </p:txBody>
      </p:sp>
      <p:sp>
        <p:nvSpPr>
          <p:cNvPr id="8" name="sketchy line">
            <a:extLst>
              <a:ext uri="{FF2B5EF4-FFF2-40B4-BE49-F238E27FC236}">
                <a16:creationId xmlns:a16="http://schemas.microsoft.com/office/drawing/2014/main" id="{096863DC-7DB0-D58B-563A-D86C00F1674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68062" y="1184695"/>
            <a:ext cx="11727443" cy="100858"/>
          </a:xfrm>
          <a:custGeom>
            <a:avLst/>
            <a:gdLst>
              <a:gd name="connsiteX0" fmla="*/ 0 w 11727443"/>
              <a:gd name="connsiteY0" fmla="*/ 0 h 100858"/>
              <a:gd name="connsiteX1" fmla="*/ 455301 w 11727443"/>
              <a:gd name="connsiteY1" fmla="*/ 0 h 100858"/>
              <a:gd name="connsiteX2" fmla="*/ 1379699 w 11727443"/>
              <a:gd name="connsiteY2" fmla="*/ 0 h 100858"/>
              <a:gd name="connsiteX3" fmla="*/ 2069549 w 11727443"/>
              <a:gd name="connsiteY3" fmla="*/ 0 h 100858"/>
              <a:gd name="connsiteX4" fmla="*/ 2524849 w 11727443"/>
              <a:gd name="connsiteY4" fmla="*/ 0 h 100858"/>
              <a:gd name="connsiteX5" fmla="*/ 2862876 w 11727443"/>
              <a:gd name="connsiteY5" fmla="*/ 0 h 100858"/>
              <a:gd name="connsiteX6" fmla="*/ 3787274 w 11727443"/>
              <a:gd name="connsiteY6" fmla="*/ 0 h 100858"/>
              <a:gd name="connsiteX7" fmla="*/ 4359849 w 11727443"/>
              <a:gd name="connsiteY7" fmla="*/ 0 h 100858"/>
              <a:gd name="connsiteX8" fmla="*/ 5284248 w 11727443"/>
              <a:gd name="connsiteY8" fmla="*/ 0 h 100858"/>
              <a:gd name="connsiteX9" fmla="*/ 5622274 w 11727443"/>
              <a:gd name="connsiteY9" fmla="*/ 0 h 100858"/>
              <a:gd name="connsiteX10" fmla="*/ 6077575 w 11727443"/>
              <a:gd name="connsiteY10" fmla="*/ 0 h 100858"/>
              <a:gd name="connsiteX11" fmla="*/ 7001973 w 11727443"/>
              <a:gd name="connsiteY11" fmla="*/ 0 h 100858"/>
              <a:gd name="connsiteX12" fmla="*/ 7926372 w 11727443"/>
              <a:gd name="connsiteY12" fmla="*/ 0 h 100858"/>
              <a:gd name="connsiteX13" fmla="*/ 8498947 w 11727443"/>
              <a:gd name="connsiteY13" fmla="*/ 0 h 100858"/>
              <a:gd name="connsiteX14" fmla="*/ 8836973 w 11727443"/>
              <a:gd name="connsiteY14" fmla="*/ 0 h 100858"/>
              <a:gd name="connsiteX15" fmla="*/ 9644097 w 11727443"/>
              <a:gd name="connsiteY15" fmla="*/ 0 h 100858"/>
              <a:gd name="connsiteX16" fmla="*/ 10333947 w 11727443"/>
              <a:gd name="connsiteY16" fmla="*/ 0 h 100858"/>
              <a:gd name="connsiteX17" fmla="*/ 10906522 w 11727443"/>
              <a:gd name="connsiteY17" fmla="*/ 0 h 100858"/>
              <a:gd name="connsiteX18" fmla="*/ 11727443 w 11727443"/>
              <a:gd name="connsiteY18" fmla="*/ 0 h 100858"/>
              <a:gd name="connsiteX19" fmla="*/ 11727443 w 11727443"/>
              <a:gd name="connsiteY19" fmla="*/ 100858 h 100858"/>
              <a:gd name="connsiteX20" fmla="*/ 10920319 w 11727443"/>
              <a:gd name="connsiteY20" fmla="*/ 100858 h 100858"/>
              <a:gd name="connsiteX21" fmla="*/ 10465018 w 11727443"/>
              <a:gd name="connsiteY21" fmla="*/ 100858 h 100858"/>
              <a:gd name="connsiteX22" fmla="*/ 9892443 w 11727443"/>
              <a:gd name="connsiteY22" fmla="*/ 100858 h 100858"/>
              <a:gd name="connsiteX23" fmla="*/ 8968045 w 11727443"/>
              <a:gd name="connsiteY23" fmla="*/ 100858 h 100858"/>
              <a:gd name="connsiteX24" fmla="*/ 8630018 w 11727443"/>
              <a:gd name="connsiteY24" fmla="*/ 100858 h 100858"/>
              <a:gd name="connsiteX25" fmla="*/ 8291992 w 11727443"/>
              <a:gd name="connsiteY25" fmla="*/ 100858 h 100858"/>
              <a:gd name="connsiteX26" fmla="*/ 7953966 w 11727443"/>
              <a:gd name="connsiteY26" fmla="*/ 100858 h 100858"/>
              <a:gd name="connsiteX27" fmla="*/ 7146842 w 11727443"/>
              <a:gd name="connsiteY27" fmla="*/ 100858 h 100858"/>
              <a:gd name="connsiteX28" fmla="*/ 6691541 w 11727443"/>
              <a:gd name="connsiteY28" fmla="*/ 100858 h 100858"/>
              <a:gd name="connsiteX29" fmla="*/ 5884417 w 11727443"/>
              <a:gd name="connsiteY29" fmla="*/ 100858 h 100858"/>
              <a:gd name="connsiteX30" fmla="*/ 5077293 w 11727443"/>
              <a:gd name="connsiteY30" fmla="*/ 100858 h 100858"/>
              <a:gd name="connsiteX31" fmla="*/ 4621992 w 11727443"/>
              <a:gd name="connsiteY31" fmla="*/ 100858 h 100858"/>
              <a:gd name="connsiteX32" fmla="*/ 3932143 w 11727443"/>
              <a:gd name="connsiteY32" fmla="*/ 100858 h 100858"/>
              <a:gd name="connsiteX33" fmla="*/ 3359567 w 11727443"/>
              <a:gd name="connsiteY33" fmla="*/ 100858 h 100858"/>
              <a:gd name="connsiteX34" fmla="*/ 2435169 w 11727443"/>
              <a:gd name="connsiteY34" fmla="*/ 100858 h 100858"/>
              <a:gd name="connsiteX35" fmla="*/ 1745319 w 11727443"/>
              <a:gd name="connsiteY35" fmla="*/ 100858 h 100858"/>
              <a:gd name="connsiteX36" fmla="*/ 938195 w 11727443"/>
              <a:gd name="connsiteY36" fmla="*/ 100858 h 100858"/>
              <a:gd name="connsiteX37" fmla="*/ 600169 w 11727443"/>
              <a:gd name="connsiteY37" fmla="*/ 100858 h 100858"/>
              <a:gd name="connsiteX38" fmla="*/ 0 w 11727443"/>
              <a:gd name="connsiteY38" fmla="*/ 100858 h 100858"/>
              <a:gd name="connsiteX39" fmla="*/ 0 w 11727443"/>
              <a:gd name="connsiteY39" fmla="*/ 0 h 1008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11727443" h="100858" fill="none" extrusionOk="0">
                <a:moveTo>
                  <a:pt x="0" y="0"/>
                </a:moveTo>
                <a:cubicBezTo>
                  <a:pt x="177575" y="-8335"/>
                  <a:pt x="289292" y="-22372"/>
                  <a:pt x="455301" y="0"/>
                </a:cubicBezTo>
                <a:cubicBezTo>
                  <a:pt x="621310" y="22372"/>
                  <a:pt x="959229" y="316"/>
                  <a:pt x="1379699" y="0"/>
                </a:cubicBezTo>
                <a:cubicBezTo>
                  <a:pt x="1800169" y="-316"/>
                  <a:pt x="1910290" y="-19988"/>
                  <a:pt x="2069549" y="0"/>
                </a:cubicBezTo>
                <a:cubicBezTo>
                  <a:pt x="2228808" y="19988"/>
                  <a:pt x="2328018" y="-6436"/>
                  <a:pt x="2524849" y="0"/>
                </a:cubicBezTo>
                <a:cubicBezTo>
                  <a:pt x="2721680" y="6436"/>
                  <a:pt x="2744923" y="692"/>
                  <a:pt x="2862876" y="0"/>
                </a:cubicBezTo>
                <a:cubicBezTo>
                  <a:pt x="2980829" y="-692"/>
                  <a:pt x="3455105" y="28803"/>
                  <a:pt x="3787274" y="0"/>
                </a:cubicBezTo>
                <a:cubicBezTo>
                  <a:pt x="4119443" y="-28803"/>
                  <a:pt x="4093258" y="3515"/>
                  <a:pt x="4359849" y="0"/>
                </a:cubicBezTo>
                <a:cubicBezTo>
                  <a:pt x="4626441" y="-3515"/>
                  <a:pt x="4994558" y="-15931"/>
                  <a:pt x="5284248" y="0"/>
                </a:cubicBezTo>
                <a:cubicBezTo>
                  <a:pt x="5573938" y="15931"/>
                  <a:pt x="5518095" y="-13412"/>
                  <a:pt x="5622274" y="0"/>
                </a:cubicBezTo>
                <a:cubicBezTo>
                  <a:pt x="5726453" y="13412"/>
                  <a:pt x="5919345" y="19043"/>
                  <a:pt x="6077575" y="0"/>
                </a:cubicBezTo>
                <a:cubicBezTo>
                  <a:pt x="6235805" y="-19043"/>
                  <a:pt x="6637812" y="29609"/>
                  <a:pt x="7001973" y="0"/>
                </a:cubicBezTo>
                <a:cubicBezTo>
                  <a:pt x="7366134" y="-29609"/>
                  <a:pt x="7716303" y="17424"/>
                  <a:pt x="7926372" y="0"/>
                </a:cubicBezTo>
                <a:cubicBezTo>
                  <a:pt x="8136441" y="-17424"/>
                  <a:pt x="8378864" y="-19420"/>
                  <a:pt x="8498947" y="0"/>
                </a:cubicBezTo>
                <a:cubicBezTo>
                  <a:pt x="8619031" y="19420"/>
                  <a:pt x="8765062" y="-15679"/>
                  <a:pt x="8836973" y="0"/>
                </a:cubicBezTo>
                <a:cubicBezTo>
                  <a:pt x="8908884" y="15679"/>
                  <a:pt x="9288035" y="12756"/>
                  <a:pt x="9644097" y="0"/>
                </a:cubicBezTo>
                <a:cubicBezTo>
                  <a:pt x="10000159" y="-12756"/>
                  <a:pt x="10089663" y="-5649"/>
                  <a:pt x="10333947" y="0"/>
                </a:cubicBezTo>
                <a:cubicBezTo>
                  <a:pt x="10578231" y="5649"/>
                  <a:pt x="10785095" y="27917"/>
                  <a:pt x="10906522" y="0"/>
                </a:cubicBezTo>
                <a:cubicBezTo>
                  <a:pt x="11027949" y="-27917"/>
                  <a:pt x="11562609" y="31188"/>
                  <a:pt x="11727443" y="0"/>
                </a:cubicBezTo>
                <a:cubicBezTo>
                  <a:pt x="11723584" y="38217"/>
                  <a:pt x="11731691" y="73296"/>
                  <a:pt x="11727443" y="100858"/>
                </a:cubicBezTo>
                <a:cubicBezTo>
                  <a:pt x="11381154" y="139297"/>
                  <a:pt x="11163895" y="69647"/>
                  <a:pt x="10920319" y="100858"/>
                </a:cubicBezTo>
                <a:cubicBezTo>
                  <a:pt x="10676743" y="132069"/>
                  <a:pt x="10625983" y="117071"/>
                  <a:pt x="10465018" y="100858"/>
                </a:cubicBezTo>
                <a:cubicBezTo>
                  <a:pt x="10304053" y="84645"/>
                  <a:pt x="10063410" y="105790"/>
                  <a:pt x="9892443" y="100858"/>
                </a:cubicBezTo>
                <a:cubicBezTo>
                  <a:pt x="9721477" y="95926"/>
                  <a:pt x="9298902" y="55708"/>
                  <a:pt x="8968045" y="100858"/>
                </a:cubicBezTo>
                <a:cubicBezTo>
                  <a:pt x="8637188" y="146008"/>
                  <a:pt x="8753098" y="98295"/>
                  <a:pt x="8630018" y="100858"/>
                </a:cubicBezTo>
                <a:cubicBezTo>
                  <a:pt x="8506938" y="103421"/>
                  <a:pt x="8382809" y="104606"/>
                  <a:pt x="8291992" y="100858"/>
                </a:cubicBezTo>
                <a:cubicBezTo>
                  <a:pt x="8201175" y="97110"/>
                  <a:pt x="8042573" y="88227"/>
                  <a:pt x="7953966" y="100858"/>
                </a:cubicBezTo>
                <a:cubicBezTo>
                  <a:pt x="7865359" y="113489"/>
                  <a:pt x="7327260" y="71433"/>
                  <a:pt x="7146842" y="100858"/>
                </a:cubicBezTo>
                <a:cubicBezTo>
                  <a:pt x="6966424" y="130283"/>
                  <a:pt x="6836691" y="78893"/>
                  <a:pt x="6691541" y="100858"/>
                </a:cubicBezTo>
                <a:cubicBezTo>
                  <a:pt x="6546391" y="122823"/>
                  <a:pt x="6161732" y="96929"/>
                  <a:pt x="5884417" y="100858"/>
                </a:cubicBezTo>
                <a:cubicBezTo>
                  <a:pt x="5607102" y="104787"/>
                  <a:pt x="5399769" y="71203"/>
                  <a:pt x="5077293" y="100858"/>
                </a:cubicBezTo>
                <a:cubicBezTo>
                  <a:pt x="4754817" y="130513"/>
                  <a:pt x="4780101" y="110562"/>
                  <a:pt x="4621992" y="100858"/>
                </a:cubicBezTo>
                <a:cubicBezTo>
                  <a:pt x="4463883" y="91154"/>
                  <a:pt x="4080268" y="82653"/>
                  <a:pt x="3932143" y="100858"/>
                </a:cubicBezTo>
                <a:cubicBezTo>
                  <a:pt x="3784018" y="119063"/>
                  <a:pt x="3606068" y="107585"/>
                  <a:pt x="3359567" y="100858"/>
                </a:cubicBezTo>
                <a:cubicBezTo>
                  <a:pt x="3113066" y="94131"/>
                  <a:pt x="2833730" y="108463"/>
                  <a:pt x="2435169" y="100858"/>
                </a:cubicBezTo>
                <a:cubicBezTo>
                  <a:pt x="2036608" y="93253"/>
                  <a:pt x="1979570" y="109496"/>
                  <a:pt x="1745319" y="100858"/>
                </a:cubicBezTo>
                <a:cubicBezTo>
                  <a:pt x="1511068" y="92221"/>
                  <a:pt x="1304277" y="99602"/>
                  <a:pt x="938195" y="100858"/>
                </a:cubicBezTo>
                <a:cubicBezTo>
                  <a:pt x="572113" y="102114"/>
                  <a:pt x="673750" y="115329"/>
                  <a:pt x="600169" y="100858"/>
                </a:cubicBezTo>
                <a:cubicBezTo>
                  <a:pt x="526588" y="86387"/>
                  <a:pt x="223952" y="122492"/>
                  <a:pt x="0" y="100858"/>
                </a:cubicBezTo>
                <a:cubicBezTo>
                  <a:pt x="-124" y="56937"/>
                  <a:pt x="-3196" y="35397"/>
                  <a:pt x="0" y="0"/>
                </a:cubicBezTo>
                <a:close/>
              </a:path>
              <a:path w="11727443" h="100858" stroke="0" extrusionOk="0">
                <a:moveTo>
                  <a:pt x="0" y="0"/>
                </a:moveTo>
                <a:cubicBezTo>
                  <a:pt x="226598" y="-20463"/>
                  <a:pt x="284703" y="21278"/>
                  <a:pt x="455301" y="0"/>
                </a:cubicBezTo>
                <a:cubicBezTo>
                  <a:pt x="625899" y="-21278"/>
                  <a:pt x="975360" y="-38169"/>
                  <a:pt x="1379699" y="0"/>
                </a:cubicBezTo>
                <a:cubicBezTo>
                  <a:pt x="1784038" y="38169"/>
                  <a:pt x="1553897" y="10715"/>
                  <a:pt x="1717725" y="0"/>
                </a:cubicBezTo>
                <a:cubicBezTo>
                  <a:pt x="1881553" y="-10715"/>
                  <a:pt x="1957404" y="7512"/>
                  <a:pt x="2055752" y="0"/>
                </a:cubicBezTo>
                <a:cubicBezTo>
                  <a:pt x="2154100" y="-7512"/>
                  <a:pt x="2455093" y="6931"/>
                  <a:pt x="2745601" y="0"/>
                </a:cubicBezTo>
                <a:cubicBezTo>
                  <a:pt x="3036109" y="-6931"/>
                  <a:pt x="3200578" y="-6899"/>
                  <a:pt x="3318177" y="0"/>
                </a:cubicBezTo>
                <a:cubicBezTo>
                  <a:pt x="3435776" y="6899"/>
                  <a:pt x="3830972" y="-29023"/>
                  <a:pt x="4125301" y="0"/>
                </a:cubicBezTo>
                <a:cubicBezTo>
                  <a:pt x="4419630" y="29023"/>
                  <a:pt x="4438628" y="-3380"/>
                  <a:pt x="4580601" y="0"/>
                </a:cubicBezTo>
                <a:cubicBezTo>
                  <a:pt x="4722574" y="3380"/>
                  <a:pt x="5287872" y="-26084"/>
                  <a:pt x="5505000" y="0"/>
                </a:cubicBezTo>
                <a:cubicBezTo>
                  <a:pt x="5722128" y="26084"/>
                  <a:pt x="5845495" y="-3138"/>
                  <a:pt x="6077575" y="0"/>
                </a:cubicBezTo>
                <a:cubicBezTo>
                  <a:pt x="6309655" y="3138"/>
                  <a:pt x="6416497" y="-9038"/>
                  <a:pt x="6532876" y="0"/>
                </a:cubicBezTo>
                <a:cubicBezTo>
                  <a:pt x="6649255" y="9038"/>
                  <a:pt x="6798774" y="17432"/>
                  <a:pt x="6988176" y="0"/>
                </a:cubicBezTo>
                <a:cubicBezTo>
                  <a:pt x="7177578" y="-17432"/>
                  <a:pt x="7432115" y="-1508"/>
                  <a:pt x="7560751" y="0"/>
                </a:cubicBezTo>
                <a:cubicBezTo>
                  <a:pt x="7689387" y="1508"/>
                  <a:pt x="7817048" y="19459"/>
                  <a:pt x="8016052" y="0"/>
                </a:cubicBezTo>
                <a:cubicBezTo>
                  <a:pt x="8215056" y="-19459"/>
                  <a:pt x="8384141" y="13593"/>
                  <a:pt x="8705902" y="0"/>
                </a:cubicBezTo>
                <a:cubicBezTo>
                  <a:pt x="9027663" y="-13593"/>
                  <a:pt x="8932873" y="-16432"/>
                  <a:pt x="9043928" y="0"/>
                </a:cubicBezTo>
                <a:cubicBezTo>
                  <a:pt x="9154983" y="16432"/>
                  <a:pt x="9568699" y="-30219"/>
                  <a:pt x="9733778" y="0"/>
                </a:cubicBezTo>
                <a:cubicBezTo>
                  <a:pt x="9898857" y="30219"/>
                  <a:pt x="9973728" y="-1849"/>
                  <a:pt x="10071804" y="0"/>
                </a:cubicBezTo>
                <a:cubicBezTo>
                  <a:pt x="10169880" y="1849"/>
                  <a:pt x="10558830" y="-12560"/>
                  <a:pt x="10996202" y="0"/>
                </a:cubicBezTo>
                <a:cubicBezTo>
                  <a:pt x="11433574" y="12560"/>
                  <a:pt x="11579031" y="-6546"/>
                  <a:pt x="11727443" y="0"/>
                </a:cubicBezTo>
                <a:cubicBezTo>
                  <a:pt x="11729168" y="25018"/>
                  <a:pt x="11723362" y="74256"/>
                  <a:pt x="11727443" y="100858"/>
                </a:cubicBezTo>
                <a:cubicBezTo>
                  <a:pt x="11466834" y="85519"/>
                  <a:pt x="11273864" y="83363"/>
                  <a:pt x="11154868" y="100858"/>
                </a:cubicBezTo>
                <a:cubicBezTo>
                  <a:pt x="11035872" y="118353"/>
                  <a:pt x="10917509" y="98250"/>
                  <a:pt x="10816842" y="100858"/>
                </a:cubicBezTo>
                <a:cubicBezTo>
                  <a:pt x="10716175" y="103466"/>
                  <a:pt x="10190281" y="93289"/>
                  <a:pt x="9892443" y="100858"/>
                </a:cubicBezTo>
                <a:cubicBezTo>
                  <a:pt x="9594605" y="108427"/>
                  <a:pt x="9385168" y="118111"/>
                  <a:pt x="9202594" y="100858"/>
                </a:cubicBezTo>
                <a:cubicBezTo>
                  <a:pt x="9020020" y="83605"/>
                  <a:pt x="8470284" y="126256"/>
                  <a:pt x="8278195" y="100858"/>
                </a:cubicBezTo>
                <a:cubicBezTo>
                  <a:pt x="8086106" y="75460"/>
                  <a:pt x="7779236" y="101234"/>
                  <a:pt x="7588345" y="100858"/>
                </a:cubicBezTo>
                <a:cubicBezTo>
                  <a:pt x="7397454" y="100483"/>
                  <a:pt x="7324210" y="98320"/>
                  <a:pt x="7250319" y="100858"/>
                </a:cubicBezTo>
                <a:cubicBezTo>
                  <a:pt x="7176428" y="103396"/>
                  <a:pt x="6743284" y="112839"/>
                  <a:pt x="6325921" y="100858"/>
                </a:cubicBezTo>
                <a:cubicBezTo>
                  <a:pt x="5908558" y="88877"/>
                  <a:pt x="6095670" y="116342"/>
                  <a:pt x="5870620" y="100858"/>
                </a:cubicBezTo>
                <a:cubicBezTo>
                  <a:pt x="5645570" y="85374"/>
                  <a:pt x="5700885" y="115088"/>
                  <a:pt x="5532594" y="100858"/>
                </a:cubicBezTo>
                <a:cubicBezTo>
                  <a:pt x="5364303" y="86628"/>
                  <a:pt x="5212740" y="105293"/>
                  <a:pt x="4960019" y="100858"/>
                </a:cubicBezTo>
                <a:cubicBezTo>
                  <a:pt x="4707298" y="96423"/>
                  <a:pt x="4491720" y="108840"/>
                  <a:pt x="4035620" y="100858"/>
                </a:cubicBezTo>
                <a:cubicBezTo>
                  <a:pt x="3579520" y="92876"/>
                  <a:pt x="3768890" y="79226"/>
                  <a:pt x="3580319" y="100858"/>
                </a:cubicBezTo>
                <a:cubicBezTo>
                  <a:pt x="3391748" y="122490"/>
                  <a:pt x="3059393" y="71723"/>
                  <a:pt x="2655921" y="100858"/>
                </a:cubicBezTo>
                <a:cubicBezTo>
                  <a:pt x="2252449" y="129993"/>
                  <a:pt x="2021995" y="121740"/>
                  <a:pt x="1848797" y="100858"/>
                </a:cubicBezTo>
                <a:cubicBezTo>
                  <a:pt x="1675599" y="79976"/>
                  <a:pt x="1263502" y="106737"/>
                  <a:pt x="924398" y="100858"/>
                </a:cubicBezTo>
                <a:cubicBezTo>
                  <a:pt x="585294" y="94979"/>
                  <a:pt x="216313" y="56521"/>
                  <a:pt x="0" y="100858"/>
                </a:cubicBezTo>
                <a:cubicBezTo>
                  <a:pt x="-4094" y="59488"/>
                  <a:pt x="2375" y="29231"/>
                  <a:pt x="0" y="0"/>
                </a:cubicBezTo>
                <a:close/>
              </a:path>
            </a:pathLst>
          </a:custGeom>
          <a:solidFill>
            <a:srgbClr val="007DA9"/>
          </a:solidFill>
          <a:ln w="44450" cap="rnd">
            <a:solidFill>
              <a:srgbClr val="007DA9"/>
            </a:solidFill>
            <a:round/>
            <a:extLst>
              <a:ext uri="{C807C97D-BFC1-408E-A445-0C87EB9F89A2}">
                <ask:lineSketchStyleProps xmlns:ask="http://schemas.microsoft.com/office/drawing/2018/sketchyshapes" sd="2863741219">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rgbClr val="007DA9"/>
                </a:solidFill>
              </a:rPr>
              <a:t>‘</a:t>
            </a:r>
          </a:p>
        </p:txBody>
      </p:sp>
    </p:spTree>
    <p:extLst>
      <p:ext uri="{BB962C8B-B14F-4D97-AF65-F5344CB8AC3E}">
        <p14:creationId xmlns:p14="http://schemas.microsoft.com/office/powerpoint/2010/main" val="2582378615"/>
      </p:ext>
    </p:extLst>
  </p:cSld>
  <p:clrMapOvr>
    <a:masterClrMapping/>
  </p:clrMapOvr>
</p:sld>
</file>

<file path=ppt/theme/theme1.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o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1ada0a2f-b917-4d51-b0d0-d418a10c8b23}" enabled="1" method="Standard" siteId="{12a3af23-a769-4654-847f-958f3d479f4a}" contentBits="0" removed="0"/>
</clbl:labelList>
</file>

<file path=docProps/app.xml><?xml version="1.0" encoding="utf-8"?>
<Properties xmlns="http://schemas.openxmlformats.org/officeDocument/2006/extended-properties" xmlns:vt="http://schemas.openxmlformats.org/officeDocument/2006/docPropsVTypes">
  <TotalTime>55930</TotalTime>
  <Words>2244</Words>
  <Application>Microsoft Office PowerPoint</Application>
  <PresentationFormat>Widescreen</PresentationFormat>
  <Paragraphs>269</Paragraphs>
  <Slides>23</Slides>
  <Notes>4</Notes>
  <HiddenSlides>0</HiddenSlides>
  <MMClips>0</MMClips>
  <ScaleCrop>false</ScaleCrop>
  <HeadingPairs>
    <vt:vector size="6" baseType="variant">
      <vt:variant>
        <vt:lpstr>Fontes usadas</vt:lpstr>
      </vt:variant>
      <vt:variant>
        <vt:i4>5</vt:i4>
      </vt:variant>
      <vt:variant>
        <vt:lpstr>Tema</vt:lpstr>
      </vt:variant>
      <vt:variant>
        <vt:i4>1</vt:i4>
      </vt:variant>
      <vt:variant>
        <vt:lpstr>Títulos de slides</vt:lpstr>
      </vt:variant>
      <vt:variant>
        <vt:i4>23</vt:i4>
      </vt:variant>
    </vt:vector>
  </HeadingPairs>
  <TitlesOfParts>
    <vt:vector size="29" baseType="lpstr">
      <vt:lpstr>Aptos</vt:lpstr>
      <vt:lpstr>Arial</vt:lpstr>
      <vt:lpstr>Calibri</vt:lpstr>
      <vt:lpstr>Calibri Light</vt:lpstr>
      <vt:lpstr>Impact</vt:lpstr>
      <vt:lpstr>Tema do Office</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Apresentação do PowerPoint</dc:title>
  <dc:creator>Gabriel Quintella</dc:creator>
  <cp:lastModifiedBy>Quintella,Gabriel,SAO PAULO,Information Technology</cp:lastModifiedBy>
  <cp:revision>502</cp:revision>
  <dcterms:created xsi:type="dcterms:W3CDTF">2024-02-17T14:08:37Z</dcterms:created>
  <dcterms:modified xsi:type="dcterms:W3CDTF">2024-09-05T21:02:01Z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1ada0a2f-b917-4d51-b0d0-d418a10c8b23_Enabled">
    <vt:lpwstr>true</vt:lpwstr>
  </property>
  <property fmtid="{D5CDD505-2E9C-101B-9397-08002B2CF9AE}" pid="3" name="MSIP_Label_1ada0a2f-b917-4d51-b0d0-d418a10c8b23_SetDate">
    <vt:lpwstr>2024-06-12T18:01:52Z</vt:lpwstr>
  </property>
  <property fmtid="{D5CDD505-2E9C-101B-9397-08002B2CF9AE}" pid="4" name="MSIP_Label_1ada0a2f-b917-4d51-b0d0-d418a10c8b23_Method">
    <vt:lpwstr>Standard</vt:lpwstr>
  </property>
  <property fmtid="{D5CDD505-2E9C-101B-9397-08002B2CF9AE}" pid="5" name="MSIP_Label_1ada0a2f-b917-4d51-b0d0-d418a10c8b23_Name">
    <vt:lpwstr>1ada0a2f-b917-4d51-b0d0-d418a10c8b23</vt:lpwstr>
  </property>
  <property fmtid="{D5CDD505-2E9C-101B-9397-08002B2CF9AE}" pid="6" name="MSIP_Label_1ada0a2f-b917-4d51-b0d0-d418a10c8b23_SiteId">
    <vt:lpwstr>12a3af23-a769-4654-847f-958f3d479f4a</vt:lpwstr>
  </property>
  <property fmtid="{D5CDD505-2E9C-101B-9397-08002B2CF9AE}" pid="7" name="MSIP_Label_1ada0a2f-b917-4d51-b0d0-d418a10c8b23_ActionId">
    <vt:lpwstr>67b60621-427c-4511-9874-ff9b4329d30c</vt:lpwstr>
  </property>
  <property fmtid="{D5CDD505-2E9C-101B-9397-08002B2CF9AE}" pid="8" name="MSIP_Label_1ada0a2f-b917-4d51-b0d0-d418a10c8b23_ContentBits">
    <vt:lpwstr>0</vt:lpwstr>
  </property>
</Properties>
</file>