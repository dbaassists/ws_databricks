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"/>
  </p:notesMasterIdLst>
  <p:sldIdLst>
    <p:sldId id="286" r:id="rId2"/>
    <p:sldId id="301" r:id="rId3"/>
    <p:sldId id="303" r:id="rId4"/>
    <p:sldId id="302" r:id="rId5"/>
    <p:sldId id="289" r:id="rId6"/>
    <p:sldId id="298" r:id="rId7"/>
    <p:sldId id="299" r:id="rId8"/>
    <p:sldId id="300" r:id="rId9"/>
    <p:sldId id="27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29A002-5DDE-021D-3948-6D5F0C1DEB89}" name="Gabriel Quintella" initials="GQ" userId="0401f16030b3bbc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Quintella" userId="0401f16030b3bbcc" providerId="LiveId" clId="{86B6C13F-8E64-4619-891B-E03FFA006484}"/>
    <pc:docChg chg="undo redo custSel addSld delSld modSld sldOrd">
      <pc:chgData name="Gabriel Quintella" userId="0401f16030b3bbcc" providerId="LiveId" clId="{86B6C13F-8E64-4619-891B-E03FFA006484}" dt="2022-01-13T22:56:22.078" v="3452" actId="2890"/>
      <pc:docMkLst>
        <pc:docMk/>
      </pc:docMkLst>
      <pc:sldChg chg="modSp del mod">
        <pc:chgData name="Gabriel Quintella" userId="0401f16030b3bbcc" providerId="LiveId" clId="{86B6C13F-8E64-4619-891B-E03FFA006484}" dt="2022-01-13T18:42:35.720" v="2744" actId="2696"/>
        <pc:sldMkLst>
          <pc:docMk/>
          <pc:sldMk cId="3184280581" sldId="256"/>
        </pc:sldMkLst>
        <pc:spChg chg="mod">
          <ac:chgData name="Gabriel Quintella" userId="0401f16030b3bbcc" providerId="LiveId" clId="{86B6C13F-8E64-4619-891B-E03FFA006484}" dt="2022-01-13T18:41:30.247" v="2732" actId="14100"/>
          <ac:spMkLst>
            <pc:docMk/>
            <pc:sldMk cId="3184280581" sldId="256"/>
            <ac:spMk id="6" creationId="{9911EEA9-6152-4B2C-BFBC-8A082C515BC9}"/>
          </ac:spMkLst>
        </pc:spChg>
      </pc:sldChg>
      <pc:sldChg chg="addSp delSp modSp mod setBg addAnim setClrOvrMap">
        <pc:chgData name="Gabriel Quintella" userId="0401f16030b3bbcc" providerId="LiveId" clId="{86B6C13F-8E64-4619-891B-E03FFA006484}" dt="2022-01-13T18:44:13.473" v="2777" actId="1076"/>
        <pc:sldMkLst>
          <pc:docMk/>
          <pc:sldMk cId="3275838534" sldId="257"/>
        </pc:sldMkLst>
        <pc:spChg chg="mod">
          <ac:chgData name="Gabriel Quintella" userId="0401f16030b3bbcc" providerId="LiveId" clId="{86B6C13F-8E64-4619-891B-E03FFA006484}" dt="2022-01-13T18:44:13.473" v="2777" actId="1076"/>
          <ac:spMkLst>
            <pc:docMk/>
            <pc:sldMk cId="3275838534" sldId="257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8" creationId="{F1611BA9-268A-49A6-84F8-FC91536686E4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9" creationId="{482BD70C-C4A0-46C4-9518-A731098B419A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0" creationId="{E20EB187-900F-4AF5-813B-101456D9FD39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1" creationId="{39B74A45-BDDD-4892-B8C0-B290C0944FCB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2" creationId="{1825D5AF-D278-4D9A-A4F5-A1A1D3507636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3" creationId="{C516C73E-9465-4C9E-9B86-9E58FB326B6B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18" creationId="{C0B27210-D0CA-4654-B3E3-9ABB4F178EA1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0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2" creationId="{70B66945-4967-4040-926D-DCA44313CDAB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7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9" creationId="{F55FFF17-D3D5-4F58-BA56-54EA901CE038}"/>
          </ac:spMkLst>
        </pc:spChg>
        <pc:picChg chg="add del">
          <ac:chgData name="Gabriel Quintella" userId="0401f16030b3bbcc" providerId="LiveId" clId="{86B6C13F-8E64-4619-891B-E03FFA006484}" dt="2022-01-13T01:17:43.998" v="2376" actId="26606"/>
          <ac:picMkLst>
            <pc:docMk/>
            <pc:sldMk cId="3275838534" sldId="257"/>
            <ac:picMk id="4" creationId="{A36D4B7F-4C2E-4D95-906D-1B70779DD29C}"/>
          </ac:picMkLst>
        </pc:picChg>
        <pc:picChg chg="add mod">
          <ac:chgData name="Gabriel Quintella" userId="0401f16030b3bbcc" providerId="LiveId" clId="{86B6C13F-8E64-4619-891B-E03FFA006484}" dt="2022-01-13T18:43:27.428" v="2749" actId="1076"/>
          <ac:picMkLst>
            <pc:docMk/>
            <pc:sldMk cId="3275838534" sldId="257"/>
            <ac:picMk id="6" creationId="{E42A477C-FC53-4AC9-8A33-2E66BE9E01FB}"/>
          </ac:picMkLst>
        </pc:picChg>
      </pc:sldChg>
      <pc:sldChg chg="modSp del mod">
        <pc:chgData name="Gabriel Quintella" userId="0401f16030b3bbcc" providerId="LiveId" clId="{86B6C13F-8E64-4619-891B-E03FFA006484}" dt="2022-01-13T18:45:59.264" v="2797" actId="2696"/>
        <pc:sldMkLst>
          <pc:docMk/>
          <pc:sldMk cId="2607957497" sldId="258"/>
        </pc:sldMkLst>
        <pc:spChg chg="mod">
          <ac:chgData name="Gabriel Quintella" userId="0401f16030b3bbcc" providerId="LiveId" clId="{86B6C13F-8E64-4619-891B-E03FFA006484}" dt="2022-01-13T18:45:29.201" v="2789" actId="1076"/>
          <ac:spMkLst>
            <pc:docMk/>
            <pc:sldMk cId="2607957497" sldId="258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8:50:31.879" v="2910" actId="2696"/>
        <pc:sldMkLst>
          <pc:docMk/>
          <pc:sldMk cId="2475233853" sldId="259"/>
        </pc:sldMkLst>
        <pc:spChg chg="mod">
          <ac:chgData name="Gabriel Quintella" userId="0401f16030b3bbcc" providerId="LiveId" clId="{86B6C13F-8E64-4619-891B-E03FFA006484}" dt="2022-01-13T18:44:41.724" v="2781" actId="14100"/>
          <ac:spMkLst>
            <pc:docMk/>
            <pc:sldMk cId="2475233853" sldId="259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01:21:50.809" v="2452" actId="2696"/>
        <pc:sldMkLst>
          <pc:docMk/>
          <pc:sldMk cId="3389426090" sldId="260"/>
        </pc:sldMkLst>
        <pc:spChg chg="mod">
          <ac:chgData name="Gabriel Quintella" userId="0401f16030b3bbcc" providerId="LiveId" clId="{86B6C13F-8E64-4619-891B-E03FFA006484}" dt="2022-01-13T00:16:46.255" v="1426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Sp delSp modSp del mod">
        <pc:chgData name="Gabriel Quintella" userId="0401f16030b3bbcc" providerId="LiveId" clId="{86B6C13F-8E64-4619-891B-E03FFA006484}" dt="2022-01-13T01:38:30.500" v="2636" actId="2696"/>
        <pc:sldMkLst>
          <pc:docMk/>
          <pc:sldMk cId="3900410709" sldId="261"/>
        </pc:sldMkLst>
        <pc:spChg chg="add del mod">
          <ac:chgData name="Gabriel Quintella" userId="0401f16030b3bbcc" providerId="LiveId" clId="{86B6C13F-8E64-4619-891B-E03FFA006484}" dt="2022-01-13T01:35:07.202" v="2599" actId="21"/>
          <ac:spMkLst>
            <pc:docMk/>
            <pc:sldMk cId="3900410709" sldId="261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9:05:00.794" v="3140" actId="2696"/>
        <pc:sldMkLst>
          <pc:docMk/>
          <pc:sldMk cId="3350158791" sldId="262"/>
        </pc:sldMkLst>
        <pc:spChg chg="mod">
          <ac:chgData name="Gabriel Quintella" userId="0401f16030b3bbcc" providerId="LiveId" clId="{86B6C13F-8E64-4619-891B-E03FFA006484}" dt="2022-01-13T00:54:52.509" v="2181" actId="20577"/>
          <ac:spMkLst>
            <pc:docMk/>
            <pc:sldMk cId="3350158791" sldId="262"/>
            <ac:spMk id="2" creationId="{A22A48B3-5314-4374-A82C-5EA1D94D2747}"/>
          </ac:spMkLst>
        </pc:spChg>
      </pc:sldChg>
      <pc:sldChg chg="addSp delSp modSp add mod setBg setClrOvrMap delDesignElem">
        <pc:chgData name="Gabriel Quintella" userId="0401f16030b3bbcc" providerId="LiveId" clId="{86B6C13F-8E64-4619-891B-E03FFA006484}" dt="2022-01-13T01:32:44.438" v="2570" actId="26606"/>
        <pc:sldMkLst>
          <pc:docMk/>
          <pc:sldMk cId="1167946902" sldId="263"/>
        </pc:sldMkLst>
        <pc:spChg chg="mod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1167946902" sldId="263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9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01:32:44.438" v="2570" actId="26606"/>
          <ac:spMkLst>
            <pc:docMk/>
            <pc:sldMk cId="1167946902" sldId="263"/>
            <ac:spMk id="11" creationId="{E49CC64F-7275-4E33-961B-0C5CDC439875}"/>
          </ac:spMkLst>
        </pc:spChg>
        <pc:picChg chg="add mod">
          <ac:chgData name="Gabriel Quintella" userId="0401f16030b3bbcc" providerId="LiveId" clId="{86B6C13F-8E64-4619-891B-E03FFA006484}" dt="2022-01-13T01:32:44.438" v="2570" actId="26606"/>
          <ac:picMkLst>
            <pc:docMk/>
            <pc:sldMk cId="1167946902" sldId="263"/>
            <ac:picMk id="4" creationId="{8FBED80D-7006-4868-BD2E-0119D360BC36}"/>
          </ac:picMkLst>
        </pc:picChg>
      </pc:sldChg>
      <pc:sldChg chg="addSp delSp modSp add mod setBg setClrOvrMap delDesignElem">
        <pc:chgData name="Gabriel Quintella" userId="0401f16030b3bbcc" providerId="LiveId" clId="{86B6C13F-8E64-4619-891B-E03FFA006484}" dt="2022-01-13T01:32:34.060" v="2567" actId="26606"/>
        <pc:sldMkLst>
          <pc:docMk/>
          <pc:sldMk cId="638894639" sldId="264"/>
        </pc:sldMkLst>
        <pc:spChg chg="mod or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3:49.157" v="2350" actId="26606"/>
          <ac:spMkLst>
            <pc:docMk/>
            <pc:sldMk cId="638894639" sldId="264"/>
            <ac:spMk id="7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5" creationId="{5E0D6276-8D53-4DDA-A15A-90E0831F6D61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7" creationId="{00C150C7-96FB-4EB9-BDF9-212535A6089F}"/>
          </ac:spMkLst>
        </pc:spChg>
        <pc:spChg chg="add del">
          <ac:chgData name="Gabriel Quintella" userId="0401f16030b3bbcc" providerId="LiveId" clId="{86B6C13F-8E64-4619-891B-E03FFA006484}" dt="2022-01-13T01:32:34.057" v="2566" actId="26606"/>
          <ac:spMkLst>
            <pc:docMk/>
            <pc:sldMk cId="638894639" sldId="264"/>
            <ac:spMk id="81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5" creationId="{5A59F003-E00A-43F9-91DC-CC54E3B87466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7" creationId="{D74A4382-E3AD-430A-9A1F-DFA3E0E77A7D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9" creationId="{79F40191-0F44-4FD1-82CC-ACB507C14BE6}"/>
          </ac:spMkLst>
        </pc:spChg>
        <pc:spChg chg="add del">
          <ac:chgData name="Gabriel Quintella" userId="0401f16030b3bbcc" providerId="LiveId" clId="{86B6C13F-8E64-4619-891B-E03FFA006484}" dt="2022-01-13T01:13:50.041" v="2352" actId="26606"/>
          <ac:spMkLst>
            <pc:docMk/>
            <pc:sldMk cId="638894639" sldId="264"/>
            <ac:spMk id="5124" creationId="{17CDB40A-75BB-4498-A20B-59C3984A3A94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5" creationId="{0AB225BA-7412-4605-8E8D-5AED2BF56A11}"/>
          </ac:spMkLst>
        </pc:spChg>
        <pc:spChg chg="add del">
          <ac:chgData name="Gabriel Quintella" userId="0401f16030b3bbcc" providerId="LiveId" clId="{86B6C13F-8E64-4619-891B-E03FFA006484}" dt="2022-01-13T01:13:55.962" v="2354" actId="26606"/>
          <ac:spMkLst>
            <pc:docMk/>
            <pc:sldMk cId="638894639" sldId="264"/>
            <ac:spMk id="5126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7" creationId="{604BB9CD-970D-4FE5-B4E3-D651735BF4FE}"/>
          </ac:spMkLst>
        </pc:spChg>
        <pc:spChg chg="add del">
          <ac:chgData name="Gabriel Quintella" userId="0401f16030b3bbcc" providerId="LiveId" clId="{86B6C13F-8E64-4619-891B-E03FFA006484}" dt="2022-01-13T01:13:56.722" v="2356" actId="26606"/>
          <ac:spMkLst>
            <pc:docMk/>
            <pc:sldMk cId="638894639" sldId="264"/>
            <ac:spMk id="512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638894639" sldId="264"/>
            <ac:spMk id="512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3:57.705" v="2358" actId="26606"/>
          <ac:spMkLst>
            <pc:docMk/>
            <pc:sldMk cId="638894639" sldId="264"/>
            <ac:spMk id="5130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2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3:58.978" v="2360" actId="26606"/>
          <ac:spMkLst>
            <pc:docMk/>
            <pc:sldMk cId="638894639" sldId="264"/>
            <ac:spMk id="5133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4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4:36.926" v="2362" actId="26606"/>
          <ac:spMkLst>
            <pc:docMk/>
            <pc:sldMk cId="638894639" sldId="264"/>
            <ac:spMk id="5135" creationId="{87CC2527-562A-4F69-B487-4371E5B243E7}"/>
          </ac:spMkLst>
        </pc:spChg>
        <pc:picChg chg="add mod ord">
          <ac:chgData name="Gabriel Quintella" userId="0401f16030b3bbcc" providerId="LiveId" clId="{86B6C13F-8E64-4619-891B-E03FFA006484}" dt="2022-01-13T01:32:34.060" v="2567" actId="26606"/>
          <ac:picMkLst>
            <pc:docMk/>
            <pc:sldMk cId="638894639" sldId="264"/>
            <ac:picMk id="5122" creationId="{785272BA-B1FD-40E4-AF67-60C22563FD81}"/>
          </ac:picMkLst>
        </pc:picChg>
        <pc:cxnChg chg="add del">
          <ac:chgData name="Gabriel Quintella" userId="0401f16030b3bbcc" providerId="LiveId" clId="{86B6C13F-8E64-4619-891B-E03FFA006484}" dt="2022-01-13T01:13:55.962" v="2354" actId="26606"/>
          <ac:cxnSpMkLst>
            <pc:docMk/>
            <pc:sldMk cId="638894639" sldId="264"/>
            <ac:cxnSpMk id="73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3:57.705" v="2358" actId="26606"/>
          <ac:cxnSpMkLst>
            <pc:docMk/>
            <pc:sldMk cId="638894639" sldId="264"/>
            <ac:cxnSpMk id="5131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4:36.926" v="2362" actId="26606"/>
          <ac:cxnSpMkLst>
            <pc:docMk/>
            <pc:sldMk cId="638894639" sldId="264"/>
            <ac:cxnSpMk id="5136" creationId="{BCDAEC91-5BCE-4B55-9CC0-43EF94CB734B}"/>
          </ac:cxnSpMkLst>
        </pc:cxnChg>
      </pc:sldChg>
      <pc:sldChg chg="addSp delSp modSp add del mod ord">
        <pc:chgData name="Gabriel Quintella" userId="0401f16030b3bbcc" providerId="LiveId" clId="{86B6C13F-8E64-4619-891B-E03FFA006484}" dt="2022-01-13T01:30:28.145" v="2542" actId="2696"/>
        <pc:sldMkLst>
          <pc:docMk/>
          <pc:sldMk cId="4157099381" sldId="265"/>
        </pc:sldMkLst>
        <pc:spChg chg="mod">
          <ac:chgData name="Gabriel Quintella" userId="0401f16030b3bbcc" providerId="LiveId" clId="{86B6C13F-8E64-4619-891B-E03FFA006484}" dt="2022-01-13T01:29:13.132" v="2535" actId="21"/>
          <ac:spMkLst>
            <pc:docMk/>
            <pc:sldMk cId="4157099381" sldId="265"/>
            <ac:spMk id="2" creationId="{A22A48B3-5314-4374-A82C-5EA1D94D2747}"/>
          </ac:spMkLst>
        </pc:spChg>
        <pc:picChg chg="add del mod">
          <ac:chgData name="Gabriel Quintella" userId="0401f16030b3bbcc" providerId="LiveId" clId="{86B6C13F-8E64-4619-891B-E03FFA006484}" dt="2022-01-13T01:29:09.517" v="2534" actId="478"/>
          <ac:picMkLst>
            <pc:docMk/>
            <pc:sldMk cId="4157099381" sldId="265"/>
            <ac:picMk id="4" creationId="{798D7AB5-3959-4A28-870B-B762EA8D6AA9}"/>
          </ac:picMkLst>
        </pc:picChg>
      </pc:sldChg>
      <pc:sldChg chg="modSp add del mod">
        <pc:chgData name="Gabriel Quintella" userId="0401f16030b3bbcc" providerId="LiveId" clId="{86B6C13F-8E64-4619-891B-E03FFA006484}" dt="2022-01-13T01:39:11.518" v="2642" actId="2696"/>
        <pc:sldMkLst>
          <pc:docMk/>
          <pc:sldMk cId="3847342557" sldId="266"/>
        </pc:sldMkLst>
        <pc:spChg chg="mod">
          <ac:chgData name="Gabriel Quintella" userId="0401f16030b3bbcc" providerId="LiveId" clId="{86B6C13F-8E64-4619-891B-E03FFA006484}" dt="2022-01-13T00:47:37.231" v="1604" actId="20577"/>
          <ac:spMkLst>
            <pc:docMk/>
            <pc:sldMk cId="3847342557" sldId="266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86B6C13F-8E64-4619-891B-E03FFA006484}" dt="2022-01-13T01:44:42.282" v="2723" actId="2696"/>
        <pc:sldMkLst>
          <pc:docMk/>
          <pc:sldMk cId="200054645" sldId="267"/>
        </pc:sldMkLst>
        <pc:spChg chg="mod">
          <ac:chgData name="Gabriel Quintella" userId="0401f16030b3bbcc" providerId="LiveId" clId="{86B6C13F-8E64-4619-891B-E03FFA006484}" dt="2022-01-13T00:48:43.028" v="1693" actId="20577"/>
          <ac:spMkLst>
            <pc:docMk/>
            <pc:sldMk cId="200054645" sldId="267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48:48.011" v="1694" actId="1076"/>
          <ac:picMkLst>
            <pc:docMk/>
            <pc:sldMk cId="200054645" sldId="267"/>
            <ac:picMk id="2050" creationId="{E732CA8F-8A54-4253-97EB-A2CBEBE3566F}"/>
          </ac:picMkLst>
        </pc:picChg>
      </pc:sldChg>
      <pc:sldChg chg="addSp delSp modSp add del mod">
        <pc:chgData name="Gabriel Quintella" userId="0401f16030b3bbcc" providerId="LiveId" clId="{86B6C13F-8E64-4619-891B-E03FFA006484}" dt="2022-01-13T01:27:52.292" v="2521" actId="2696"/>
        <pc:sldMkLst>
          <pc:docMk/>
          <pc:sldMk cId="3634617450" sldId="268"/>
        </pc:sldMkLst>
        <pc:spChg chg="mod">
          <ac:chgData name="Gabriel Quintella" userId="0401f16030b3bbcc" providerId="LiveId" clId="{86B6C13F-8E64-4619-891B-E03FFA006484}" dt="2022-01-13T01:22:52.251" v="2469" actId="1076"/>
          <ac:spMkLst>
            <pc:docMk/>
            <pc:sldMk cId="3634617450" sldId="268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35:43.452" v="1475" actId="14100"/>
          <ac:picMkLst>
            <pc:docMk/>
            <pc:sldMk cId="3634617450" sldId="268"/>
            <ac:picMk id="5" creationId="{651B1B9D-735A-453E-B6EC-8F3B21D6452E}"/>
          </ac:picMkLst>
        </pc:picChg>
        <pc:picChg chg="add del mod">
          <ac:chgData name="Gabriel Quintella" userId="0401f16030b3bbcc" providerId="LiveId" clId="{86B6C13F-8E64-4619-891B-E03FFA006484}" dt="2022-01-13T00:34:05.278" v="1432"/>
          <ac:picMkLst>
            <pc:docMk/>
            <pc:sldMk cId="3634617450" sldId="268"/>
            <ac:picMk id="1026" creationId="{0DD5B458-9A82-4AFD-8C1F-DD0027463580}"/>
          </ac:picMkLst>
        </pc:picChg>
        <pc:picChg chg="add del mod">
          <ac:chgData name="Gabriel Quintella" userId="0401f16030b3bbcc" providerId="LiveId" clId="{86B6C13F-8E64-4619-891B-E03FFA006484}" dt="2022-01-13T00:34:21.197" v="1443" actId="21"/>
          <ac:picMkLst>
            <pc:docMk/>
            <pc:sldMk cId="3634617450" sldId="268"/>
            <ac:picMk id="1028" creationId="{3D8F0250-EEBA-407C-9EA9-162CF54ADC7E}"/>
          </ac:picMkLst>
        </pc:picChg>
      </pc:sldChg>
      <pc:sldChg chg="delSp modSp add mod">
        <pc:chgData name="Gabriel Quintella" userId="0401f16030b3bbcc" providerId="LiveId" clId="{86B6C13F-8E64-4619-891B-E03FFA006484}" dt="2022-01-13T00:46:20.975" v="1559" actId="6549"/>
        <pc:sldMkLst>
          <pc:docMk/>
          <pc:sldMk cId="3703554288" sldId="269"/>
        </pc:sldMkLst>
        <pc:spChg chg="mod">
          <ac:chgData name="Gabriel Quintella" userId="0401f16030b3bbcc" providerId="LiveId" clId="{86B6C13F-8E64-4619-891B-E03FFA006484}" dt="2022-01-13T00:46:20.975" v="1559" actId="6549"/>
          <ac:spMkLst>
            <pc:docMk/>
            <pc:sldMk cId="3703554288" sldId="269"/>
            <ac:spMk id="2" creationId="{A22A48B3-5314-4374-A82C-5EA1D94D2747}"/>
          </ac:spMkLst>
        </pc:spChg>
        <pc:picChg chg="del">
          <ac:chgData name="Gabriel Quintella" userId="0401f16030b3bbcc" providerId="LiveId" clId="{86B6C13F-8E64-4619-891B-E03FFA006484}" dt="2022-01-13T00:45:56.111" v="1527" actId="478"/>
          <ac:picMkLst>
            <pc:docMk/>
            <pc:sldMk cId="3703554288" sldId="269"/>
            <ac:picMk id="5" creationId="{651B1B9D-735A-453E-B6EC-8F3B21D6452E}"/>
          </ac:picMkLst>
        </pc:picChg>
      </pc:sldChg>
      <pc:sldChg chg="modSp add del mod">
        <pc:chgData name="Gabriel Quintella" userId="0401f16030b3bbcc" providerId="LiveId" clId="{86B6C13F-8E64-4619-891B-E03FFA006484}" dt="2022-01-13T01:40:15.737" v="2681" actId="2696"/>
        <pc:sldMkLst>
          <pc:docMk/>
          <pc:sldMk cId="1878670115" sldId="270"/>
        </pc:sldMkLst>
        <pc:spChg chg="mod">
          <ac:chgData name="Gabriel Quintella" userId="0401f16030b3bbcc" providerId="LiveId" clId="{86B6C13F-8E64-4619-891B-E03FFA006484}" dt="2022-01-13T00:50:12.304" v="1831" actId="20577"/>
          <ac:spMkLst>
            <pc:docMk/>
            <pc:sldMk cId="1878670115" sldId="270"/>
            <ac:spMk id="2" creationId="{A22A48B3-5314-4374-A82C-5EA1D94D2747}"/>
          </ac:spMkLst>
        </pc:spChg>
      </pc:sldChg>
      <pc:sldChg chg="modSp add del mod">
        <pc:chgData name="Gabriel Quintella" userId="0401f16030b3bbcc" providerId="LiveId" clId="{86B6C13F-8E64-4619-891B-E03FFA006484}" dt="2022-01-13T19:09:37.470" v="3252" actId="2696"/>
        <pc:sldMkLst>
          <pc:docMk/>
          <pc:sldMk cId="690450534" sldId="271"/>
        </pc:sldMkLst>
        <pc:spChg chg="mod">
          <ac:chgData name="Gabriel Quintella" userId="0401f16030b3bbcc" providerId="LiveId" clId="{86B6C13F-8E64-4619-891B-E03FFA006484}" dt="2022-01-13T01:08:04.109" v="2328" actId="12"/>
          <ac:spMkLst>
            <pc:docMk/>
            <pc:sldMk cId="690450534" sldId="271"/>
            <ac:spMk id="2" creationId="{A22A48B3-5314-4374-A82C-5EA1D94D2747}"/>
          </ac:spMkLst>
        </pc:spChg>
      </pc:sldChg>
      <pc:sldChg chg="add del">
        <pc:chgData name="Gabriel Quintella" userId="0401f16030b3bbcc" providerId="LiveId" clId="{86B6C13F-8E64-4619-891B-E03FFA006484}" dt="2022-01-13T19:11:24.502" v="3285" actId="2696"/>
        <pc:sldMkLst>
          <pc:docMk/>
          <pc:sldMk cId="1097478453" sldId="272"/>
        </pc:sldMkLst>
      </pc:sldChg>
      <pc:sldChg chg="addSp delSp modSp add mod setBg setClrOvrMap delDesignElem">
        <pc:chgData name="Gabriel Quintella" userId="0401f16030b3bbcc" providerId="LiveId" clId="{86B6C13F-8E64-4619-891B-E03FFA006484}" dt="2022-01-13T01:29:39.957" v="2539" actId="26606"/>
        <pc:sldMkLst>
          <pc:docMk/>
          <pc:sldMk cId="3527643593" sldId="273"/>
        </pc:sldMkLst>
        <pc:spChg chg="mo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3527643593" sldId="273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73" creationId="{1DB7C82F-AB7E-4F0C-B829-FA1B9C415180}"/>
          </ac:spMkLst>
        </pc:spChg>
        <pc:picChg chg="add del mod">
          <ac:chgData name="Gabriel Quintella" userId="0401f16030b3bbcc" providerId="LiveId" clId="{86B6C13F-8E64-4619-891B-E03FFA006484}" dt="2022-01-13T01:10:19.257" v="2343" actId="478"/>
          <ac:picMkLst>
            <pc:docMk/>
            <pc:sldMk cId="3527643593" sldId="273"/>
            <ac:picMk id="3074" creationId="{2A5F42E0-A07B-42AD-8166-63480BB5040C}"/>
          </ac:picMkLst>
        </pc:picChg>
        <pc:picChg chg="add mod">
          <ac:chgData name="Gabriel Quintella" userId="0401f16030b3bbcc" providerId="LiveId" clId="{86B6C13F-8E64-4619-891B-E03FFA006484}" dt="2022-01-13T01:29:39.957" v="2539" actId="26606"/>
          <ac:picMkLst>
            <pc:docMk/>
            <pc:sldMk cId="3527643593" sldId="273"/>
            <ac:picMk id="3076" creationId="{4EEBC5B8-F597-4BCF-910A-26A62D506CE2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3T01:32:12.165" v="2563" actId="26606"/>
        <pc:sldMkLst>
          <pc:docMk/>
          <pc:sldMk cId="214360441" sldId="274"/>
        </pc:sldMkLst>
        <pc:spChg chg="mo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18:22.657" v="2379"/>
          <ac:spMkLst>
            <pc:docMk/>
            <pc:sldMk cId="214360441" sldId="274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214360441" sldId="274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18:36.135" v="2382" actId="26606"/>
          <ac:picMkLst>
            <pc:docMk/>
            <pc:sldMk cId="214360441" sldId="274"/>
            <ac:picMk id="4" creationId="{8FBED80D-7006-4868-BD2E-0119D360BC36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3T01:34:07.671" v="2590" actId="2696"/>
        <pc:sldMkLst>
          <pc:docMk/>
          <pc:sldMk cId="432955326" sldId="275"/>
        </pc:sldMkLst>
        <pc:spChg chg="add del mod">
          <ac:chgData name="Gabriel Quintella" userId="0401f16030b3bbcc" providerId="LiveId" clId="{86B6C13F-8E64-4619-891B-E03FFA006484}" dt="2022-01-13T01:25:17.705" v="2484" actId="26606"/>
          <ac:spMkLst>
            <pc:docMk/>
            <pc:sldMk cId="432955326" sldId="275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432955326" sldId="275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01:33:46.838" v="2584" actId="21"/>
          <ac:spMkLst>
            <pc:docMk/>
            <pc:sldMk cId="432955326" sldId="275"/>
            <ac:spMk id="7" creationId="{D3027F08-D8D8-4A02-AF57-889515C6A275}"/>
          </ac:spMkLst>
        </pc:spChg>
        <pc:spChg chg="del">
          <ac:chgData name="Gabriel Quintella" userId="0401f16030b3bbcc" providerId="LiveId" clId="{86B6C13F-8E64-4619-891B-E03FFA006484}" dt="2022-01-13T01:20:26.852" v="2432"/>
          <ac:spMkLst>
            <pc:docMk/>
            <pc:sldMk cId="432955326" sldId="275"/>
            <ac:spMk id="9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01:25:17.684" v="2483" actId="26606"/>
          <ac:graphicFrameMkLst>
            <pc:docMk/>
            <pc:sldMk cId="432955326" sldId="275"/>
            <ac:graphicFrameMk id="10" creationId="{07FE7217-85D6-4E2A-AB67-5A9AECC2B930}"/>
          </ac:graphicFrameMkLst>
        </pc:graphicFrameChg>
        <pc:graphicFrameChg chg="add mod">
          <ac:chgData name="Gabriel Quintella" userId="0401f16030b3bbcc" providerId="LiveId" clId="{86B6C13F-8E64-4619-891B-E03FFA006484}" dt="2022-01-13T01:33:11.196" v="2575"/>
          <ac:graphicFrameMkLst>
            <pc:docMk/>
            <pc:sldMk cId="432955326" sldId="275"/>
            <ac:graphicFrameMk id="12" creationId="{6CF5D2BD-B4D1-4FCD-9508-135465B2CABD}"/>
          </ac:graphicFrameMkLst>
        </pc:graphicFrameChg>
        <pc:picChg chg="mod">
          <ac:chgData name="Gabriel Quintella" userId="0401f16030b3bbcc" providerId="LiveId" clId="{86B6C13F-8E64-4619-891B-E03FFA006484}" dt="2022-01-13T01:25:47.900" v="2486" actId="27614"/>
          <ac:picMkLst>
            <pc:docMk/>
            <pc:sldMk cId="432955326" sldId="275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4:47.737" v="2597" actId="26606"/>
        <pc:sldMkLst>
          <pc:docMk/>
          <pc:sldMk cId="1385657931" sldId="276"/>
        </pc:sldMkLst>
        <pc:spChg chg="add del">
          <ac:chgData name="Gabriel Quintella" userId="0401f16030b3bbcc" providerId="LiveId" clId="{86B6C13F-8E64-4619-891B-E03FFA006484}" dt="2022-01-13T01:22:15.785" v="2457" actId="26606"/>
          <ac:spMkLst>
            <pc:docMk/>
            <pc:sldMk cId="1385657931" sldId="276"/>
            <ac:spMk id="2" creationId="{A22A48B3-5314-4374-A82C-5EA1D94D2747}"/>
          </ac:spMkLst>
        </pc:spChg>
        <pc:spChg chg="add mod ord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3T01:22:01.155" v="2454"/>
          <ac:spMkLst>
            <pc:docMk/>
            <pc:sldMk cId="1385657931" sldId="276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23:22.965" v="2475" actId="478"/>
          <ac:spMkLst>
            <pc:docMk/>
            <pc:sldMk cId="1385657931" sldId="276"/>
            <ac:spMk id="7" creationId="{D3027F08-D8D8-4A02-AF57-889515C6A275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5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16" creationId="{B4D3D850-2041-4B7C-AED9-54DA385B14F7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7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37.333" v="2595" actId="26606"/>
          <ac:spMkLst>
            <pc:docMk/>
            <pc:sldMk cId="1385657931" sldId="276"/>
            <ac:spMk id="18" creationId="{F72D119F-8562-42DA-AE9A-70D44FDCFD12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0" creationId="{B497CCB5-5FC2-473C-AFCC-2430CEF1DF71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2" creationId="{599C8C75-BFDF-44E7-A028-EEB5EDD58817}"/>
          </ac:spMkLst>
        </pc:spChg>
        <pc:graphicFrameChg chg="add del">
          <ac:chgData name="Gabriel Quintella" userId="0401f16030b3bbcc" providerId="LiveId" clId="{86B6C13F-8E64-4619-891B-E03FFA006484}" dt="2022-01-13T01:22:15.763" v="2456" actId="26606"/>
          <ac:graphicFrameMkLst>
            <pc:docMk/>
            <pc:sldMk cId="1385657931" sldId="276"/>
            <ac:graphicFrameMk id="9" creationId="{972FB176-1694-47B9-820E-D8A7DDF2C2AA}"/>
          </ac:graphicFrameMkLst>
        </pc:graphicFrameChg>
        <pc:graphicFrameChg chg="add del mod">
          <ac:chgData name="Gabriel Quintella" userId="0401f16030b3bbcc" providerId="LiveId" clId="{86B6C13F-8E64-4619-891B-E03FFA006484}" dt="2022-01-13T01:23:06.471" v="2471" actId="478"/>
          <ac:graphicFrameMkLst>
            <pc:docMk/>
            <pc:sldMk cId="1385657931" sldId="276"/>
            <ac:graphicFrameMk id="11" creationId="{B83116FA-758E-4A18-8AD1-D14FADB482F8}"/>
          </ac:graphicFrameMkLst>
        </pc:graphicFrameChg>
        <pc:picChg chg="mod ord">
          <ac:chgData name="Gabriel Quintella" userId="0401f16030b3bbcc" providerId="LiveId" clId="{86B6C13F-8E64-4619-891B-E03FFA006484}" dt="2022-01-13T01:34:47.737" v="2597" actId="26606"/>
          <ac:picMkLst>
            <pc:docMk/>
            <pc:sldMk cId="1385657931" sldId="276"/>
            <ac:picMk id="4" creationId="{8FBED80D-7006-4868-BD2E-0119D360BC36}"/>
          </ac:picMkLst>
        </pc:picChg>
        <pc:picChg chg="add del mod">
          <ac:chgData name="Gabriel Quintella" userId="0401f16030b3bbcc" providerId="LiveId" clId="{86B6C13F-8E64-4619-891B-E03FFA006484}" dt="2022-01-13T01:34:12.010" v="2591" actId="21"/>
          <ac:picMkLst>
            <pc:docMk/>
            <pc:sldMk cId="1385657931" sldId="276"/>
            <ac:picMk id="10" creationId="{37E92CBE-FF5C-4343-978C-3FFE09E659D6}"/>
          </ac:picMkLst>
        </pc:picChg>
        <pc:picChg chg="add mod ord">
          <ac:chgData name="Gabriel Quintella" userId="0401f16030b3bbcc" providerId="LiveId" clId="{86B6C13F-8E64-4619-891B-E03FFA006484}" dt="2022-01-13T01:34:47.737" v="2597" actId="26606"/>
          <ac:picMkLst>
            <pc:docMk/>
            <pc:sldMk cId="1385657931" sldId="276"/>
            <ac:picMk id="13" creationId="{A517D2CE-BB1F-4D28-BC65-17B86E20B4AD}"/>
          </ac:picMkLst>
        </pc:picChg>
      </pc:sldChg>
      <pc:sldChg chg="addSp delSp modSp add mod ord setBg">
        <pc:chgData name="Gabriel Quintella" userId="0401f16030b3bbcc" providerId="LiveId" clId="{86B6C13F-8E64-4619-891B-E03FFA006484}" dt="2022-01-13T01:31:56.345" v="2562" actId="21"/>
        <pc:sldMkLst>
          <pc:docMk/>
          <pc:sldMk cId="3184808388" sldId="277"/>
        </pc:sldMkLst>
        <pc:spChg chg="add del mod">
          <ac:chgData name="Gabriel Quintella" userId="0401f16030b3bbcc" providerId="LiveId" clId="{86B6C13F-8E64-4619-891B-E03FFA006484}" dt="2022-01-13T01:31:51.956" v="2559" actId="478"/>
          <ac:spMkLst>
            <pc:docMk/>
            <pc:sldMk cId="3184808388" sldId="27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28:24.869" v="2525" actId="26606"/>
          <ac:spMkLst>
            <pc:docMk/>
            <pc:sldMk cId="3184808388" sldId="277"/>
            <ac:spMk id="9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01:31:56.345" v="2562" actId="21"/>
          <ac:picMkLst>
            <pc:docMk/>
            <pc:sldMk cId="3184808388" sldId="277"/>
            <ac:picMk id="5" creationId="{A7597F68-C3D0-4BBA-AA9D-3FAADA7932A0}"/>
          </ac:picMkLst>
        </pc:picChg>
      </pc:sldChg>
      <pc:sldChg chg="addSp delSp modSp new del mod">
        <pc:chgData name="Gabriel Quintella" userId="0401f16030b3bbcc" providerId="LiveId" clId="{86B6C13F-8E64-4619-891B-E03FFA006484}" dt="2022-01-13T19:12:21.173" v="3313" actId="2696"/>
        <pc:sldMkLst>
          <pc:docMk/>
          <pc:sldMk cId="3312118406" sldId="278"/>
        </pc:sldMkLst>
        <pc:spChg chg="del">
          <ac:chgData name="Gabriel Quintella" userId="0401f16030b3bbcc" providerId="LiveId" clId="{86B6C13F-8E64-4619-891B-E03FFA006484}" dt="2022-01-13T01:29:24.440" v="2537" actId="478"/>
          <ac:spMkLst>
            <pc:docMk/>
            <pc:sldMk cId="3312118406" sldId="278"/>
            <ac:spMk id="2" creationId="{2E7099F1-0344-482D-9830-4243B50E15D2}"/>
          </ac:spMkLst>
        </pc:spChg>
        <pc:spChg chg="del">
          <ac:chgData name="Gabriel Quintella" userId="0401f16030b3bbcc" providerId="LiveId" clId="{86B6C13F-8E64-4619-891B-E03FFA006484}" dt="2022-01-13T01:29:26.958" v="2538" actId="478"/>
          <ac:spMkLst>
            <pc:docMk/>
            <pc:sldMk cId="3312118406" sldId="278"/>
            <ac:spMk id="3" creationId="{A3AA1112-A00A-44DB-B7C5-EEDB3AA18656}"/>
          </ac:spMkLst>
        </pc:spChg>
        <pc:spChg chg="add mod">
          <ac:chgData name="Gabriel Quintella" userId="0401f16030b3bbcc" providerId="LiveId" clId="{86B6C13F-8E64-4619-891B-E03FFA006484}" dt="2022-01-13T01:30:06.387" v="2541"/>
          <ac:spMkLst>
            <pc:docMk/>
            <pc:sldMk cId="3312118406" sldId="278"/>
            <ac:spMk id="4" creationId="{AD68072D-34E9-4E75-8C96-E16AE365B94F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3:48.553" v="2585"/>
        <pc:sldMkLst>
          <pc:docMk/>
          <pc:sldMk cId="3440083160" sldId="279"/>
        </pc:sldMkLst>
        <pc:spChg chg="del mod">
          <ac:chgData name="Gabriel Quintella" userId="0401f16030b3bbcc" providerId="LiveId" clId="{86B6C13F-8E64-4619-891B-E03FFA006484}" dt="2022-01-13T01:33:19.659" v="2579" actId="478"/>
          <ac:spMkLst>
            <pc:docMk/>
            <pc:sldMk cId="3440083160" sldId="279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01:32:55.390" v="2572"/>
          <ac:spMkLst>
            <pc:docMk/>
            <pc:sldMk cId="3440083160" sldId="279"/>
            <ac:spMk id="6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58.225" v="2573" actId="26606"/>
          <ac:spMkLst>
            <pc:docMk/>
            <pc:sldMk cId="3440083160" sldId="279"/>
            <ac:spMk id="9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1" creationId="{E02FA569-E662-47BB-82E5-A4E7158E3BCD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2" creationId="{9CC12CF3-AA19-4820-97A6-E02A5DCA612F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3" creationId="{AA900FCE-0081-4181-AE77-8A5869CAFB90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4" creationId="{1215DDE9-BA4C-4D5B-B30B-719A7EE25EE8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5" creationId="{BDF9DA4F-1441-472E-B3F7-DFEFC350662B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6" creationId="{61C84FE3-E625-4765-9B0C-0D14780E57AA}"/>
          </ac:spMkLst>
        </pc:spChg>
        <pc:spChg chg="add mod">
          <ac:chgData name="Gabriel Quintella" userId="0401f16030b3bbcc" providerId="LiveId" clId="{86B6C13F-8E64-4619-891B-E03FFA006484}" dt="2022-01-13T01:33:48.553" v="2585"/>
          <ac:spMkLst>
            <pc:docMk/>
            <pc:sldMk cId="3440083160" sldId="279"/>
            <ac:spMk id="17" creationId="{FAA6086C-87A8-4114-A27F-C081E449C89C}"/>
          </ac:spMkLst>
        </pc:s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7" creationId="{19FA6B79-B25C-4224-AE05-DE23F29016FC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8" creationId="{DCFC1EEB-8CD9-4EBC-A3AD-10E1CF3BC67B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10" creationId="{49F386EC-44B0-4412-964F-86862F574029}"/>
          </ac:grpSpMkLst>
        </pc:grpChg>
        <pc:picChg chg="mod">
          <ac:chgData name="Gabriel Quintella" userId="0401f16030b3bbcc" providerId="LiveId" clId="{86B6C13F-8E64-4619-891B-E03FFA006484}" dt="2022-01-13T01:33:25.046" v="2582" actId="1076"/>
          <ac:picMkLst>
            <pc:docMk/>
            <pc:sldMk cId="3440083160" sldId="27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8:06.806" v="2634" actId="26606"/>
        <pc:sldMkLst>
          <pc:docMk/>
          <pc:sldMk cId="1699139359" sldId="280"/>
        </pc:sldMkLst>
        <pc:spChg chg="del">
          <ac:chgData name="Gabriel Quintella" userId="0401f16030b3bbcc" providerId="LiveId" clId="{86B6C13F-8E64-4619-891B-E03FFA006484}" dt="2022-01-13T01:35:18.432" v="2603" actId="478"/>
          <ac:spMkLst>
            <pc:docMk/>
            <pc:sldMk cId="1699139359" sldId="280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3" creationId="{1C68C712-3EB5-4548-B017-0B4D8DE9FFB9}"/>
          </ac:spMkLst>
        </pc:spChg>
        <pc:spChg chg="add del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5:12.598" v="2601"/>
          <ac:spMkLst>
            <pc:docMk/>
            <pc:sldMk cId="1699139359" sldId="280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11" creationId="{E49CC64F-7275-4E33-961B-0C5CDC439875}"/>
          </ac:spMkLst>
        </pc:spChg>
        <pc:picChg chg="ord">
          <ac:chgData name="Gabriel Quintella" userId="0401f16030b3bbcc" providerId="LiveId" clId="{86B6C13F-8E64-4619-891B-E03FFA006484}" dt="2022-01-13T01:36:24.491" v="2607" actId="26606"/>
          <ac:picMkLst>
            <pc:docMk/>
            <pc:sldMk cId="1699139359" sldId="280"/>
            <ac:picMk id="4" creationId="{8FBED80D-7006-4868-BD2E-0119D360BC36}"/>
          </ac:picMkLst>
        </pc:picChg>
        <pc:picChg chg="del">
          <ac:chgData name="Gabriel Quintella" userId="0401f16030b3bbcc" providerId="LiveId" clId="{86B6C13F-8E64-4619-891B-E03FFA006484}" dt="2022-01-13T01:35:16.044" v="2602" actId="478"/>
          <ac:picMkLst>
            <pc:docMk/>
            <pc:sldMk cId="1699139359" sldId="280"/>
            <ac:picMk id="5" creationId="{A7597F68-C3D0-4BBA-AA9D-3FAADA7932A0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4:19.538" v="3013" actId="20577"/>
        <pc:sldMkLst>
          <pc:docMk/>
          <pc:sldMk cId="1909856853" sldId="281"/>
        </pc:sldMkLst>
        <pc:spChg chg="mod">
          <ac:chgData name="Gabriel Quintella" userId="0401f16030b3bbcc" providerId="LiveId" clId="{86B6C13F-8E64-4619-891B-E03FFA006484}" dt="2022-01-13T18:54:19.538" v="3013" actId="20577"/>
          <ac:spMkLst>
            <pc:docMk/>
            <pc:sldMk cId="1909856853" sldId="281"/>
            <ac:spMk id="3" creationId="{1C68C712-3EB5-4548-B017-0B4D8DE9FFB9}"/>
          </ac:spMkLst>
        </pc:spChg>
        <pc:spChg chg="del">
          <ac:chgData name="Gabriel Quintella" userId="0401f16030b3bbcc" providerId="LiveId" clId="{86B6C13F-8E64-4619-891B-E03FFA006484}" dt="2022-01-13T01:37:01.771" v="2612"/>
          <ac:spMkLst>
            <pc:docMk/>
            <pc:sldMk cId="1909856853" sldId="281"/>
            <ac:spMk id="6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7:07.509" v="2614" actId="26606"/>
          <ac:spMkLst>
            <pc:docMk/>
            <pc:sldMk cId="1909856853" sldId="281"/>
            <ac:spMk id="9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6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37:07.509" v="2614" actId="26606"/>
          <ac:picMkLst>
            <pc:docMk/>
            <pc:sldMk cId="1909856853" sldId="281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9:04.145" v="2641" actId="27636"/>
        <pc:sldMkLst>
          <pc:docMk/>
          <pc:sldMk cId="777463436" sldId="282"/>
        </pc:sldMkLst>
        <pc:spChg chg="mod">
          <ac:chgData name="Gabriel Quintella" userId="0401f16030b3bbcc" providerId="LiveId" clId="{86B6C13F-8E64-4619-891B-E03FFA006484}" dt="2022-01-13T01:39:04.145" v="2641" actId="27636"/>
          <ac:spMkLst>
            <pc:docMk/>
            <pc:sldMk cId="777463436" sldId="282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8:52.569" v="2639" actId="26606"/>
          <ac:spMkLst>
            <pc:docMk/>
            <pc:sldMk cId="777463436" sldId="282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8:48.025" v="2638"/>
          <ac:spMkLst>
            <pc:docMk/>
            <pc:sldMk cId="777463436" sldId="282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9:56.894" v="2680" actId="27636"/>
        <pc:sldMkLst>
          <pc:docMk/>
          <pc:sldMk cId="773420452" sldId="283"/>
        </pc:sldMkLst>
        <pc:spChg chg="mod">
          <ac:chgData name="Gabriel Quintella" userId="0401f16030b3bbcc" providerId="LiveId" clId="{86B6C13F-8E64-4619-891B-E03FFA006484}" dt="2022-01-13T01:39:56.894" v="2680" actId="27636"/>
          <ac:spMkLst>
            <pc:docMk/>
            <pc:sldMk cId="773420452" sldId="283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9:39.344" v="2645" actId="26606"/>
          <ac:spMkLst>
            <pc:docMk/>
            <pc:sldMk cId="773420452" sldId="283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9:32.744" v="2644"/>
          <ac:spMkLst>
            <pc:docMk/>
            <pc:sldMk cId="773420452" sldId="283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01:43:26.795" v="2703" actId="2696"/>
        <pc:sldMkLst>
          <pc:docMk/>
          <pc:sldMk cId="965696020" sldId="284"/>
        </pc:sldMkLst>
        <pc:spChg chg="add del mod">
          <ac:chgData name="Gabriel Quintella" userId="0401f16030b3bbcc" providerId="LiveId" clId="{86B6C13F-8E64-4619-891B-E03FFA006484}" dt="2022-01-13T01:41:06.821" v="2690" actId="478"/>
          <ac:spMkLst>
            <pc:docMk/>
            <pc:sldMk cId="965696020" sldId="284"/>
            <ac:spMk id="2" creationId="{4EC77961-1C83-4FC4-B614-FC85BD71B714}"/>
          </ac:spMkLst>
        </pc:spChg>
        <pc:spChg chg="del mod">
          <ac:chgData name="Gabriel Quintella" userId="0401f16030b3bbcc" providerId="LiveId" clId="{86B6C13F-8E64-4619-891B-E03FFA006484}" dt="2022-01-13T01:40:36.157" v="2685" actId="478"/>
          <ac:spMkLst>
            <pc:docMk/>
            <pc:sldMk cId="965696020" sldId="284"/>
            <ac:spMk id="3" creationId="{1C68C712-3EB5-4548-B017-0B4D8DE9FFB9}"/>
          </ac:spMkLst>
        </pc:spChg>
        <pc:spChg chg="add del mod">
          <ac:chgData name="Gabriel Quintella" userId="0401f16030b3bbcc" providerId="LiveId" clId="{86B6C13F-8E64-4619-891B-E03FFA006484}" dt="2022-01-13T01:42:09.515" v="2696" actId="478"/>
          <ac:spMkLst>
            <pc:docMk/>
            <pc:sldMk cId="965696020" sldId="284"/>
            <ac:spMk id="5" creationId="{E98E879F-5FE5-41F8-B171-A4DF0D8272F0}"/>
          </ac:spMkLst>
        </pc:spChg>
        <pc:spChg chg="del">
          <ac:chgData name="Gabriel Quintella" userId="0401f16030b3bbcc" providerId="LiveId" clId="{86B6C13F-8E64-4619-891B-E03FFA006484}" dt="2022-01-13T01:40:25.363" v="2683"/>
          <ac:spMkLst>
            <pc:docMk/>
            <pc:sldMk cId="965696020" sldId="284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01:44:35.810" v="2722" actId="1076"/>
        <pc:sldMkLst>
          <pc:docMk/>
          <pc:sldMk cId="687545986" sldId="285"/>
        </pc:sldMkLst>
        <pc:spChg chg="mod">
          <ac:chgData name="Gabriel Quintella" userId="0401f16030b3bbcc" providerId="LiveId" clId="{86B6C13F-8E64-4619-891B-E03FFA006484}" dt="2022-01-13T01:44:24.930" v="2719" actId="1076"/>
          <ac:spMkLst>
            <pc:docMk/>
            <pc:sldMk cId="687545986" sldId="285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43:09.420" v="2699" actId="26606"/>
          <ac:spMkLst>
            <pc:docMk/>
            <pc:sldMk cId="687545986" sldId="285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43:07" v="2698"/>
          <ac:spMkLst>
            <pc:docMk/>
            <pc:sldMk cId="687545986" sldId="285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43:15.415" v="2702" actId="27614"/>
          <ac:picMkLst>
            <pc:docMk/>
            <pc:sldMk cId="687545986" sldId="285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3T01:44:35.810" v="2722" actId="1076"/>
          <ac:picMkLst>
            <pc:docMk/>
            <pc:sldMk cId="687545986" sldId="285"/>
            <ac:picMk id="7" creationId="{B41F1472-0DD0-47A3-B45F-3DE57BF80D5A}"/>
          </ac:picMkLst>
        </pc:picChg>
      </pc:sldChg>
      <pc:sldChg chg="addSp delSp modSp add mod ord setBg delDesignElem modShow chgLayout">
        <pc:chgData name="Gabriel Quintella" userId="0401f16030b3bbcc" providerId="LiveId" clId="{86B6C13F-8E64-4619-891B-E03FFA006484}" dt="2022-01-13T22:54:53.280" v="3444" actId="729"/>
        <pc:sldMkLst>
          <pc:docMk/>
          <pc:sldMk cId="1655760290" sldId="286"/>
        </pc:sldMkLst>
        <pc:spChg chg="mod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2" creationId="{A22A48B3-5314-4374-A82C-5EA1D94D2747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3" creationId="{AA26B26F-D17A-4309-A42F-B38D21159C43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5" creationId="{585FDAA1-D97A-4717-85D7-E8EACFA9826F}"/>
          </ac:spMkLst>
        </pc:spChg>
        <pc:spChg chg="add del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1:40.043" v="2734"/>
          <ac:spMkLst>
            <pc:docMk/>
            <pc:sldMk cId="1655760290" sldId="286"/>
            <ac:spMk id="1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14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22:53:42.601" v="3438" actId="478"/>
          <ac:picMkLst>
            <pc:docMk/>
            <pc:sldMk cId="1655760290" sldId="286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86B6C13F-8E64-4619-891B-E03FFA006484}" dt="2022-01-13T18:45:51.951" v="2796" actId="1076"/>
        <pc:sldMkLst>
          <pc:docMk/>
          <pc:sldMk cId="2687159608" sldId="287"/>
        </pc:sldMkLst>
        <pc:spChg chg="mod">
          <ac:chgData name="Gabriel Quintella" userId="0401f16030b3bbcc" providerId="LiveId" clId="{86B6C13F-8E64-4619-891B-E03FFA006484}" dt="2022-01-13T18:45:51.951" v="2796" actId="1076"/>
          <ac:spMkLst>
            <pc:docMk/>
            <pc:sldMk cId="2687159608" sldId="28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18:45:16.044" v="2786" actId="26606"/>
          <ac:spMkLst>
            <pc:docMk/>
            <pc:sldMk cId="2687159608" sldId="287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5:07.610" v="2783"/>
          <ac:spMkLst>
            <pc:docMk/>
            <pc:sldMk cId="2687159608" sldId="287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18:50:34.217" v="2911" actId="2696"/>
        <pc:sldMkLst>
          <pc:docMk/>
          <pc:sldMk cId="1852389407" sldId="288"/>
        </pc:sldMkLst>
        <pc:spChg chg="add del mod">
          <ac:chgData name="Gabriel Quintella" userId="0401f16030b3bbcc" providerId="LiveId" clId="{86B6C13F-8E64-4619-891B-E03FFA006484}" dt="2022-01-13T18:46:59.584" v="2812" actId="26606"/>
          <ac:spMkLst>
            <pc:docMk/>
            <pc:sldMk cId="1852389407" sldId="288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18:45:24.745" v="2788"/>
          <ac:spMkLst>
            <pc:docMk/>
            <pc:sldMk cId="1852389407" sldId="288"/>
            <ac:spMk id="6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18:46:59.569" v="2811" actId="26606"/>
          <ac:graphicFrameMkLst>
            <pc:docMk/>
            <pc:sldMk cId="1852389407" sldId="288"/>
            <ac:graphicFrameMk id="7" creationId="{E97A2634-D07B-4645-BDA7-020BCCF1DB1F}"/>
          </ac:graphicFrameMkLst>
        </pc:graphicFrameChg>
        <pc:graphicFrameChg chg="add del mod modGraphic">
          <ac:chgData name="Gabriel Quintella" userId="0401f16030b3bbcc" providerId="LiveId" clId="{86B6C13F-8E64-4619-891B-E03FFA006484}" dt="2022-01-13T18:49:13.924" v="2831" actId="21"/>
          <ac:graphicFrameMkLst>
            <pc:docMk/>
            <pc:sldMk cId="1852389407" sldId="288"/>
            <ac:graphicFrameMk id="9" creationId="{55398EB4-4B1A-417A-BEAF-57EC2321A5B0}"/>
          </ac:graphicFrameMkLst>
        </pc:graphicFrameChg>
      </pc:sldChg>
      <pc:sldChg chg="addSp delSp modSp add mod setBg delDesignElem">
        <pc:chgData name="Gabriel Quintella" userId="0401f16030b3bbcc" providerId="LiveId" clId="{86B6C13F-8E64-4619-891B-E03FFA006484}" dt="2022-01-13T18:52:25.065" v="2971" actId="14100"/>
        <pc:sldMkLst>
          <pc:docMk/>
          <pc:sldMk cId="1572128505" sldId="289"/>
        </pc:sldMkLst>
        <pc:spChg chg="del mod">
          <ac:chgData name="Gabriel Quintella" userId="0401f16030b3bbcc" providerId="LiveId" clId="{86B6C13F-8E64-4619-891B-E03FFA006484}" dt="2022-01-13T18:49:17.446" v="2832" actId="478"/>
          <ac:spMkLst>
            <pc:docMk/>
            <pc:sldMk cId="1572128505" sldId="289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18:52:25.065" v="2971" actId="14100"/>
          <ac:spMkLst>
            <pc:docMk/>
            <pc:sldMk cId="1572128505" sldId="289"/>
            <ac:spMk id="3" creationId="{6ECE45D1-F65A-44E4-88A0-371BF51EE333}"/>
          </ac:spMkLst>
        </pc:spChg>
        <pc:spChg chg="del">
          <ac:chgData name="Gabriel Quintella" userId="0401f16030b3bbcc" providerId="LiveId" clId="{86B6C13F-8E64-4619-891B-E03FFA006484}" dt="2022-01-13T18:48:49.007" v="2827"/>
          <ac:spMkLst>
            <pc:docMk/>
            <pc:sldMk cId="1572128505" sldId="289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18:51:06.402" v="2921"/>
          <ac:spMkLst>
            <pc:docMk/>
            <pc:sldMk cId="1572128505" sldId="289"/>
            <ac:spMk id="8" creationId="{9721CF79-CA12-4D1C-AAAB-7BCBF9B21142}"/>
          </ac:spMkLst>
        </pc:spChg>
        <pc:spChg chg="add del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14" creationId="{E49CC64F-7275-4E33-961B-0C5CDC439875}"/>
          </ac:spMkLst>
        </pc:spChg>
        <pc:graphicFrameChg chg="add del mod">
          <ac:chgData name="Gabriel Quintella" userId="0401f16030b3bbcc" providerId="LiveId" clId="{86B6C13F-8E64-4619-891B-E03FFA006484}" dt="2022-01-13T18:52:16.951" v="2968" actId="478"/>
          <ac:graphicFrameMkLst>
            <pc:docMk/>
            <pc:sldMk cId="1572128505" sldId="289"/>
            <ac:graphicFrameMk id="7" creationId="{1CD56C09-10A8-422B-B4DD-172D77F9EB70}"/>
          </ac:graphicFrameMkLst>
        </pc:graphicFrameChg>
        <pc:picChg chg="ord">
          <ac:chgData name="Gabriel Quintella" userId="0401f16030b3bbcc" providerId="LiveId" clId="{86B6C13F-8E64-4619-891B-E03FFA006484}" dt="2022-01-13T18:52:21.861" v="2970" actId="26606"/>
          <ac:picMkLst>
            <pc:docMk/>
            <pc:sldMk cId="1572128505" sldId="28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2:12.270" v="2967"/>
        <pc:sldMkLst>
          <pc:docMk/>
          <pc:sldMk cId="3433790968" sldId="290"/>
        </pc:sldMkLst>
        <pc:spChg chg="mod ord">
          <ac:chgData name="Gabriel Quintella" userId="0401f16030b3bbcc" providerId="LiveId" clId="{86B6C13F-8E64-4619-891B-E03FFA006484}" dt="2022-01-13T18:52:00.549" v="2966" actId="1076"/>
          <ac:spMkLst>
            <pc:docMk/>
            <pc:sldMk cId="3433790968" sldId="290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8:51:38.204" v="2930" actId="26606"/>
          <ac:spMkLst>
            <pc:docMk/>
            <pc:sldMk cId="3433790968" sldId="29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1:14.450" v="2926"/>
          <ac:spMkLst>
            <pc:docMk/>
            <pc:sldMk cId="3433790968" sldId="290"/>
            <ac:spMk id="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18:51:30.775" v="2928" actId="26606"/>
          <ac:spMkLst>
            <pc:docMk/>
            <pc:sldMk cId="3433790968" sldId="290"/>
            <ac:spMk id="12" creationId="{E49CC64F-7275-4E33-961B-0C5CDC439875}"/>
          </ac:spMkLst>
        </pc:spChg>
        <pc:graphicFrameChg chg="del modGraphic">
          <ac:chgData name="Gabriel Quintella" userId="0401f16030b3bbcc" providerId="LiveId" clId="{86B6C13F-8E64-4619-891B-E03FFA006484}" dt="2022-01-13T18:51:36.241" v="2929" actId="478"/>
          <ac:graphicFrameMkLst>
            <pc:docMk/>
            <pc:sldMk cId="3433790968" sldId="290"/>
            <ac:graphicFrameMk id="7" creationId="{1CD56C09-10A8-422B-B4DD-172D77F9EB70}"/>
          </ac:graphicFrameMkLst>
        </pc:graphicFrameChg>
        <pc:graphicFrameChg chg="add mod">
          <ac:chgData name="Gabriel Quintella" userId="0401f16030b3bbcc" providerId="LiveId" clId="{86B6C13F-8E64-4619-891B-E03FFA006484}" dt="2022-01-13T18:52:12.270" v="2967"/>
          <ac:graphicFrameMkLst>
            <pc:docMk/>
            <pc:sldMk cId="3433790968" sldId="290"/>
            <ac:graphicFrameMk id="8" creationId="{A52B6BAD-EE39-4CA9-B817-2F9BA249C869}"/>
          </ac:graphicFrameMkLst>
        </pc:graphicFrameChg>
        <pc:picChg chg="ord">
          <ac:chgData name="Gabriel Quintella" userId="0401f16030b3bbcc" providerId="LiveId" clId="{86B6C13F-8E64-4619-891B-E03FFA006484}" dt="2022-01-13T18:51:38.204" v="2930" actId="26606"/>
          <ac:picMkLst>
            <pc:docMk/>
            <pc:sldMk cId="3433790968" sldId="290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86B6C13F-8E64-4619-891B-E03FFA006484}" dt="2022-01-13T18:54:07.158" v="3011"/>
        <pc:sldMkLst>
          <pc:docMk/>
          <pc:sldMk cId="1904286443" sldId="291"/>
        </pc:sldMkLst>
        <pc:spChg chg="add">
          <ac:chgData name="Gabriel Quintella" userId="0401f16030b3bbcc" providerId="LiveId" clId="{86B6C13F-8E64-4619-891B-E03FFA006484}" dt="2022-01-13T18:53:55.602" v="3009" actId="26606"/>
          <ac:spMkLst>
            <pc:docMk/>
            <pc:sldMk cId="1904286443" sldId="291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3:46.270" v="3008"/>
          <ac:spMkLst>
            <pc:docMk/>
            <pc:sldMk cId="1904286443" sldId="291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8:55:55.920" v="3018"/>
        <pc:sldMkLst>
          <pc:docMk/>
          <pc:sldMk cId="135026700" sldId="292"/>
        </pc:sldMkLst>
        <pc:spChg chg="del">
          <ac:chgData name="Gabriel Quintella" userId="0401f16030b3bbcc" providerId="LiveId" clId="{86B6C13F-8E64-4619-891B-E03FFA006484}" dt="2022-01-13T18:55:48.891" v="3015"/>
          <ac:spMkLst>
            <pc:docMk/>
            <pc:sldMk cId="135026700" sldId="292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5:53.227" v="3016" actId="26606"/>
          <ac:spMkLst>
            <pc:docMk/>
            <pc:sldMk cId="135026700" sldId="292"/>
            <ac:spMk id="5124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7.259" v="3024"/>
        <pc:sldMkLst>
          <pc:docMk/>
          <pc:sldMk cId="172859489" sldId="293"/>
        </pc:sldMkLst>
        <pc:spChg chg="add del">
          <ac:chgData name="Gabriel Quintella" userId="0401f16030b3bbcc" providerId="LiveId" clId="{86B6C13F-8E64-4619-891B-E03FFA006484}" dt="2022-01-13T18:56:27.259" v="3024"/>
          <ac:spMkLst>
            <pc:docMk/>
            <pc:sldMk cId="172859489" sldId="293"/>
            <ac:spMk id="6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0.165" v="3021"/>
        <pc:sldMkLst>
          <pc:docMk/>
          <pc:sldMk cId="2416047771" sldId="293"/>
        </pc:sldMkLst>
        <pc:spChg chg="add del">
          <ac:chgData name="Gabriel Quintella" userId="0401f16030b3bbcc" providerId="LiveId" clId="{86B6C13F-8E64-4619-891B-E03FFA006484}" dt="2022-01-13T18:56:20.165" v="3021"/>
          <ac:spMkLst>
            <pc:docMk/>
            <pc:sldMk cId="2416047771" sldId="293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06:27.739" v="3188" actId="20577"/>
        <pc:sldMkLst>
          <pc:docMk/>
          <pc:sldMk cId="4230135495" sldId="293"/>
        </pc:sldMkLst>
        <pc:spChg chg="mod">
          <ac:chgData name="Gabriel Quintella" userId="0401f16030b3bbcc" providerId="LiveId" clId="{86B6C13F-8E64-4619-891B-E03FFA006484}" dt="2022-01-13T18:57:44.212" v="3036" actId="1076"/>
          <ac:spMkLst>
            <pc:docMk/>
            <pc:sldMk cId="4230135495" sldId="293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6:27.739" v="3188" actId="20577"/>
          <ac:spMkLst>
            <pc:docMk/>
            <pc:sldMk cId="4230135495" sldId="293"/>
            <ac:spMk id="6" creationId="{D60CCAAD-3C02-470F-925A-126788200B27}"/>
          </ac:spMkLst>
        </pc:spChg>
        <pc:spChg chg="add">
          <ac:chgData name="Gabriel Quintella" userId="0401f16030b3bbcc" providerId="LiveId" clId="{86B6C13F-8E64-4619-891B-E03FFA006484}" dt="2022-01-13T18:56:48.114" v="3028" actId="26606"/>
          <ac:spMkLst>
            <pc:docMk/>
            <pc:sldMk cId="4230135495" sldId="293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6:37.279" v="3026"/>
          <ac:spMkLst>
            <pc:docMk/>
            <pc:sldMk cId="4230135495" sldId="293"/>
            <ac:spMk id="16" creationId="{E49CC64F-7275-4E33-961B-0C5CDC439875}"/>
          </ac:spMkLst>
        </pc:spChg>
      </pc:sldChg>
      <pc:sldChg chg="addSp delSp modSp add mod ord setBg">
        <pc:chgData name="Gabriel Quintella" userId="0401f16030b3bbcc" providerId="LiveId" clId="{86B6C13F-8E64-4619-891B-E03FFA006484}" dt="2022-01-13T22:53:03.652" v="3436" actId="1076"/>
        <pc:sldMkLst>
          <pc:docMk/>
          <pc:sldMk cId="2164335242" sldId="294"/>
        </pc:sldMkLst>
        <pc:spChg chg="del mod">
          <ac:chgData name="Gabriel Quintella" userId="0401f16030b3bbcc" providerId="LiveId" clId="{86B6C13F-8E64-4619-891B-E03FFA006484}" dt="2022-01-13T19:05:30.705" v="3143" actId="478"/>
          <ac:spMkLst>
            <pc:docMk/>
            <pc:sldMk cId="2164335242" sldId="294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5:36.080" v="3151" actId="20577"/>
          <ac:spMkLst>
            <pc:docMk/>
            <pc:sldMk cId="2164335242" sldId="294"/>
            <ac:spMk id="5" creationId="{D86D8CF5-B4DD-4859-8189-87D21ED72214}"/>
          </ac:spMkLst>
        </pc:spChg>
        <pc:spChg chg="add mod">
          <ac:chgData name="Gabriel Quintella" userId="0401f16030b3bbcc" providerId="LiveId" clId="{86B6C13F-8E64-4619-891B-E03FFA006484}" dt="2022-01-13T22:53:03.652" v="3436" actId="1076"/>
          <ac:spMkLst>
            <pc:docMk/>
            <pc:sldMk cId="2164335242" sldId="294"/>
            <ac:spMk id="6" creationId="{710F79CB-D57A-499E-9225-55187AFDECBE}"/>
          </ac:spMkLst>
        </pc:spChg>
        <pc:spChg chg="add">
          <ac:chgData name="Gabriel Quintella" userId="0401f16030b3bbcc" providerId="LiveId" clId="{86B6C13F-8E64-4619-891B-E03FFA006484}" dt="2022-01-13T18:56:50.790" v="3029" actId="26606"/>
          <ac:spMkLst>
            <pc:docMk/>
            <pc:sldMk cId="2164335242" sldId="294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9:09:34.112" v="3251"/>
        <pc:sldMkLst>
          <pc:docMk/>
          <pc:sldMk cId="1470431032" sldId="295"/>
        </pc:sldMkLst>
        <pc:spChg chg="add">
          <ac:chgData name="Gabriel Quintella" userId="0401f16030b3bbcc" providerId="LiveId" clId="{86B6C13F-8E64-4619-891B-E03FFA006484}" dt="2022-01-13T19:09:20.590" v="3249" actId="26606"/>
          <ac:spMkLst>
            <pc:docMk/>
            <pc:sldMk cId="1470431032" sldId="295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16.084" v="3248"/>
          <ac:spMkLst>
            <pc:docMk/>
            <pc:sldMk cId="1470431032" sldId="295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11:16.878" v="3284" actId="1076"/>
        <pc:sldMkLst>
          <pc:docMk/>
          <pc:sldMk cId="267626220" sldId="296"/>
        </pc:sldMkLst>
        <pc:spChg chg="mod">
          <ac:chgData name="Gabriel Quintella" userId="0401f16030b3bbcc" providerId="LiveId" clId="{86B6C13F-8E64-4619-891B-E03FFA006484}" dt="2022-01-13T19:11:16.878" v="3284" actId="1076"/>
          <ac:spMkLst>
            <pc:docMk/>
            <pc:sldMk cId="267626220" sldId="296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09:56.569" v="3255" actId="26606"/>
          <ac:spMkLst>
            <pc:docMk/>
            <pc:sldMk cId="267626220" sldId="29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52.893" v="3254"/>
          <ac:spMkLst>
            <pc:docMk/>
            <pc:sldMk cId="267626220" sldId="296"/>
            <ac:spMk id="1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19:12:17.481" v="3312" actId="1076"/>
        <pc:sldMkLst>
          <pc:docMk/>
          <pc:sldMk cId="1198528274" sldId="297"/>
        </pc:sldMkLst>
        <pc:spChg chg="mod">
          <ac:chgData name="Gabriel Quintella" userId="0401f16030b3bbcc" providerId="LiveId" clId="{86B6C13F-8E64-4619-891B-E03FFA006484}" dt="2022-01-13T19:11:53.057" v="3308" actId="1076"/>
          <ac:spMkLst>
            <pc:docMk/>
            <pc:sldMk cId="1198528274" sldId="297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10:12.434" v="3260" actId="26606"/>
          <ac:spMkLst>
            <pc:docMk/>
            <pc:sldMk cId="1198528274" sldId="297"/>
            <ac:spMk id="6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19:12:17.481" v="3312" actId="1076"/>
          <ac:spMkLst>
            <pc:docMk/>
            <pc:sldMk cId="1198528274" sldId="297"/>
            <ac:spMk id="7" creationId="{59E45B0E-EDDC-4B43-BF4D-A42C67675045}"/>
          </ac:spMkLst>
        </pc:spChg>
        <pc:spChg chg="del">
          <ac:chgData name="Gabriel Quintella" userId="0401f16030b3bbcc" providerId="LiveId" clId="{86B6C13F-8E64-4619-891B-E03FFA006484}" dt="2022-01-13T19:10:07.507" v="3259"/>
          <ac:spMkLst>
            <pc:docMk/>
            <pc:sldMk cId="1198528274" sldId="297"/>
            <ac:spMk id="9" creationId="{E49CC64F-7275-4E33-961B-0C5CDC439875}"/>
          </ac:spMkLst>
        </pc:spChg>
      </pc:sldChg>
      <pc:sldChg chg="addSp delSp modSp add del mod delDesignElem chgLayout">
        <pc:chgData name="Gabriel Quintella" userId="0401f16030b3bbcc" providerId="LiveId" clId="{86B6C13F-8E64-4619-891B-E03FFA006484}" dt="2022-01-13T22:56:22.078" v="3452" actId="2890"/>
        <pc:sldMkLst>
          <pc:docMk/>
          <pc:sldMk cId="1368370005" sldId="298"/>
        </pc:sldMkLst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5" creationId="{BEF0287A-1FA9-4729-B736-F9437F1527DC}"/>
          </ac:spMkLst>
        </pc:spChg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6" creationId="{EEA5880C-DF18-44E2-AD43-07505E912BE1}"/>
          </ac:spMkLst>
        </pc:spChg>
        <pc:spChg chg="add del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9" creationId="{E49CC64F-7275-4E33-961B-0C5CDC439875}"/>
          </ac:spMkLst>
        </pc:spChg>
        <pc:picChg chg="add del">
          <ac:chgData name="Gabriel Quintella" userId="0401f16030b3bbcc" providerId="LiveId" clId="{86B6C13F-8E64-4619-891B-E03FFA006484}" dt="2022-01-13T22:55:13.383" v="3449"/>
          <ac:picMkLst>
            <pc:docMk/>
            <pc:sldMk cId="1368370005" sldId="298"/>
            <ac:picMk id="3" creationId="{102B1F5C-D7BA-47AF-9636-E41FE8E50320}"/>
          </ac:picMkLst>
        </pc:picChg>
      </pc:sldChg>
      <pc:sldChg chg="new del">
        <pc:chgData name="Gabriel Quintella" userId="0401f16030b3bbcc" providerId="LiveId" clId="{86B6C13F-8E64-4619-891B-E03FFA006484}" dt="2022-01-13T22:55:02.059" v="3447" actId="680"/>
        <pc:sldMkLst>
          <pc:docMk/>
          <pc:sldMk cId="3336970407" sldId="299"/>
        </pc:sldMkLst>
      </pc:sldChg>
    </pc:docChg>
  </pc:docChgLst>
  <pc:docChgLst>
    <pc:chgData name="Gabriel Quintella" userId="0401f16030b3bbcc" providerId="LiveId" clId="{02F0174C-7953-45C1-9EF2-5FEF9F82DDE5}"/>
    <pc:docChg chg="undo custSel addSld delSld modSld sldOrd">
      <pc:chgData name="Gabriel Quintella" userId="0401f16030b3bbcc" providerId="LiveId" clId="{02F0174C-7953-45C1-9EF2-5FEF9F82DDE5}" dt="2022-01-14T00:18:17.297" v="2026"/>
      <pc:docMkLst>
        <pc:docMk/>
      </pc:docMkLst>
      <pc:sldChg chg="addSp delSp modSp mod setBg delAnim setClrOvrMap">
        <pc:chgData name="Gabriel Quintella" userId="0401f16030b3bbcc" providerId="LiveId" clId="{02F0174C-7953-45C1-9EF2-5FEF9F82DDE5}" dt="2022-01-13T23:47:59.343" v="1983" actId="6549"/>
        <pc:sldMkLst>
          <pc:docMk/>
          <pc:sldMk cId="3275838534" sldId="257"/>
        </pc:sldMkLst>
        <pc:spChg chg="mod">
          <ac:chgData name="Gabriel Quintella" userId="0401f16030b3bbcc" providerId="LiveId" clId="{02F0174C-7953-45C1-9EF2-5FEF9F82DDE5}" dt="2022-01-13T23:27:31.779" v="1550" actId="1076"/>
          <ac:spMkLst>
            <pc:docMk/>
            <pc:sldMk cId="3275838534" sldId="257"/>
            <ac:spMk id="2" creationId="{A22A48B3-5314-4374-A82C-5EA1D94D2747}"/>
          </ac:spMkLst>
        </pc:spChg>
        <pc:spChg chg="add del mod">
          <ac:chgData name="Gabriel Quintella" userId="0401f16030b3bbcc" providerId="LiveId" clId="{02F0174C-7953-45C1-9EF2-5FEF9F82DDE5}" dt="2022-01-13T23:17:49.306" v="833" actId="478"/>
          <ac:spMkLst>
            <pc:docMk/>
            <pc:sldMk cId="3275838534" sldId="257"/>
            <ac:spMk id="3" creationId="{D3827F45-AA3A-4771-858D-263395DBFE3A}"/>
          </ac:spMkLst>
        </pc:spChg>
        <pc:spChg chg="add mod">
          <ac:chgData name="Gabriel Quintella" userId="0401f16030b3bbcc" providerId="LiveId" clId="{02F0174C-7953-45C1-9EF2-5FEF9F82DDE5}" dt="2022-01-13T23:27:44.283" v="1551" actId="1076"/>
          <ac:spMkLst>
            <pc:docMk/>
            <pc:sldMk cId="3275838534" sldId="257"/>
            <ac:spMk id="20" creationId="{0EB63188-F897-40C3-A648-95A087A78836}"/>
          </ac:spMkLst>
        </pc:spChg>
        <pc:spChg chg="add mod">
          <ac:chgData name="Gabriel Quintella" userId="0401f16030b3bbcc" providerId="LiveId" clId="{02F0174C-7953-45C1-9EF2-5FEF9F82DDE5}" dt="2022-01-13T23:47:59.343" v="1983" actId="6549"/>
          <ac:spMkLst>
            <pc:docMk/>
            <pc:sldMk cId="3275838534" sldId="257"/>
            <ac:spMk id="21" creationId="{8FEDC787-3B3D-4EC1-AD3A-32BF95C839AF}"/>
          </ac:spMkLst>
        </pc:spChg>
        <pc:spChg chg="add del">
          <ac:chgData name="Gabriel Quintella" userId="0401f16030b3bbcc" providerId="LiveId" clId="{02F0174C-7953-45C1-9EF2-5FEF9F82DDE5}" dt="2022-01-13T23:17:21.402" v="812" actId="26606"/>
          <ac:spMkLst>
            <pc:docMk/>
            <pc:sldMk cId="3275838534" sldId="257"/>
            <ac:spMk id="27" creationId="{1DB7C82F-AB7E-4F0C-B829-FA1B9C415180}"/>
          </ac:spMkLst>
        </pc:spChg>
        <pc:spChg chg="add del">
          <ac:chgData name="Gabriel Quintella" userId="0401f16030b3bbcc" providerId="LiveId" clId="{02F0174C-7953-45C1-9EF2-5FEF9F82DDE5}" dt="2022-01-13T23:17:21.402" v="812" actId="26606"/>
          <ac:spMkLst>
            <pc:docMk/>
            <pc:sldMk cId="3275838534" sldId="257"/>
            <ac:spMk id="29" creationId="{F55FFF17-D3D5-4F58-BA56-54EA901CE038}"/>
          </ac:spMkLst>
        </pc:spChg>
        <pc:spChg chg="add del">
          <ac:chgData name="Gabriel Quintella" userId="0401f16030b3bbcc" providerId="LiveId" clId="{02F0174C-7953-45C1-9EF2-5FEF9F82DDE5}" dt="2022-01-13T23:16:52.722" v="807" actId="26606"/>
          <ac:spMkLst>
            <pc:docMk/>
            <pc:sldMk cId="3275838534" sldId="257"/>
            <ac:spMk id="71" creationId="{2C6334C2-F73F-4B3B-A626-DD5F69DF6ED0}"/>
          </ac:spMkLst>
        </pc:spChg>
        <pc:spChg chg="add del">
          <ac:chgData name="Gabriel Quintella" userId="0401f16030b3bbcc" providerId="LiveId" clId="{02F0174C-7953-45C1-9EF2-5FEF9F82DDE5}" dt="2022-01-13T23:17:13.066" v="809" actId="26606"/>
          <ac:spMkLst>
            <pc:docMk/>
            <pc:sldMk cId="3275838534" sldId="257"/>
            <ac:spMk id="73" creationId="{1DB7C82F-AB7E-4F0C-B829-FA1B9C415180}"/>
          </ac:spMkLst>
        </pc:spChg>
        <pc:spChg chg="add del">
          <ac:chgData name="Gabriel Quintella" userId="0401f16030b3bbcc" providerId="LiveId" clId="{02F0174C-7953-45C1-9EF2-5FEF9F82DDE5}" dt="2022-01-13T23:17:13.066" v="809" actId="26606"/>
          <ac:spMkLst>
            <pc:docMk/>
            <pc:sldMk cId="3275838534" sldId="257"/>
            <ac:spMk id="75" creationId="{70B66945-4967-4040-926D-DCA44313CDAB}"/>
          </ac:spMkLst>
        </pc:spChg>
        <pc:spChg chg="add del">
          <ac:chgData name="Gabriel Quintella" userId="0401f16030b3bbcc" providerId="LiveId" clId="{02F0174C-7953-45C1-9EF2-5FEF9F82DDE5}" dt="2022-01-13T23:16:50.288" v="804" actId="26606"/>
          <ac:spMkLst>
            <pc:docMk/>
            <pc:sldMk cId="3275838534" sldId="257"/>
            <ac:spMk id="135" creationId="{2C6334C2-F73F-4B3B-A626-DD5F69DF6ED0}"/>
          </ac:spMkLst>
        </pc:spChg>
        <pc:spChg chg="add del">
          <ac:chgData name="Gabriel Quintella" userId="0401f16030b3bbcc" providerId="LiveId" clId="{02F0174C-7953-45C1-9EF2-5FEF9F82DDE5}" dt="2022-01-13T23:16:52.098" v="806" actId="26606"/>
          <ac:spMkLst>
            <pc:docMk/>
            <pc:sldMk cId="3275838534" sldId="257"/>
            <ac:spMk id="1029" creationId="{E49CC64F-7275-4E33-961B-0C5CDC439875}"/>
          </ac:spMkLst>
        </pc:spChg>
        <pc:spChg chg="add del">
          <ac:chgData name="Gabriel Quintella" userId="0401f16030b3bbcc" providerId="LiveId" clId="{02F0174C-7953-45C1-9EF2-5FEF9F82DDE5}" dt="2022-01-13T23:17:13.066" v="809" actId="26606"/>
          <ac:spMkLst>
            <pc:docMk/>
            <pc:sldMk cId="3275838534" sldId="257"/>
            <ac:spMk id="1030" creationId="{C0B27210-D0CA-4654-B3E3-9ABB4F178EA1}"/>
          </ac:spMkLst>
        </pc:spChg>
        <pc:spChg chg="add">
          <ac:chgData name="Gabriel Quintella" userId="0401f16030b3bbcc" providerId="LiveId" clId="{02F0174C-7953-45C1-9EF2-5FEF9F82DDE5}" dt="2022-01-13T23:17:21.402" v="812" actId="26606"/>
          <ac:spMkLst>
            <pc:docMk/>
            <pc:sldMk cId="3275838534" sldId="257"/>
            <ac:spMk id="1031" creationId="{C0B27210-D0CA-4654-B3E3-9ABB4F178EA1}"/>
          </ac:spMkLst>
        </pc:spChg>
        <pc:spChg chg="add del">
          <ac:chgData name="Gabriel Quintella" userId="0401f16030b3bbcc" providerId="LiveId" clId="{02F0174C-7953-45C1-9EF2-5FEF9F82DDE5}" dt="2022-01-13T23:17:19.056" v="811" actId="26606"/>
          <ac:spMkLst>
            <pc:docMk/>
            <pc:sldMk cId="3275838534" sldId="257"/>
            <ac:spMk id="1032" creationId="{9B7AD9F6-8CE7-4299-8FC6-328F4DCD3FF9}"/>
          </ac:spMkLst>
        </pc:spChg>
        <pc:spChg chg="add del">
          <ac:chgData name="Gabriel Quintella" userId="0401f16030b3bbcc" providerId="LiveId" clId="{02F0174C-7953-45C1-9EF2-5FEF9F82DDE5}" dt="2022-01-13T23:17:19.056" v="811" actId="26606"/>
          <ac:spMkLst>
            <pc:docMk/>
            <pc:sldMk cId="3275838534" sldId="257"/>
            <ac:spMk id="1033" creationId="{F49775AF-8896-43EE-92C6-83497D6DC56F}"/>
          </ac:spMkLst>
        </pc:spChg>
        <pc:spChg chg="add">
          <ac:chgData name="Gabriel Quintella" userId="0401f16030b3bbcc" providerId="LiveId" clId="{02F0174C-7953-45C1-9EF2-5FEF9F82DDE5}" dt="2022-01-13T23:17:21.402" v="812" actId="26606"/>
          <ac:spMkLst>
            <pc:docMk/>
            <pc:sldMk cId="3275838534" sldId="257"/>
            <ac:spMk id="1034" creationId="{1DB7C82F-AB7E-4F0C-B829-FA1B9C415180}"/>
          </ac:spMkLst>
        </pc:spChg>
        <pc:spChg chg="add">
          <ac:chgData name="Gabriel Quintella" userId="0401f16030b3bbcc" providerId="LiveId" clId="{02F0174C-7953-45C1-9EF2-5FEF9F82DDE5}" dt="2022-01-13T23:17:21.402" v="812" actId="26606"/>
          <ac:spMkLst>
            <pc:docMk/>
            <pc:sldMk cId="3275838534" sldId="257"/>
            <ac:spMk id="1035" creationId="{70B66945-4967-4040-926D-DCA44313CDAB}"/>
          </ac:spMkLst>
        </pc:spChg>
        <pc:picChg chg="del">
          <ac:chgData name="Gabriel Quintella" userId="0401f16030b3bbcc" providerId="LiveId" clId="{02F0174C-7953-45C1-9EF2-5FEF9F82DDE5}" dt="2022-01-13T23:16:04.373" v="788" actId="478"/>
          <ac:picMkLst>
            <pc:docMk/>
            <pc:sldMk cId="3275838534" sldId="257"/>
            <ac:picMk id="6" creationId="{E42A477C-FC53-4AC9-8A33-2E66BE9E01FB}"/>
          </ac:picMkLst>
        </pc:picChg>
        <pc:picChg chg="add del mod">
          <ac:chgData name="Gabriel Quintella" userId="0401f16030b3bbcc" providerId="LiveId" clId="{02F0174C-7953-45C1-9EF2-5FEF9F82DDE5}" dt="2022-01-13T23:17:21.402" v="812" actId="26606"/>
          <ac:picMkLst>
            <pc:docMk/>
            <pc:sldMk cId="3275838534" sldId="257"/>
            <ac:picMk id="1026" creationId="{909DF9E7-82DF-4AB3-B004-D437F3CC3E0C}"/>
          </ac:picMkLst>
        </pc:picChg>
        <pc:picChg chg="add del mod">
          <ac:chgData name="Gabriel Quintella" userId="0401f16030b3bbcc" providerId="LiveId" clId="{02F0174C-7953-45C1-9EF2-5FEF9F82DDE5}" dt="2022-01-13T23:16:42.644" v="800"/>
          <ac:picMkLst>
            <pc:docMk/>
            <pc:sldMk cId="3275838534" sldId="257"/>
            <ac:picMk id="1028" creationId="{06BDFF99-1634-49A7-BE92-D01D3D633959}"/>
          </ac:picMkLst>
        </pc:picChg>
      </pc:sldChg>
      <pc:sldChg chg="modSp mod ord">
        <pc:chgData name="Gabriel Quintella" userId="0401f16030b3bbcc" providerId="LiveId" clId="{02F0174C-7953-45C1-9EF2-5FEF9F82DDE5}" dt="2022-01-14T00:17:05.017" v="2024"/>
        <pc:sldMkLst>
          <pc:docMk/>
          <pc:sldMk cId="1167946902" sldId="263"/>
        </pc:sldMkLst>
        <pc:spChg chg="mod">
          <ac:chgData name="Gabriel Quintella" userId="0401f16030b3bbcc" providerId="LiveId" clId="{02F0174C-7953-45C1-9EF2-5FEF9F82DDE5}" dt="2022-01-13T23:10:39.520" v="465" actId="27636"/>
          <ac:spMkLst>
            <pc:docMk/>
            <pc:sldMk cId="1167946902" sldId="263"/>
            <ac:spMk id="2" creationId="{A22A48B3-5314-4374-A82C-5EA1D94D2747}"/>
          </ac:spMkLst>
        </pc:spChg>
      </pc:sldChg>
      <pc:sldChg chg="del">
        <pc:chgData name="Gabriel Quintella" userId="0401f16030b3bbcc" providerId="LiveId" clId="{02F0174C-7953-45C1-9EF2-5FEF9F82DDE5}" dt="2022-01-13T23:10:55.001" v="466" actId="47"/>
        <pc:sldMkLst>
          <pc:docMk/>
          <pc:sldMk cId="638894639" sldId="264"/>
        </pc:sldMkLst>
      </pc:sldChg>
      <pc:sldChg chg="del">
        <pc:chgData name="Gabriel Quintella" userId="0401f16030b3bbcc" providerId="LiveId" clId="{02F0174C-7953-45C1-9EF2-5FEF9F82DDE5}" dt="2022-01-13T23:11:56.062" v="508" actId="47"/>
        <pc:sldMkLst>
          <pc:docMk/>
          <pc:sldMk cId="3703554288" sldId="269"/>
        </pc:sldMkLst>
      </pc:sldChg>
      <pc:sldChg chg="modSp mod ord">
        <pc:chgData name="Gabriel Quintella" userId="0401f16030b3bbcc" providerId="LiveId" clId="{02F0174C-7953-45C1-9EF2-5FEF9F82DDE5}" dt="2022-01-14T00:18:17.297" v="2026"/>
        <pc:sldMkLst>
          <pc:docMk/>
          <pc:sldMk cId="214360441" sldId="274"/>
        </pc:sldMkLst>
        <pc:spChg chg="mod">
          <ac:chgData name="Gabriel Quintella" userId="0401f16030b3bbcc" providerId="LiveId" clId="{02F0174C-7953-45C1-9EF2-5FEF9F82DDE5}" dt="2022-01-13T23:11:38.130" v="507" actId="20577"/>
          <ac:spMkLst>
            <pc:docMk/>
            <pc:sldMk cId="214360441" sldId="274"/>
            <ac:spMk id="2" creationId="{A22A48B3-5314-4374-A82C-5EA1D94D2747}"/>
          </ac:spMkLst>
        </pc:spChg>
      </pc:sldChg>
      <pc:sldChg chg="del">
        <pc:chgData name="Gabriel Quintella" userId="0401f16030b3bbcc" providerId="LiveId" clId="{02F0174C-7953-45C1-9EF2-5FEF9F82DDE5}" dt="2022-01-13T23:11:56.062" v="508" actId="47"/>
        <pc:sldMkLst>
          <pc:docMk/>
          <pc:sldMk cId="1385657931" sldId="276"/>
        </pc:sldMkLst>
      </pc:sldChg>
      <pc:sldChg chg="del">
        <pc:chgData name="Gabriel Quintella" userId="0401f16030b3bbcc" providerId="LiveId" clId="{02F0174C-7953-45C1-9EF2-5FEF9F82DDE5}" dt="2022-01-13T23:11:56.062" v="508" actId="47"/>
        <pc:sldMkLst>
          <pc:docMk/>
          <pc:sldMk cId="3184808388" sldId="277"/>
        </pc:sldMkLst>
      </pc:sldChg>
      <pc:sldChg chg="del">
        <pc:chgData name="Gabriel Quintella" userId="0401f16030b3bbcc" providerId="LiveId" clId="{02F0174C-7953-45C1-9EF2-5FEF9F82DDE5}" dt="2022-01-13T23:11:56.062" v="508" actId="47"/>
        <pc:sldMkLst>
          <pc:docMk/>
          <pc:sldMk cId="3440083160" sldId="279"/>
        </pc:sldMkLst>
      </pc:sldChg>
      <pc:sldChg chg="del">
        <pc:chgData name="Gabriel Quintella" userId="0401f16030b3bbcc" providerId="LiveId" clId="{02F0174C-7953-45C1-9EF2-5FEF9F82DDE5}" dt="2022-01-13T23:11:56.062" v="508" actId="47"/>
        <pc:sldMkLst>
          <pc:docMk/>
          <pc:sldMk cId="1699139359" sldId="280"/>
        </pc:sldMkLst>
      </pc:sldChg>
      <pc:sldChg chg="modSp add del mod ord">
        <pc:chgData name="Gabriel Quintella" userId="0401f16030b3bbcc" providerId="LiveId" clId="{02F0174C-7953-45C1-9EF2-5FEF9F82DDE5}" dt="2022-01-13T23:13:41.157" v="657" actId="6549"/>
        <pc:sldMkLst>
          <pc:docMk/>
          <pc:sldMk cId="1909856853" sldId="281"/>
        </pc:sldMkLst>
        <pc:spChg chg="mod">
          <ac:chgData name="Gabriel Quintella" userId="0401f16030b3bbcc" providerId="LiveId" clId="{02F0174C-7953-45C1-9EF2-5FEF9F82DDE5}" dt="2022-01-13T23:13:41.157" v="657" actId="6549"/>
          <ac:spMkLst>
            <pc:docMk/>
            <pc:sldMk cId="1909856853" sldId="281"/>
            <ac:spMk id="3" creationId="{1C68C712-3EB5-4548-B017-0B4D8DE9FFB9}"/>
          </ac:spMkLst>
        </pc:spChg>
      </pc:sldChg>
      <pc:sldChg chg="modSp add del mod ord">
        <pc:chgData name="Gabriel Quintella" userId="0401f16030b3bbcc" providerId="LiveId" clId="{02F0174C-7953-45C1-9EF2-5FEF9F82DDE5}" dt="2022-01-13T23:15:06.525" v="786" actId="20577"/>
        <pc:sldMkLst>
          <pc:docMk/>
          <pc:sldMk cId="777463436" sldId="282"/>
        </pc:sldMkLst>
        <pc:spChg chg="mod">
          <ac:chgData name="Gabriel Quintella" userId="0401f16030b3bbcc" providerId="LiveId" clId="{02F0174C-7953-45C1-9EF2-5FEF9F82DDE5}" dt="2022-01-13T23:15:06.525" v="786" actId="20577"/>
          <ac:spMkLst>
            <pc:docMk/>
            <pc:sldMk cId="777463436" sldId="282"/>
            <ac:spMk id="3" creationId="{1C68C712-3EB5-4548-B017-0B4D8DE9FFB9}"/>
          </ac:spMkLst>
        </pc:spChg>
      </pc:sldChg>
      <pc:sldChg chg="add del">
        <pc:chgData name="Gabriel Quintella" userId="0401f16030b3bbcc" providerId="LiveId" clId="{02F0174C-7953-45C1-9EF2-5FEF9F82DDE5}" dt="2022-01-13T23:15:24.031" v="787" actId="2696"/>
        <pc:sldMkLst>
          <pc:docMk/>
          <pc:sldMk cId="773420452" sldId="283"/>
        </pc:sldMkLst>
      </pc:sldChg>
      <pc:sldChg chg="add del">
        <pc:chgData name="Gabriel Quintella" userId="0401f16030b3bbcc" providerId="LiveId" clId="{02F0174C-7953-45C1-9EF2-5FEF9F82DDE5}" dt="2022-01-13T23:15:24.031" v="787" actId="2696"/>
        <pc:sldMkLst>
          <pc:docMk/>
          <pc:sldMk cId="687545986" sldId="285"/>
        </pc:sldMkLst>
      </pc:sldChg>
      <pc:sldChg chg="modSp mod">
        <pc:chgData name="Gabriel Quintella" userId="0401f16030b3bbcc" providerId="LiveId" clId="{02F0174C-7953-45C1-9EF2-5FEF9F82DDE5}" dt="2022-01-13T23:42:01.912" v="1958" actId="27636"/>
        <pc:sldMkLst>
          <pc:docMk/>
          <pc:sldMk cId="1655760290" sldId="286"/>
        </pc:sldMkLst>
        <pc:spChg chg="mod">
          <ac:chgData name="Gabriel Quintella" userId="0401f16030b3bbcc" providerId="LiveId" clId="{02F0174C-7953-45C1-9EF2-5FEF9F82DDE5}" dt="2022-01-13T23:42:01.912" v="1958" actId="27636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">
        <pc:chgData name="Gabriel Quintella" userId="0401f16030b3bbcc" providerId="LiveId" clId="{02F0174C-7953-45C1-9EF2-5FEF9F82DDE5}" dt="2022-01-13T23:37:05.853" v="1869" actId="1076"/>
        <pc:sldMkLst>
          <pc:docMk/>
          <pc:sldMk cId="2687159608" sldId="287"/>
        </pc:sldMkLst>
        <pc:spChg chg="add del mod">
          <ac:chgData name="Gabriel Quintella" userId="0401f16030b3bbcc" providerId="LiveId" clId="{02F0174C-7953-45C1-9EF2-5FEF9F82DDE5}" dt="2022-01-13T23:36:02.620" v="1838" actId="1076"/>
          <ac:spMkLst>
            <pc:docMk/>
            <pc:sldMk cId="2687159608" sldId="287"/>
            <ac:spMk id="2" creationId="{A22A48B3-5314-4374-A82C-5EA1D94D2747}"/>
          </ac:spMkLst>
        </pc:spChg>
        <pc:spChg chg="del">
          <ac:chgData name="Gabriel Quintella" userId="0401f16030b3bbcc" providerId="LiveId" clId="{02F0174C-7953-45C1-9EF2-5FEF9F82DDE5}" dt="2022-01-13T23:31:30.884" v="1624" actId="26606"/>
          <ac:spMkLst>
            <pc:docMk/>
            <pc:sldMk cId="2687159608" sldId="287"/>
            <ac:spMk id="6" creationId="{E49CC64F-7275-4E33-961B-0C5CDC439875}"/>
          </ac:spMkLst>
        </pc:spChg>
        <pc:spChg chg="add del mod">
          <ac:chgData name="Gabriel Quintella" userId="0401f16030b3bbcc" providerId="LiveId" clId="{02F0174C-7953-45C1-9EF2-5FEF9F82DDE5}" dt="2022-01-13T23:31:58.469" v="1649"/>
          <ac:spMkLst>
            <pc:docMk/>
            <pc:sldMk cId="2687159608" sldId="287"/>
            <ac:spMk id="7" creationId="{7919856A-B1D9-4E98-9415-4BB99666DB41}"/>
          </ac:spMkLst>
        </pc:spChg>
        <pc:spChg chg="add del mod">
          <ac:chgData name="Gabriel Quintella" userId="0401f16030b3bbcc" providerId="LiveId" clId="{02F0174C-7953-45C1-9EF2-5FEF9F82DDE5}" dt="2022-01-13T23:35:21.473" v="1829" actId="21"/>
          <ac:spMkLst>
            <pc:docMk/>
            <pc:sldMk cId="2687159608" sldId="287"/>
            <ac:spMk id="8" creationId="{843C10DA-822D-487E-839A-8BA80BB79493}"/>
          </ac:spMkLst>
        </pc:spChg>
        <pc:spChg chg="add mod">
          <ac:chgData name="Gabriel Quintella" userId="0401f16030b3bbcc" providerId="LiveId" clId="{02F0174C-7953-45C1-9EF2-5FEF9F82DDE5}" dt="2022-01-13T23:36:06.852" v="1839" actId="1076"/>
          <ac:spMkLst>
            <pc:docMk/>
            <pc:sldMk cId="2687159608" sldId="287"/>
            <ac:spMk id="10" creationId="{FE5169EF-81DD-4EF2-B745-83C69E07F55E}"/>
          </ac:spMkLst>
        </pc:spChg>
        <pc:spChg chg="add del">
          <ac:chgData name="Gabriel Quintella" userId="0401f16030b3bbcc" providerId="LiveId" clId="{02F0174C-7953-45C1-9EF2-5FEF9F82DDE5}" dt="2022-01-13T23:35:27.899" v="1830" actId="26606"/>
          <ac:spMkLst>
            <pc:docMk/>
            <pc:sldMk cId="2687159608" sldId="287"/>
            <ac:spMk id="11" creationId="{E49CC64F-7275-4E33-961B-0C5CDC439875}"/>
          </ac:spMkLst>
        </pc:spChg>
        <pc:spChg chg="add mod">
          <ac:chgData name="Gabriel Quintella" userId="0401f16030b3bbcc" providerId="LiveId" clId="{02F0174C-7953-45C1-9EF2-5FEF9F82DDE5}" dt="2022-01-13T23:37:05.853" v="1869" actId="1076"/>
          <ac:spMkLst>
            <pc:docMk/>
            <pc:sldMk cId="2687159608" sldId="287"/>
            <ac:spMk id="12" creationId="{1A9FAE38-D9B8-44F6-B22E-2D4BBAE89800}"/>
          </ac:spMkLst>
        </pc:spChg>
        <pc:spChg chg="add">
          <ac:chgData name="Gabriel Quintella" userId="0401f16030b3bbcc" providerId="LiveId" clId="{02F0174C-7953-45C1-9EF2-5FEF9F82DDE5}" dt="2022-01-13T23:35:27.899" v="1830" actId="26606"/>
          <ac:spMkLst>
            <pc:docMk/>
            <pc:sldMk cId="2687159608" sldId="287"/>
            <ac:spMk id="16" creationId="{E49CC64F-7275-4E33-961B-0C5CDC439875}"/>
          </ac:spMkLst>
        </pc:spChg>
        <pc:graphicFrameChg chg="add del">
          <ac:chgData name="Gabriel Quintella" userId="0401f16030b3bbcc" providerId="LiveId" clId="{02F0174C-7953-45C1-9EF2-5FEF9F82DDE5}" dt="2022-01-13T23:35:00.657" v="1823" actId="26606"/>
          <ac:graphicFrameMkLst>
            <pc:docMk/>
            <pc:sldMk cId="2687159608" sldId="287"/>
            <ac:graphicFrameMk id="13" creationId="{952094F7-41D2-493E-BAD6-F80DC898CE3F}"/>
          </ac:graphicFrameMkLst>
        </pc:graphicFrameChg>
      </pc:sldChg>
      <pc:sldChg chg="modSp mod">
        <pc:chgData name="Gabriel Quintella" userId="0401f16030b3bbcc" providerId="LiveId" clId="{02F0174C-7953-45C1-9EF2-5FEF9F82DDE5}" dt="2022-01-13T22:59:06.217" v="44" actId="1076"/>
        <pc:sldMkLst>
          <pc:docMk/>
          <pc:sldMk cId="1572128505" sldId="289"/>
        </pc:sldMkLst>
        <pc:spChg chg="mod">
          <ac:chgData name="Gabriel Quintella" userId="0401f16030b3bbcc" providerId="LiveId" clId="{02F0174C-7953-45C1-9EF2-5FEF9F82DDE5}" dt="2022-01-13T22:59:06.217" v="44" actId="1076"/>
          <ac:spMkLst>
            <pc:docMk/>
            <pc:sldMk cId="1572128505" sldId="289"/>
            <ac:spMk id="3" creationId="{6ECE45D1-F65A-44E4-88A0-371BF51EE333}"/>
          </ac:spMkLst>
        </pc:spChg>
      </pc:sldChg>
      <pc:sldChg chg="addSp delSp modSp mod">
        <pc:chgData name="Gabriel Quintella" userId="0401f16030b3bbcc" providerId="LiveId" clId="{02F0174C-7953-45C1-9EF2-5FEF9F82DDE5}" dt="2022-01-14T00:16:04.480" v="2022" actId="27636"/>
        <pc:sldMkLst>
          <pc:docMk/>
          <pc:sldMk cId="3433790968" sldId="290"/>
        </pc:sldMkLst>
        <pc:spChg chg="add mod">
          <ac:chgData name="Gabriel Quintella" userId="0401f16030b3bbcc" providerId="LiveId" clId="{02F0174C-7953-45C1-9EF2-5FEF9F82DDE5}" dt="2022-01-13T23:10:11.299" v="463" actId="1076"/>
          <ac:spMkLst>
            <pc:docMk/>
            <pc:sldMk cId="3433790968" sldId="290"/>
            <ac:spMk id="2" creationId="{07DE9237-B652-4774-88D2-56F304C24016}"/>
          </ac:spMkLst>
        </pc:spChg>
        <pc:spChg chg="mod">
          <ac:chgData name="Gabriel Quintella" userId="0401f16030b3bbcc" providerId="LiveId" clId="{02F0174C-7953-45C1-9EF2-5FEF9F82DDE5}" dt="2022-01-14T00:16:04.480" v="2022" actId="27636"/>
          <ac:spMkLst>
            <pc:docMk/>
            <pc:sldMk cId="3433790968" sldId="290"/>
            <ac:spMk id="3" creationId="{6ECE45D1-F65A-44E4-88A0-371BF51EE333}"/>
          </ac:spMkLst>
        </pc:spChg>
        <pc:spChg chg="add mod">
          <ac:chgData name="Gabriel Quintella" userId="0401f16030b3bbcc" providerId="LiveId" clId="{02F0174C-7953-45C1-9EF2-5FEF9F82DDE5}" dt="2022-01-13T23:07:53.715" v="167" actId="1076"/>
          <ac:spMkLst>
            <pc:docMk/>
            <pc:sldMk cId="3433790968" sldId="290"/>
            <ac:spMk id="7" creationId="{A3200E9F-121D-4915-B0E1-950B97483DA9}"/>
          </ac:spMkLst>
        </pc:spChg>
        <pc:graphicFrameChg chg="del">
          <ac:chgData name="Gabriel Quintella" userId="0401f16030b3bbcc" providerId="LiveId" clId="{02F0174C-7953-45C1-9EF2-5FEF9F82DDE5}" dt="2022-01-13T22:59:20.728" v="45" actId="478"/>
          <ac:graphicFrameMkLst>
            <pc:docMk/>
            <pc:sldMk cId="3433790968" sldId="290"/>
            <ac:graphicFrameMk id="8" creationId="{A52B6BAD-EE39-4CA9-B817-2F9BA249C869}"/>
          </ac:graphicFrameMkLst>
        </pc:graphicFrameChg>
      </pc:sldChg>
      <pc:sldChg chg="del">
        <pc:chgData name="Gabriel Quintella" userId="0401f16030b3bbcc" providerId="LiveId" clId="{02F0174C-7953-45C1-9EF2-5FEF9F82DDE5}" dt="2022-01-13T23:11:56.062" v="508" actId="47"/>
        <pc:sldMkLst>
          <pc:docMk/>
          <pc:sldMk cId="1904286443" sldId="291"/>
        </pc:sldMkLst>
      </pc:sldChg>
      <pc:sldChg chg="addSp delSp modSp add mod setBg delDesignElem">
        <pc:chgData name="Gabriel Quintella" userId="0401f16030b3bbcc" providerId="LiveId" clId="{02F0174C-7953-45C1-9EF2-5FEF9F82DDE5}" dt="2022-01-14T00:11:58.127" v="1997" actId="1076"/>
        <pc:sldMkLst>
          <pc:docMk/>
          <pc:sldMk cId="4217838346" sldId="291"/>
        </pc:sldMkLst>
        <pc:spChg chg="mod">
          <ac:chgData name="Gabriel Quintella" userId="0401f16030b3bbcc" providerId="LiveId" clId="{02F0174C-7953-45C1-9EF2-5FEF9F82DDE5}" dt="2022-01-14T00:11:52.207" v="1995" actId="1076"/>
          <ac:spMkLst>
            <pc:docMk/>
            <pc:sldMk cId="4217838346" sldId="291"/>
            <ac:spMk id="2" creationId="{A22A48B3-5314-4374-A82C-5EA1D94D2747}"/>
          </ac:spMkLst>
        </pc:spChg>
        <pc:spChg chg="del">
          <ac:chgData name="Gabriel Quintella" userId="0401f16030b3bbcc" providerId="LiveId" clId="{02F0174C-7953-45C1-9EF2-5FEF9F82DDE5}" dt="2022-01-13T23:31:16.964" v="1622"/>
          <ac:spMkLst>
            <pc:docMk/>
            <pc:sldMk cId="4217838346" sldId="291"/>
            <ac:spMk id="6" creationId="{E49CC64F-7275-4E33-961B-0C5CDC439875}"/>
          </ac:spMkLst>
        </pc:spChg>
        <pc:spChg chg="add">
          <ac:chgData name="Gabriel Quintella" userId="0401f16030b3bbcc" providerId="LiveId" clId="{02F0174C-7953-45C1-9EF2-5FEF9F82DDE5}" dt="2022-01-13T23:31:23.347" v="1623" actId="26606"/>
          <ac:spMkLst>
            <pc:docMk/>
            <pc:sldMk cId="4217838346" sldId="291"/>
            <ac:spMk id="9" creationId="{E49CC64F-7275-4E33-961B-0C5CDC439875}"/>
          </ac:spMkLst>
        </pc:spChg>
        <pc:picChg chg="add del mod ord">
          <ac:chgData name="Gabriel Quintella" userId="0401f16030b3bbcc" providerId="LiveId" clId="{02F0174C-7953-45C1-9EF2-5FEF9F82DDE5}" dt="2022-01-14T00:11:33.352" v="1989" actId="478"/>
          <ac:picMkLst>
            <pc:docMk/>
            <pc:sldMk cId="4217838346" sldId="291"/>
            <ac:picMk id="5" creationId="{46B36233-6C9A-496A-891C-7B2DD8F39854}"/>
          </ac:picMkLst>
        </pc:picChg>
        <pc:picChg chg="add mod">
          <ac:chgData name="Gabriel Quintella" userId="0401f16030b3bbcc" providerId="LiveId" clId="{02F0174C-7953-45C1-9EF2-5FEF9F82DDE5}" dt="2022-01-14T00:11:58.127" v="1997" actId="1076"/>
          <ac:picMkLst>
            <pc:docMk/>
            <pc:sldMk cId="4217838346" sldId="291"/>
            <ac:picMk id="8" creationId="{3E674D44-D855-4E9A-AD71-40E2B1F02E74}"/>
          </ac:picMkLst>
        </pc:picChg>
      </pc:sldChg>
      <pc:sldChg chg="add del">
        <pc:chgData name="Gabriel Quintella" userId="0401f16030b3bbcc" providerId="LiveId" clId="{02F0174C-7953-45C1-9EF2-5FEF9F82DDE5}" dt="2022-01-13T23:15:24.031" v="787" actId="2696"/>
        <pc:sldMkLst>
          <pc:docMk/>
          <pc:sldMk cId="135026700" sldId="292"/>
        </pc:sldMkLst>
      </pc:sldChg>
      <pc:sldChg chg="addSp delSp modSp add mod setBg delDesignElem">
        <pc:chgData name="Gabriel Quintella" userId="0401f16030b3bbcc" providerId="LiveId" clId="{02F0174C-7953-45C1-9EF2-5FEF9F82DDE5}" dt="2022-01-13T23:41:32.002" v="1930" actId="6549"/>
        <pc:sldMkLst>
          <pc:docMk/>
          <pc:sldMk cId="1987481100" sldId="292"/>
        </pc:sldMkLst>
        <pc:spChg chg="mod">
          <ac:chgData name="Gabriel Quintella" userId="0401f16030b3bbcc" providerId="LiveId" clId="{02F0174C-7953-45C1-9EF2-5FEF9F82DDE5}" dt="2022-01-13T23:41:32.002" v="1930" actId="6549"/>
          <ac:spMkLst>
            <pc:docMk/>
            <pc:sldMk cId="1987481100" sldId="292"/>
            <ac:spMk id="2" creationId="{A22A48B3-5314-4374-A82C-5EA1D94D2747}"/>
          </ac:spMkLst>
        </pc:spChg>
        <pc:spChg chg="add">
          <ac:chgData name="Gabriel Quintella" userId="0401f16030b3bbcc" providerId="LiveId" clId="{02F0174C-7953-45C1-9EF2-5FEF9F82DDE5}" dt="2022-01-13T23:37:48.618" v="1874" actId="26606"/>
          <ac:spMkLst>
            <pc:docMk/>
            <pc:sldMk cId="1987481100" sldId="292"/>
            <ac:spMk id="9" creationId="{E49CC64F-7275-4E33-961B-0C5CDC439875}"/>
          </ac:spMkLst>
        </pc:spChg>
        <pc:spChg chg="del">
          <ac:chgData name="Gabriel Quintella" userId="0401f16030b3bbcc" providerId="LiveId" clId="{02F0174C-7953-45C1-9EF2-5FEF9F82DDE5}" dt="2022-01-13T23:37:41.054" v="1872" actId="478"/>
          <ac:spMkLst>
            <pc:docMk/>
            <pc:sldMk cId="1987481100" sldId="292"/>
            <ac:spMk id="10" creationId="{FE5169EF-81DD-4EF2-B745-83C69E07F55E}"/>
          </ac:spMkLst>
        </pc:spChg>
        <pc:spChg chg="del">
          <ac:chgData name="Gabriel Quintella" userId="0401f16030b3bbcc" providerId="LiveId" clId="{02F0174C-7953-45C1-9EF2-5FEF9F82DDE5}" dt="2022-01-13T23:37:43.674" v="1873" actId="478"/>
          <ac:spMkLst>
            <pc:docMk/>
            <pc:sldMk cId="1987481100" sldId="292"/>
            <ac:spMk id="12" creationId="{1A9FAE38-D9B8-44F6-B22E-2D4BBAE89800}"/>
          </ac:spMkLst>
        </pc:spChg>
        <pc:spChg chg="del">
          <ac:chgData name="Gabriel Quintella" userId="0401f16030b3bbcc" providerId="LiveId" clId="{02F0174C-7953-45C1-9EF2-5FEF9F82DDE5}" dt="2022-01-13T23:37:34.885" v="1871"/>
          <ac:spMkLst>
            <pc:docMk/>
            <pc:sldMk cId="1987481100" sldId="292"/>
            <ac:spMk id="16" creationId="{E49CC64F-7275-4E33-961B-0C5CDC439875}"/>
          </ac:spMkLst>
        </pc:spChg>
      </pc:sldChg>
      <pc:sldChg chg="add del">
        <pc:chgData name="Gabriel Quintella" userId="0401f16030b3bbcc" providerId="LiveId" clId="{02F0174C-7953-45C1-9EF2-5FEF9F82DDE5}" dt="2022-01-13T23:15:24.031" v="787" actId="2696"/>
        <pc:sldMkLst>
          <pc:docMk/>
          <pc:sldMk cId="4230135495" sldId="293"/>
        </pc:sldMkLst>
      </pc:sldChg>
      <pc:sldChg chg="add del">
        <pc:chgData name="Gabriel Quintella" userId="0401f16030b3bbcc" providerId="LiveId" clId="{02F0174C-7953-45C1-9EF2-5FEF9F82DDE5}" dt="2022-01-13T23:15:24.031" v="787" actId="2696"/>
        <pc:sldMkLst>
          <pc:docMk/>
          <pc:sldMk cId="2164335242" sldId="294"/>
        </pc:sldMkLst>
      </pc:sldChg>
      <pc:sldChg chg="add del">
        <pc:chgData name="Gabriel Quintella" userId="0401f16030b3bbcc" providerId="LiveId" clId="{02F0174C-7953-45C1-9EF2-5FEF9F82DDE5}" dt="2022-01-13T23:15:24.031" v="787" actId="2696"/>
        <pc:sldMkLst>
          <pc:docMk/>
          <pc:sldMk cId="1470431032" sldId="295"/>
        </pc:sldMkLst>
      </pc:sldChg>
      <pc:sldChg chg="add del">
        <pc:chgData name="Gabriel Quintella" userId="0401f16030b3bbcc" providerId="LiveId" clId="{02F0174C-7953-45C1-9EF2-5FEF9F82DDE5}" dt="2022-01-13T23:15:24.031" v="787" actId="2696"/>
        <pc:sldMkLst>
          <pc:docMk/>
          <pc:sldMk cId="267626220" sldId="296"/>
        </pc:sldMkLst>
      </pc:sldChg>
      <pc:sldChg chg="add del">
        <pc:chgData name="Gabriel Quintella" userId="0401f16030b3bbcc" providerId="LiveId" clId="{02F0174C-7953-45C1-9EF2-5FEF9F82DDE5}" dt="2022-01-13T23:15:24.031" v="787" actId="2696"/>
        <pc:sldMkLst>
          <pc:docMk/>
          <pc:sldMk cId="1198528274" sldId="297"/>
        </pc:sldMkLst>
      </pc:sldChg>
    </pc:docChg>
  </pc:docChgLst>
  <pc:docChgLst>
    <pc:chgData name="Gabriel Quintella" userId="0401f16030b3bbcc" providerId="LiveId" clId="{ED33651B-699C-45E9-9F19-C2851A076446}"/>
    <pc:docChg chg="undo redo custSel addSld delSld modSld sldOrd">
      <pc:chgData name="Gabriel Quintella" userId="0401f16030b3bbcc" providerId="LiveId" clId="{ED33651B-699C-45E9-9F19-C2851A076446}" dt="2022-03-16T05:25:16.728" v="897" actId="14100"/>
      <pc:docMkLst>
        <pc:docMk/>
      </pc:docMkLst>
      <pc:sldChg chg="del">
        <pc:chgData name="Gabriel Quintella" userId="0401f16030b3bbcc" providerId="LiveId" clId="{ED33651B-699C-45E9-9F19-C2851A076446}" dt="2022-03-16T01:30:09.134" v="33" actId="47"/>
        <pc:sldMkLst>
          <pc:docMk/>
          <pc:sldMk cId="3275838534" sldId="257"/>
        </pc:sldMkLst>
      </pc:sldChg>
      <pc:sldChg chg="del">
        <pc:chgData name="Gabriel Quintella" userId="0401f16030b3bbcc" providerId="LiveId" clId="{ED33651B-699C-45E9-9F19-C2851A076446}" dt="2022-03-16T01:38:51.079" v="271" actId="47"/>
        <pc:sldMkLst>
          <pc:docMk/>
          <pc:sldMk cId="1167946902" sldId="263"/>
        </pc:sldMkLst>
      </pc:sldChg>
      <pc:sldChg chg="addSp delSp modSp mod">
        <pc:chgData name="Gabriel Quintella" userId="0401f16030b3bbcc" providerId="LiveId" clId="{ED33651B-699C-45E9-9F19-C2851A076446}" dt="2022-03-16T01:44:46.563" v="464" actId="26606"/>
        <pc:sldMkLst>
          <pc:docMk/>
          <pc:sldMk cId="3527643593" sldId="273"/>
        </pc:sldMkLst>
        <pc:spChg chg="mod">
          <ac:chgData name="Gabriel Quintella" userId="0401f16030b3bbcc" providerId="LiveId" clId="{ED33651B-699C-45E9-9F19-C2851A076446}" dt="2022-03-16T01:44:46.563" v="464" actId="26606"/>
          <ac:spMkLst>
            <pc:docMk/>
            <pc:sldMk cId="3527643593" sldId="273"/>
            <ac:spMk id="2" creationId="{A22A48B3-5314-4374-A82C-5EA1D94D2747}"/>
          </ac:spMkLst>
        </pc:spChg>
        <pc:spChg chg="del">
          <ac:chgData name="Gabriel Quintella" userId="0401f16030b3bbcc" providerId="LiveId" clId="{ED33651B-699C-45E9-9F19-C2851A076446}" dt="2022-03-16T01:44:46.563" v="464" actId="26606"/>
          <ac:spMkLst>
            <pc:docMk/>
            <pc:sldMk cId="3527643593" sldId="273"/>
            <ac:spMk id="78" creationId="{665DBBEF-238B-476B-96AB-8AAC3224ECEA}"/>
          </ac:spMkLst>
        </pc:spChg>
        <pc:spChg chg="del">
          <ac:chgData name="Gabriel Quintella" userId="0401f16030b3bbcc" providerId="LiveId" clId="{ED33651B-699C-45E9-9F19-C2851A076446}" dt="2022-03-16T01:44:46.563" v="464" actId="26606"/>
          <ac:spMkLst>
            <pc:docMk/>
            <pc:sldMk cId="3527643593" sldId="273"/>
            <ac:spMk id="80" creationId="{3FCFB1DE-0B7E-48CC-BA90-B2AB0889F9D6}"/>
          </ac:spMkLst>
        </pc:spChg>
        <pc:spChg chg="add">
          <ac:chgData name="Gabriel Quintella" userId="0401f16030b3bbcc" providerId="LiveId" clId="{ED33651B-699C-45E9-9F19-C2851A076446}" dt="2022-03-16T01:44:46.563" v="464" actId="26606"/>
          <ac:spMkLst>
            <pc:docMk/>
            <pc:sldMk cId="3527643593" sldId="273"/>
            <ac:spMk id="85" creationId="{337940BB-FBC4-492E-BD92-3B7B914D0EAE}"/>
          </ac:spMkLst>
        </pc:spChg>
        <pc:spChg chg="add">
          <ac:chgData name="Gabriel Quintella" userId="0401f16030b3bbcc" providerId="LiveId" clId="{ED33651B-699C-45E9-9F19-C2851A076446}" dt="2022-03-16T01:44:46.563" v="464" actId="26606"/>
          <ac:spMkLst>
            <pc:docMk/>
            <pc:sldMk cId="3527643593" sldId="273"/>
            <ac:spMk id="87" creationId="{3FCFB1DE-0B7E-48CC-BA90-B2AB0889F9D6}"/>
          </ac:spMkLst>
        </pc:spChg>
        <pc:picChg chg="mod">
          <ac:chgData name="Gabriel Quintella" userId="0401f16030b3bbcc" providerId="LiveId" clId="{ED33651B-699C-45E9-9F19-C2851A076446}" dt="2022-03-16T01:44:46.563" v="464" actId="26606"/>
          <ac:picMkLst>
            <pc:docMk/>
            <pc:sldMk cId="3527643593" sldId="273"/>
            <ac:picMk id="6" creationId="{2C16EA5A-0281-4FEB-980D-D4548E04A52F}"/>
          </ac:picMkLst>
        </pc:picChg>
      </pc:sldChg>
      <pc:sldChg chg="modSp mod addCm delCm modNotesTx">
        <pc:chgData name="Gabriel Quintella" userId="0401f16030b3bbcc" providerId="LiveId" clId="{ED33651B-699C-45E9-9F19-C2851A076446}" dt="2022-03-16T03:35:19.851" v="845" actId="6549"/>
        <pc:sldMkLst>
          <pc:docMk/>
          <pc:sldMk cId="1655760290" sldId="286"/>
        </pc:sldMkLst>
        <pc:spChg chg="mod">
          <ac:chgData name="Gabriel Quintella" userId="0401f16030b3bbcc" providerId="LiveId" clId="{ED33651B-699C-45E9-9F19-C2851A076446}" dt="2022-03-16T01:30:04.763" v="32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del">
        <pc:chgData name="Gabriel Quintella" userId="0401f16030b3bbcc" providerId="LiveId" clId="{ED33651B-699C-45E9-9F19-C2851A076446}" dt="2022-03-16T01:30:18.515" v="34" actId="47"/>
        <pc:sldMkLst>
          <pc:docMk/>
          <pc:sldMk cId="2687159608" sldId="287"/>
        </pc:sldMkLst>
      </pc:sldChg>
      <pc:sldChg chg="addSp delSp modSp mod modAnim">
        <pc:chgData name="Gabriel Quintella" userId="0401f16030b3bbcc" providerId="LiveId" clId="{ED33651B-699C-45E9-9F19-C2851A076446}" dt="2022-03-16T01:57:13.710" v="811"/>
        <pc:sldMkLst>
          <pc:docMk/>
          <pc:sldMk cId="1572128505" sldId="289"/>
        </pc:sldMkLst>
        <pc:spChg chg="mod">
          <ac:chgData name="Gabriel Quintella" userId="0401f16030b3bbcc" providerId="LiveId" clId="{ED33651B-699C-45E9-9F19-C2851A076446}" dt="2022-03-16T01:40:35.705" v="335" actId="26606"/>
          <ac:spMkLst>
            <pc:docMk/>
            <pc:sldMk cId="1572128505" sldId="289"/>
            <ac:spMk id="5" creationId="{824C3881-20B9-4187-B23A-8003D754F76F}"/>
          </ac:spMkLst>
        </pc:spChg>
        <pc:spChg chg="add del">
          <ac:chgData name="Gabriel Quintella" userId="0401f16030b3bbcc" providerId="LiveId" clId="{ED33651B-699C-45E9-9F19-C2851A076446}" dt="2022-03-16T01:32:39.317" v="89" actId="26606"/>
          <ac:spMkLst>
            <pc:docMk/>
            <pc:sldMk cId="1572128505" sldId="289"/>
            <ac:spMk id="53" creationId="{8FFD9892-EDE5-4886-A313-66099DA8C8F1}"/>
          </ac:spMkLst>
        </pc:spChg>
        <pc:spChg chg="add del">
          <ac:chgData name="Gabriel Quintella" userId="0401f16030b3bbcc" providerId="LiveId" clId="{ED33651B-699C-45E9-9F19-C2851A076446}" dt="2022-03-16T01:32:39.317" v="89" actId="26606"/>
          <ac:spMkLst>
            <pc:docMk/>
            <pc:sldMk cId="1572128505" sldId="289"/>
            <ac:spMk id="54" creationId="{9B6CD22E-2269-419F-9E81-016EA035D4C1}"/>
          </ac:spMkLst>
        </pc:spChg>
        <pc:spChg chg="add del">
          <ac:chgData name="Gabriel Quintella" userId="0401f16030b3bbcc" providerId="LiveId" clId="{ED33651B-699C-45E9-9F19-C2851A076446}" dt="2022-03-16T01:32:39.317" v="89" actId="26606"/>
          <ac:spMkLst>
            <pc:docMk/>
            <pc:sldMk cId="1572128505" sldId="289"/>
            <ac:spMk id="55" creationId="{AA607D34-E2A9-4595-9DB2-5472E077CA49}"/>
          </ac:spMkLst>
        </pc:spChg>
        <pc:spChg chg="add del">
          <ac:chgData name="Gabriel Quintella" userId="0401f16030b3bbcc" providerId="LiveId" clId="{ED33651B-699C-45E9-9F19-C2851A076446}" dt="2022-03-16T01:32:39.317" v="89" actId="26606"/>
          <ac:spMkLst>
            <pc:docMk/>
            <pc:sldMk cId="1572128505" sldId="289"/>
            <ac:spMk id="56" creationId="{63DAB858-5A0C-4AFF-AAC6-705EDF8DB733}"/>
          </ac:spMkLst>
        </pc:spChg>
        <pc:spChg chg="add del mod">
          <ac:chgData name="Gabriel Quintella" userId="0401f16030b3bbcc" providerId="LiveId" clId="{ED33651B-699C-45E9-9F19-C2851A076446}" dt="2022-03-16T01:40:35.705" v="335" actId="26606"/>
          <ac:spMkLst>
            <pc:docMk/>
            <pc:sldMk cId="1572128505" sldId="289"/>
            <ac:spMk id="62" creationId="{9B7AD9F6-8CE7-4299-8FC6-328F4DCD3FF9}"/>
          </ac:spMkLst>
        </pc:spChg>
        <pc:spChg chg="add del mod">
          <ac:chgData name="Gabriel Quintella" userId="0401f16030b3bbcc" providerId="LiveId" clId="{ED33651B-699C-45E9-9F19-C2851A076446}" dt="2022-03-16T01:40:35.705" v="335" actId="26606"/>
          <ac:spMkLst>
            <pc:docMk/>
            <pc:sldMk cId="1572128505" sldId="289"/>
            <ac:spMk id="64" creationId="{F49775AF-8896-43EE-92C6-83497D6DC56F}"/>
          </ac:spMkLst>
        </pc:spChg>
        <pc:spChg chg="add del">
          <ac:chgData name="Gabriel Quintella" userId="0401f16030b3bbcc" providerId="LiveId" clId="{ED33651B-699C-45E9-9F19-C2851A076446}" dt="2022-03-16T01:40:33.700" v="333" actId="26606"/>
          <ac:spMkLst>
            <pc:docMk/>
            <pc:sldMk cId="1572128505" sldId="289"/>
            <ac:spMk id="66" creationId="{F49775AF-8896-43EE-92C6-83497D6DC56F}"/>
          </ac:spMkLst>
        </pc:spChg>
        <pc:spChg chg="add del">
          <ac:chgData name="Gabriel Quintella" userId="0401f16030b3bbcc" providerId="LiveId" clId="{ED33651B-699C-45E9-9F19-C2851A076446}" dt="2022-03-16T01:40:33.700" v="333" actId="26606"/>
          <ac:spMkLst>
            <pc:docMk/>
            <pc:sldMk cId="1572128505" sldId="289"/>
            <ac:spMk id="69" creationId="{9B7AD9F6-8CE7-4299-8FC6-328F4DCD3FF9}"/>
          </ac:spMkLst>
        </pc:spChg>
        <pc:spChg chg="add del">
          <ac:chgData name="Gabriel Quintella" userId="0401f16030b3bbcc" providerId="LiveId" clId="{ED33651B-699C-45E9-9F19-C2851A076446}" dt="2022-03-16T01:31:22.495" v="82" actId="26606"/>
          <ac:spMkLst>
            <pc:docMk/>
            <pc:sldMk cId="1572128505" sldId="289"/>
            <ac:spMk id="71" creationId="{9B7AD9F6-8CE7-4299-8FC6-328F4DCD3FF9}"/>
          </ac:spMkLst>
        </pc:spChg>
        <pc:spChg chg="add del">
          <ac:chgData name="Gabriel Quintella" userId="0401f16030b3bbcc" providerId="LiveId" clId="{ED33651B-699C-45E9-9F19-C2851A076446}" dt="2022-03-16T01:40:35.705" v="335" actId="26606"/>
          <ac:spMkLst>
            <pc:docMk/>
            <pc:sldMk cId="1572128505" sldId="289"/>
            <ac:spMk id="72" creationId="{9B7AD9F6-8CE7-4299-8FC6-328F4DCD3FF9}"/>
          </ac:spMkLst>
        </pc:spChg>
        <pc:spChg chg="add del">
          <ac:chgData name="Gabriel Quintella" userId="0401f16030b3bbcc" providerId="LiveId" clId="{ED33651B-699C-45E9-9F19-C2851A076446}" dt="2022-03-16T01:31:22.495" v="82" actId="26606"/>
          <ac:spMkLst>
            <pc:docMk/>
            <pc:sldMk cId="1572128505" sldId="289"/>
            <ac:spMk id="73" creationId="{F49775AF-8896-43EE-92C6-83497D6DC56F}"/>
          </ac:spMkLst>
        </pc:spChg>
        <pc:spChg chg="add del">
          <ac:chgData name="Gabriel Quintella" userId="0401f16030b3bbcc" providerId="LiveId" clId="{ED33651B-699C-45E9-9F19-C2851A076446}" dt="2022-03-16T01:40:35.705" v="335" actId="26606"/>
          <ac:spMkLst>
            <pc:docMk/>
            <pc:sldMk cId="1572128505" sldId="289"/>
            <ac:spMk id="74" creationId="{82580482-BA80-420A-8A05-C58E97F26B21}"/>
          </ac:spMkLst>
        </pc:spChg>
        <pc:picChg chg="add del">
          <ac:chgData name="Gabriel Quintella" userId="0401f16030b3bbcc" providerId="LiveId" clId="{ED33651B-699C-45E9-9F19-C2851A076446}" dt="2022-03-16T01:32:30.527" v="86"/>
          <ac:picMkLst>
            <pc:docMk/>
            <pc:sldMk cId="1572128505" sldId="289"/>
            <ac:picMk id="2" creationId="{0721A9F4-598E-4073-930C-8767BFC5CCE8}"/>
          </ac:picMkLst>
        </pc:picChg>
        <pc:picChg chg="add del mod">
          <ac:chgData name="Gabriel Quintella" userId="0401f16030b3bbcc" providerId="LiveId" clId="{ED33651B-699C-45E9-9F19-C2851A076446}" dt="2022-03-16T01:31:21.008" v="80"/>
          <ac:picMkLst>
            <pc:docMk/>
            <pc:sldMk cId="1572128505" sldId="289"/>
            <ac:picMk id="11" creationId="{1DF61DBD-F62C-4A26-94B9-C3AB67CF3139}"/>
          </ac:picMkLst>
        </pc:picChg>
        <pc:picChg chg="add mod">
          <ac:chgData name="Gabriel Quintella" userId="0401f16030b3bbcc" providerId="LiveId" clId="{ED33651B-699C-45E9-9F19-C2851A076446}" dt="2022-03-16T01:40:35.705" v="335" actId="26606"/>
          <ac:picMkLst>
            <pc:docMk/>
            <pc:sldMk cId="1572128505" sldId="289"/>
            <ac:picMk id="58" creationId="{4F384191-F879-90CC-567A-D37BA114832B}"/>
          </ac:picMkLst>
        </pc:picChg>
        <pc:picChg chg="add del">
          <ac:chgData name="Gabriel Quintella" userId="0401f16030b3bbcc" providerId="LiveId" clId="{ED33651B-699C-45E9-9F19-C2851A076446}" dt="2022-03-16T01:31:07.134" v="76"/>
          <ac:picMkLst>
            <pc:docMk/>
            <pc:sldMk cId="1572128505" sldId="289"/>
            <ac:picMk id="1026" creationId="{33D06B6B-931D-4F3B-95D5-03BD0104E368}"/>
          </ac:picMkLst>
        </pc:picChg>
        <pc:picChg chg="add del">
          <ac:chgData name="Gabriel Quintella" userId="0401f16030b3bbcc" providerId="LiveId" clId="{ED33651B-699C-45E9-9F19-C2851A076446}" dt="2022-03-16T01:31:22.495" v="82" actId="26606"/>
          <ac:picMkLst>
            <pc:docMk/>
            <pc:sldMk cId="1572128505" sldId="289"/>
            <ac:picMk id="1028" creationId="{33D06B6B-931D-4F3B-95D5-03BD0104E368}"/>
          </ac:picMkLst>
        </pc:picChg>
        <pc:picChg chg="add del">
          <ac:chgData name="Gabriel Quintella" userId="0401f16030b3bbcc" providerId="LiveId" clId="{ED33651B-699C-45E9-9F19-C2851A076446}" dt="2022-03-16T01:32:33.733" v="88"/>
          <ac:picMkLst>
            <pc:docMk/>
            <pc:sldMk cId="1572128505" sldId="289"/>
            <ac:picMk id="1030" creationId="{636BB4E6-DF9D-4271-91BA-1336C22E9258}"/>
          </ac:picMkLst>
        </pc:picChg>
        <pc:picChg chg="add del mod">
          <ac:chgData name="Gabriel Quintella" userId="0401f16030b3bbcc" providerId="LiveId" clId="{ED33651B-699C-45E9-9F19-C2851A076446}" dt="2022-03-16T01:56:52.853" v="806" actId="1076"/>
          <ac:picMkLst>
            <pc:docMk/>
            <pc:sldMk cId="1572128505" sldId="289"/>
            <ac:picMk id="1032" creationId="{C5986752-E2DA-4A02-BF96-1F919685D5C0}"/>
          </ac:picMkLst>
        </pc:picChg>
        <pc:picChg chg="add del mod">
          <ac:chgData name="Gabriel Quintella" userId="0401f16030b3bbcc" providerId="LiveId" clId="{ED33651B-699C-45E9-9F19-C2851A076446}" dt="2022-03-16T01:57:06.395" v="809" actId="1076"/>
          <ac:picMkLst>
            <pc:docMk/>
            <pc:sldMk cId="1572128505" sldId="289"/>
            <ac:picMk id="1034" creationId="{994F6D7D-439A-45F0-8666-EADE2143A698}"/>
          </ac:picMkLst>
        </pc:picChg>
        <pc:picChg chg="add del mod">
          <ac:chgData name="Gabriel Quintella" userId="0401f16030b3bbcc" providerId="LiveId" clId="{ED33651B-699C-45E9-9F19-C2851A076446}" dt="2022-03-16T01:57:00.969" v="808" actId="1076"/>
          <ac:picMkLst>
            <pc:docMk/>
            <pc:sldMk cId="1572128505" sldId="289"/>
            <ac:picMk id="1036" creationId="{86E3096B-E5F7-47E4-8023-B63A2773AFFD}"/>
          </ac:picMkLst>
        </pc:picChg>
        <pc:picChg chg="add del mod">
          <ac:chgData name="Gabriel Quintella" userId="0401f16030b3bbcc" providerId="LiveId" clId="{ED33651B-699C-45E9-9F19-C2851A076446}" dt="2022-03-16T01:56:55.894" v="807" actId="1076"/>
          <ac:picMkLst>
            <pc:docMk/>
            <pc:sldMk cId="1572128505" sldId="289"/>
            <ac:picMk id="1038" creationId="{904F2980-7BB2-4073-812F-DA5DAAA2EB7F}"/>
          </ac:picMkLst>
        </pc:picChg>
      </pc:sldChg>
      <pc:sldChg chg="del">
        <pc:chgData name="Gabriel Quintella" userId="0401f16030b3bbcc" providerId="LiveId" clId="{ED33651B-699C-45E9-9F19-C2851A076446}" dt="2022-03-16T01:38:51.079" v="271" actId="47"/>
        <pc:sldMkLst>
          <pc:docMk/>
          <pc:sldMk cId="3433790968" sldId="290"/>
        </pc:sldMkLst>
      </pc:sldChg>
      <pc:sldChg chg="del">
        <pc:chgData name="Gabriel Quintella" userId="0401f16030b3bbcc" providerId="LiveId" clId="{ED33651B-699C-45E9-9F19-C2851A076446}" dt="2022-03-16T01:30:18.515" v="34" actId="47"/>
        <pc:sldMkLst>
          <pc:docMk/>
          <pc:sldMk cId="4217838346" sldId="291"/>
        </pc:sldMkLst>
      </pc:sldChg>
      <pc:sldChg chg="del">
        <pc:chgData name="Gabriel Quintella" userId="0401f16030b3bbcc" providerId="LiveId" clId="{ED33651B-699C-45E9-9F19-C2851A076446}" dt="2022-03-16T01:30:18.515" v="34" actId="47"/>
        <pc:sldMkLst>
          <pc:docMk/>
          <pc:sldMk cId="1987481100" sldId="292"/>
        </pc:sldMkLst>
      </pc:sldChg>
      <pc:sldChg chg="del">
        <pc:chgData name="Gabriel Quintella" userId="0401f16030b3bbcc" providerId="LiveId" clId="{ED33651B-699C-45E9-9F19-C2851A076446}" dt="2022-03-16T01:38:51.079" v="271" actId="47"/>
        <pc:sldMkLst>
          <pc:docMk/>
          <pc:sldMk cId="2075173497" sldId="293"/>
        </pc:sldMkLst>
      </pc:sldChg>
      <pc:sldChg chg="del">
        <pc:chgData name="Gabriel Quintella" userId="0401f16030b3bbcc" providerId="LiveId" clId="{ED33651B-699C-45E9-9F19-C2851A076446}" dt="2022-03-16T01:38:51.079" v="271" actId="47"/>
        <pc:sldMkLst>
          <pc:docMk/>
          <pc:sldMk cId="742588698" sldId="294"/>
        </pc:sldMkLst>
      </pc:sldChg>
      <pc:sldChg chg="del">
        <pc:chgData name="Gabriel Quintella" userId="0401f16030b3bbcc" providerId="LiveId" clId="{ED33651B-699C-45E9-9F19-C2851A076446}" dt="2022-03-16T01:38:51.079" v="271" actId="47"/>
        <pc:sldMkLst>
          <pc:docMk/>
          <pc:sldMk cId="2467526260" sldId="295"/>
        </pc:sldMkLst>
      </pc:sldChg>
      <pc:sldChg chg="del">
        <pc:chgData name="Gabriel Quintella" userId="0401f16030b3bbcc" providerId="LiveId" clId="{ED33651B-699C-45E9-9F19-C2851A076446}" dt="2022-03-16T01:38:51.079" v="271" actId="47"/>
        <pc:sldMkLst>
          <pc:docMk/>
          <pc:sldMk cId="3884825168" sldId="296"/>
        </pc:sldMkLst>
      </pc:sldChg>
      <pc:sldChg chg="del">
        <pc:chgData name="Gabriel Quintella" userId="0401f16030b3bbcc" providerId="LiveId" clId="{ED33651B-699C-45E9-9F19-C2851A076446}" dt="2022-03-16T01:44:31.215" v="463" actId="47"/>
        <pc:sldMkLst>
          <pc:docMk/>
          <pc:sldMk cId="3692460953" sldId="297"/>
        </pc:sldMkLst>
      </pc:sldChg>
      <pc:sldChg chg="addSp delSp modSp add mod setBg delDesignElem">
        <pc:chgData name="Gabriel Quintella" userId="0401f16030b3bbcc" providerId="LiveId" clId="{ED33651B-699C-45E9-9F19-C2851A076446}" dt="2022-03-16T01:43:38.222" v="418" actId="1076"/>
        <pc:sldMkLst>
          <pc:docMk/>
          <pc:sldMk cId="2004261959" sldId="298"/>
        </pc:sldMkLst>
        <pc:spChg chg="del">
          <ac:chgData name="Gabriel Quintella" userId="0401f16030b3bbcc" providerId="LiveId" clId="{ED33651B-699C-45E9-9F19-C2851A076446}" dt="2022-03-16T01:41:48.623" v="337" actId="478"/>
          <ac:spMkLst>
            <pc:docMk/>
            <pc:sldMk cId="2004261959" sldId="298"/>
            <ac:spMk id="5" creationId="{824C3881-20B9-4187-B23A-8003D754F76F}"/>
          </ac:spMkLst>
        </pc:spChg>
        <pc:spChg chg="add mod">
          <ac:chgData name="Gabriel Quintella" userId="0401f16030b3bbcc" providerId="LiveId" clId="{ED33651B-699C-45E9-9F19-C2851A076446}" dt="2022-03-16T01:41:49.104" v="338"/>
          <ac:spMkLst>
            <pc:docMk/>
            <pc:sldMk cId="2004261959" sldId="298"/>
            <ac:spMk id="10" creationId="{EFD01312-B410-4E55-A5B9-DDB4A8D08E98}"/>
          </ac:spMkLst>
        </pc:spChg>
        <pc:spChg chg="add mod">
          <ac:chgData name="Gabriel Quintella" userId="0401f16030b3bbcc" providerId="LiveId" clId="{ED33651B-699C-45E9-9F19-C2851A076446}" dt="2022-03-16T01:43:19.726" v="411" actId="20577"/>
          <ac:spMkLst>
            <pc:docMk/>
            <pc:sldMk cId="2004261959" sldId="298"/>
            <ac:spMk id="11" creationId="{DDA33C54-5EC8-4B20-B17A-15E0FBAC528F}"/>
          </ac:spMkLst>
        </pc:spChg>
        <pc:spChg chg="add mod">
          <ac:chgData name="Gabriel Quintella" userId="0401f16030b3bbcc" providerId="LiveId" clId="{ED33651B-699C-45E9-9F19-C2851A076446}" dt="2022-03-16T01:41:49.104" v="338"/>
          <ac:spMkLst>
            <pc:docMk/>
            <pc:sldMk cId="2004261959" sldId="298"/>
            <ac:spMk id="13" creationId="{9CD03A3A-1078-4407-A422-8F9A8F97D90E}"/>
          </ac:spMkLst>
        </pc:spChg>
        <pc:spChg chg="del">
          <ac:chgData name="Gabriel Quintella" userId="0401f16030b3bbcc" providerId="LiveId" clId="{ED33651B-699C-45E9-9F19-C2851A076446}" dt="2022-03-16T01:39:00.613" v="273"/>
          <ac:spMkLst>
            <pc:docMk/>
            <pc:sldMk cId="2004261959" sldId="298"/>
            <ac:spMk id="62" creationId="{9B7AD9F6-8CE7-4299-8FC6-328F4DCD3FF9}"/>
          </ac:spMkLst>
        </pc:spChg>
        <pc:spChg chg="del">
          <ac:chgData name="Gabriel Quintella" userId="0401f16030b3bbcc" providerId="LiveId" clId="{ED33651B-699C-45E9-9F19-C2851A076446}" dt="2022-03-16T01:39:00.613" v="273"/>
          <ac:spMkLst>
            <pc:docMk/>
            <pc:sldMk cId="2004261959" sldId="298"/>
            <ac:spMk id="64" creationId="{F49775AF-8896-43EE-92C6-83497D6DC56F}"/>
          </ac:spMkLst>
        </pc:spChg>
        <pc:picChg chg="add mod">
          <ac:chgData name="Gabriel Quintella" userId="0401f16030b3bbcc" providerId="LiveId" clId="{ED33651B-699C-45E9-9F19-C2851A076446}" dt="2022-03-16T01:41:49.104" v="338"/>
          <ac:picMkLst>
            <pc:docMk/>
            <pc:sldMk cId="2004261959" sldId="298"/>
            <ac:picMk id="12" creationId="{ED25BA2A-0A60-4402-A70F-A15E94EF01A8}"/>
          </ac:picMkLst>
        </pc:picChg>
        <pc:picChg chg="add del mod">
          <ac:chgData name="Gabriel Quintella" userId="0401f16030b3bbcc" providerId="LiveId" clId="{ED33651B-699C-45E9-9F19-C2851A076446}" dt="2022-03-16T01:43:22.767" v="412" actId="478"/>
          <ac:picMkLst>
            <pc:docMk/>
            <pc:sldMk cId="2004261959" sldId="298"/>
            <ac:picMk id="14" creationId="{77F94568-B678-4D15-BD4D-2EB027F5093D}"/>
          </ac:picMkLst>
        </pc:picChg>
        <pc:picChg chg="add del mod">
          <ac:chgData name="Gabriel Quintella" userId="0401f16030b3bbcc" providerId="LiveId" clId="{ED33651B-699C-45E9-9F19-C2851A076446}" dt="2022-03-16T01:43:25.033" v="414" actId="478"/>
          <ac:picMkLst>
            <pc:docMk/>
            <pc:sldMk cId="2004261959" sldId="298"/>
            <ac:picMk id="15" creationId="{085C48D8-7615-421D-842D-3827F376B78A}"/>
          </ac:picMkLst>
        </pc:picChg>
        <pc:picChg chg="add del mod">
          <ac:chgData name="Gabriel Quintella" userId="0401f16030b3bbcc" providerId="LiveId" clId="{ED33651B-699C-45E9-9F19-C2851A076446}" dt="2022-03-16T01:43:24.367" v="413" actId="478"/>
          <ac:picMkLst>
            <pc:docMk/>
            <pc:sldMk cId="2004261959" sldId="298"/>
            <ac:picMk id="16" creationId="{D9F6AD94-510A-4D5C-AA5E-BC22DFF44DE3}"/>
          </ac:picMkLst>
        </pc:picChg>
        <pc:picChg chg="add mod">
          <ac:chgData name="Gabriel Quintella" userId="0401f16030b3bbcc" providerId="LiveId" clId="{ED33651B-699C-45E9-9F19-C2851A076446}" dt="2022-03-16T01:43:38.222" v="418" actId="1076"/>
          <ac:picMkLst>
            <pc:docMk/>
            <pc:sldMk cId="2004261959" sldId="298"/>
            <ac:picMk id="17" creationId="{D92EF914-7840-43C3-8069-A6A313EC72FB}"/>
          </ac:picMkLst>
        </pc:picChg>
        <pc:picChg chg="del">
          <ac:chgData name="Gabriel Quintella" userId="0401f16030b3bbcc" providerId="LiveId" clId="{ED33651B-699C-45E9-9F19-C2851A076446}" dt="2022-03-16T01:41:48.623" v="337" actId="478"/>
          <ac:picMkLst>
            <pc:docMk/>
            <pc:sldMk cId="2004261959" sldId="298"/>
            <ac:picMk id="58" creationId="{4F384191-F879-90CC-567A-D37BA114832B}"/>
          </ac:picMkLst>
        </pc:picChg>
        <pc:picChg chg="del">
          <ac:chgData name="Gabriel Quintella" userId="0401f16030b3bbcc" providerId="LiveId" clId="{ED33651B-699C-45E9-9F19-C2851A076446}" dt="2022-03-16T01:41:48.623" v="337" actId="478"/>
          <ac:picMkLst>
            <pc:docMk/>
            <pc:sldMk cId="2004261959" sldId="298"/>
            <ac:picMk id="1032" creationId="{C5986752-E2DA-4A02-BF96-1F919685D5C0}"/>
          </ac:picMkLst>
        </pc:picChg>
        <pc:picChg chg="del">
          <ac:chgData name="Gabriel Quintella" userId="0401f16030b3bbcc" providerId="LiveId" clId="{ED33651B-699C-45E9-9F19-C2851A076446}" dt="2022-03-16T01:41:48.623" v="337" actId="478"/>
          <ac:picMkLst>
            <pc:docMk/>
            <pc:sldMk cId="2004261959" sldId="298"/>
            <ac:picMk id="1034" creationId="{994F6D7D-439A-45F0-8666-EADE2143A698}"/>
          </ac:picMkLst>
        </pc:picChg>
        <pc:picChg chg="del">
          <ac:chgData name="Gabriel Quintella" userId="0401f16030b3bbcc" providerId="LiveId" clId="{ED33651B-699C-45E9-9F19-C2851A076446}" dt="2022-03-16T01:41:48.623" v="337" actId="478"/>
          <ac:picMkLst>
            <pc:docMk/>
            <pc:sldMk cId="2004261959" sldId="298"/>
            <ac:picMk id="1036" creationId="{86E3096B-E5F7-47E4-8023-B63A2773AFFD}"/>
          </ac:picMkLst>
        </pc:picChg>
        <pc:picChg chg="del">
          <ac:chgData name="Gabriel Quintella" userId="0401f16030b3bbcc" providerId="LiveId" clId="{ED33651B-699C-45E9-9F19-C2851A076446}" dt="2022-03-16T01:41:48.623" v="337" actId="478"/>
          <ac:picMkLst>
            <pc:docMk/>
            <pc:sldMk cId="2004261959" sldId="298"/>
            <ac:picMk id="1038" creationId="{904F2980-7BB2-4073-812F-DA5DAAA2EB7F}"/>
          </ac:picMkLst>
        </pc:picChg>
      </pc:sldChg>
      <pc:sldChg chg="delSp modSp add mod">
        <pc:chgData name="Gabriel Quintella" userId="0401f16030b3bbcc" providerId="LiveId" clId="{ED33651B-699C-45E9-9F19-C2851A076446}" dt="2022-03-16T01:43:58.945" v="458" actId="20577"/>
        <pc:sldMkLst>
          <pc:docMk/>
          <pc:sldMk cId="3111273657" sldId="299"/>
        </pc:sldMkLst>
        <pc:spChg chg="mod">
          <ac:chgData name="Gabriel Quintella" userId="0401f16030b3bbcc" providerId="LiveId" clId="{ED33651B-699C-45E9-9F19-C2851A076446}" dt="2022-03-16T01:43:58.945" v="458" actId="20577"/>
          <ac:spMkLst>
            <pc:docMk/>
            <pc:sldMk cId="3111273657" sldId="299"/>
            <ac:spMk id="11" creationId="{DDA33C54-5EC8-4B20-B17A-15E0FBAC528F}"/>
          </ac:spMkLst>
        </pc:spChg>
        <pc:picChg chg="mod">
          <ac:chgData name="Gabriel Quintella" userId="0401f16030b3bbcc" providerId="LiveId" clId="{ED33651B-699C-45E9-9F19-C2851A076446}" dt="2022-03-16T01:43:48.760" v="424" actId="14100"/>
          <ac:picMkLst>
            <pc:docMk/>
            <pc:sldMk cId="3111273657" sldId="299"/>
            <ac:picMk id="14" creationId="{77F94568-B678-4D15-BD4D-2EB027F5093D}"/>
          </ac:picMkLst>
        </pc:picChg>
        <pc:picChg chg="del">
          <ac:chgData name="Gabriel Quintella" userId="0401f16030b3bbcc" providerId="LiveId" clId="{ED33651B-699C-45E9-9F19-C2851A076446}" dt="2022-03-16T01:43:43.519" v="421" actId="478"/>
          <ac:picMkLst>
            <pc:docMk/>
            <pc:sldMk cId="3111273657" sldId="299"/>
            <ac:picMk id="15" creationId="{085C48D8-7615-421D-842D-3827F376B78A}"/>
          </ac:picMkLst>
        </pc:picChg>
        <pc:picChg chg="del">
          <ac:chgData name="Gabriel Quintella" userId="0401f16030b3bbcc" providerId="LiveId" clId="{ED33651B-699C-45E9-9F19-C2851A076446}" dt="2022-03-16T01:43:42.797" v="420" actId="478"/>
          <ac:picMkLst>
            <pc:docMk/>
            <pc:sldMk cId="3111273657" sldId="299"/>
            <ac:picMk id="16" creationId="{D9F6AD94-510A-4D5C-AA5E-BC22DFF44DE3}"/>
          </ac:picMkLst>
        </pc:picChg>
        <pc:picChg chg="del">
          <ac:chgData name="Gabriel Quintella" userId="0401f16030b3bbcc" providerId="LiveId" clId="{ED33651B-699C-45E9-9F19-C2851A076446}" dt="2022-03-16T01:43:42.095" v="419" actId="478"/>
          <ac:picMkLst>
            <pc:docMk/>
            <pc:sldMk cId="3111273657" sldId="299"/>
            <ac:picMk id="17" creationId="{D92EF914-7840-43C3-8069-A6A313EC72FB}"/>
          </ac:picMkLst>
        </pc:picChg>
      </pc:sldChg>
      <pc:sldChg chg="delSp modSp add mod">
        <pc:chgData name="Gabriel Quintella" userId="0401f16030b3bbcc" providerId="LiveId" clId="{ED33651B-699C-45E9-9F19-C2851A076446}" dt="2022-03-16T01:44:19.037" v="462" actId="1076"/>
        <pc:sldMkLst>
          <pc:docMk/>
          <pc:sldMk cId="329483043" sldId="300"/>
        </pc:sldMkLst>
        <pc:spChg chg="mod">
          <ac:chgData name="Gabriel Quintella" userId="0401f16030b3bbcc" providerId="LiveId" clId="{ED33651B-699C-45E9-9F19-C2851A076446}" dt="2022-03-16T01:42:39.164" v="369" actId="20577"/>
          <ac:spMkLst>
            <pc:docMk/>
            <pc:sldMk cId="329483043" sldId="300"/>
            <ac:spMk id="11" creationId="{DDA33C54-5EC8-4B20-B17A-15E0FBAC528F}"/>
          </ac:spMkLst>
        </pc:spChg>
        <pc:picChg chg="del">
          <ac:chgData name="Gabriel Quintella" userId="0401f16030b3bbcc" providerId="LiveId" clId="{ED33651B-699C-45E9-9F19-C2851A076446}" dt="2022-03-16T01:42:21.574" v="341" actId="478"/>
          <ac:picMkLst>
            <pc:docMk/>
            <pc:sldMk cId="329483043" sldId="300"/>
            <ac:picMk id="14" creationId="{77F94568-B678-4D15-BD4D-2EB027F5093D}"/>
          </ac:picMkLst>
        </pc:picChg>
        <pc:picChg chg="mod">
          <ac:chgData name="Gabriel Quintella" userId="0401f16030b3bbcc" providerId="LiveId" clId="{ED33651B-699C-45E9-9F19-C2851A076446}" dt="2022-03-16T01:44:19.037" v="462" actId="1076"/>
          <ac:picMkLst>
            <pc:docMk/>
            <pc:sldMk cId="329483043" sldId="300"/>
            <ac:picMk id="15" creationId="{085C48D8-7615-421D-842D-3827F376B78A}"/>
          </ac:picMkLst>
        </pc:picChg>
        <pc:picChg chg="mod">
          <ac:chgData name="Gabriel Quintella" userId="0401f16030b3bbcc" providerId="LiveId" clId="{ED33651B-699C-45E9-9F19-C2851A076446}" dt="2022-03-16T01:44:19.037" v="462" actId="1076"/>
          <ac:picMkLst>
            <pc:docMk/>
            <pc:sldMk cId="329483043" sldId="300"/>
            <ac:picMk id="16" creationId="{D9F6AD94-510A-4D5C-AA5E-BC22DFF44DE3}"/>
          </ac:picMkLst>
        </pc:picChg>
        <pc:picChg chg="del">
          <ac:chgData name="Gabriel Quintella" userId="0401f16030b3bbcc" providerId="LiveId" clId="{ED33651B-699C-45E9-9F19-C2851A076446}" dt="2022-03-16T01:42:23.232" v="342" actId="478"/>
          <ac:picMkLst>
            <pc:docMk/>
            <pc:sldMk cId="329483043" sldId="300"/>
            <ac:picMk id="17" creationId="{D92EF914-7840-43C3-8069-A6A313EC72FB}"/>
          </ac:picMkLst>
        </pc:picChg>
      </pc:sldChg>
      <pc:sldChg chg="addSp delSp modSp add mod ord setBg delAnim modAnim delDesignElem">
        <pc:chgData name="Gabriel Quintella" userId="0401f16030b3bbcc" providerId="LiveId" clId="{ED33651B-699C-45E9-9F19-C2851A076446}" dt="2022-03-16T05:25:16.728" v="897" actId="14100"/>
        <pc:sldMkLst>
          <pc:docMk/>
          <pc:sldMk cId="326523883" sldId="301"/>
        </pc:sldMkLst>
        <pc:spChg chg="del">
          <ac:chgData name="Gabriel Quintella" userId="0401f16030b3bbcc" providerId="LiveId" clId="{ED33651B-699C-45E9-9F19-C2851A076446}" dt="2022-03-16T01:45:55.535" v="479" actId="478"/>
          <ac:spMkLst>
            <pc:docMk/>
            <pc:sldMk cId="326523883" sldId="301"/>
            <ac:spMk id="5" creationId="{824C3881-20B9-4187-B23A-8003D754F76F}"/>
          </ac:spMkLst>
        </pc:spChg>
        <pc:spChg chg="add del mod">
          <ac:chgData name="Gabriel Quintella" userId="0401f16030b3bbcc" providerId="LiveId" clId="{ED33651B-699C-45E9-9F19-C2851A076446}" dt="2022-03-16T01:45:52.505" v="478" actId="478"/>
          <ac:spMkLst>
            <pc:docMk/>
            <pc:sldMk cId="326523883" sldId="301"/>
            <ac:spMk id="10" creationId="{3500640E-720B-4237-AE25-E3446BC0A7AD}"/>
          </ac:spMkLst>
        </pc:spChg>
        <pc:spChg chg="add del mod">
          <ac:chgData name="Gabriel Quintella" userId="0401f16030b3bbcc" providerId="LiveId" clId="{ED33651B-699C-45E9-9F19-C2851A076446}" dt="2022-03-16T01:45:52.505" v="478" actId="478"/>
          <ac:spMkLst>
            <pc:docMk/>
            <pc:sldMk cId="326523883" sldId="301"/>
            <ac:spMk id="11" creationId="{3ADB6469-D1CF-4EC3-AF8A-5742E321E6F7}"/>
          </ac:spMkLst>
        </pc:spChg>
        <pc:spChg chg="add del mod">
          <ac:chgData name="Gabriel Quintella" userId="0401f16030b3bbcc" providerId="LiveId" clId="{ED33651B-699C-45E9-9F19-C2851A076446}" dt="2022-03-16T01:45:52.505" v="478" actId="478"/>
          <ac:spMkLst>
            <pc:docMk/>
            <pc:sldMk cId="326523883" sldId="301"/>
            <ac:spMk id="13" creationId="{EDB116C4-EA84-4544-822B-F15A10172717}"/>
          </ac:spMkLst>
        </pc:spChg>
        <pc:spChg chg="add mod">
          <ac:chgData name="Gabriel Quintella" userId="0401f16030b3bbcc" providerId="LiveId" clId="{ED33651B-699C-45E9-9F19-C2851A076446}" dt="2022-03-16T01:45:56.382" v="480"/>
          <ac:spMkLst>
            <pc:docMk/>
            <pc:sldMk cId="326523883" sldId="301"/>
            <ac:spMk id="18" creationId="{B4B6E57F-28E2-43CD-A029-EC9DC19D14E8}"/>
          </ac:spMkLst>
        </pc:spChg>
        <pc:spChg chg="add mod">
          <ac:chgData name="Gabriel Quintella" userId="0401f16030b3bbcc" providerId="LiveId" clId="{ED33651B-699C-45E9-9F19-C2851A076446}" dt="2022-03-16T05:25:16.728" v="897" actId="14100"/>
          <ac:spMkLst>
            <pc:docMk/>
            <pc:sldMk cId="326523883" sldId="301"/>
            <ac:spMk id="19" creationId="{C8A47836-7DBB-4098-A452-4BA68AF373F0}"/>
          </ac:spMkLst>
        </pc:spChg>
        <pc:spChg chg="add mod">
          <ac:chgData name="Gabriel Quintella" userId="0401f16030b3bbcc" providerId="LiveId" clId="{ED33651B-699C-45E9-9F19-C2851A076446}" dt="2022-03-16T01:45:56.382" v="480"/>
          <ac:spMkLst>
            <pc:docMk/>
            <pc:sldMk cId="326523883" sldId="301"/>
            <ac:spMk id="21" creationId="{D8B52935-56A4-4E44-8370-1C9895740C16}"/>
          </ac:spMkLst>
        </pc:spChg>
        <pc:spChg chg="add del mod">
          <ac:chgData name="Gabriel Quintella" userId="0401f16030b3bbcc" providerId="LiveId" clId="{ED33651B-699C-45E9-9F19-C2851A076446}" dt="2022-03-16T05:19:49.538" v="847" actId="478"/>
          <ac:spMkLst>
            <pc:docMk/>
            <pc:sldMk cId="326523883" sldId="301"/>
            <ac:spMk id="26" creationId="{1EBABC5A-31F2-4B19-8D06-7040F2A8053B}"/>
          </ac:spMkLst>
        </pc:spChg>
        <pc:spChg chg="del">
          <ac:chgData name="Gabriel Quintella" userId="0401f16030b3bbcc" providerId="LiveId" clId="{ED33651B-699C-45E9-9F19-C2851A076446}" dt="2022-03-16T01:45:21.067" v="466"/>
          <ac:spMkLst>
            <pc:docMk/>
            <pc:sldMk cId="326523883" sldId="301"/>
            <ac:spMk id="62" creationId="{9B7AD9F6-8CE7-4299-8FC6-328F4DCD3FF9}"/>
          </ac:spMkLst>
        </pc:spChg>
        <pc:spChg chg="del">
          <ac:chgData name="Gabriel Quintella" userId="0401f16030b3bbcc" providerId="LiveId" clId="{ED33651B-699C-45E9-9F19-C2851A076446}" dt="2022-03-16T01:45:21.067" v="466"/>
          <ac:spMkLst>
            <pc:docMk/>
            <pc:sldMk cId="326523883" sldId="301"/>
            <ac:spMk id="64" creationId="{F49775AF-8896-43EE-92C6-83497D6DC56F}"/>
          </ac:spMkLst>
        </pc:spChg>
        <pc:picChg chg="add del mod">
          <ac:chgData name="Gabriel Quintella" userId="0401f16030b3bbcc" providerId="LiveId" clId="{ED33651B-699C-45E9-9F19-C2851A076446}" dt="2022-03-16T01:45:52.505" v="478" actId="478"/>
          <ac:picMkLst>
            <pc:docMk/>
            <pc:sldMk cId="326523883" sldId="301"/>
            <ac:picMk id="12" creationId="{97AEB164-E9E4-40D4-A100-075F0250F420}"/>
          </ac:picMkLst>
        </pc:picChg>
        <pc:picChg chg="add del mod">
          <ac:chgData name="Gabriel Quintella" userId="0401f16030b3bbcc" providerId="LiveId" clId="{ED33651B-699C-45E9-9F19-C2851A076446}" dt="2022-03-16T01:45:52.505" v="478" actId="478"/>
          <ac:picMkLst>
            <pc:docMk/>
            <pc:sldMk cId="326523883" sldId="301"/>
            <ac:picMk id="14" creationId="{0296DA1A-3290-4F38-A693-8E285A212360}"/>
          </ac:picMkLst>
        </pc:picChg>
        <pc:picChg chg="add del mod">
          <ac:chgData name="Gabriel Quintella" userId="0401f16030b3bbcc" providerId="LiveId" clId="{ED33651B-699C-45E9-9F19-C2851A076446}" dt="2022-03-16T01:45:52.505" v="478" actId="478"/>
          <ac:picMkLst>
            <pc:docMk/>
            <pc:sldMk cId="326523883" sldId="301"/>
            <ac:picMk id="15" creationId="{6DB7B3E3-2AAA-4117-9DF5-17D890B912EC}"/>
          </ac:picMkLst>
        </pc:picChg>
        <pc:picChg chg="add del mod">
          <ac:chgData name="Gabriel Quintella" userId="0401f16030b3bbcc" providerId="LiveId" clId="{ED33651B-699C-45E9-9F19-C2851A076446}" dt="2022-03-16T01:45:52.505" v="478" actId="478"/>
          <ac:picMkLst>
            <pc:docMk/>
            <pc:sldMk cId="326523883" sldId="301"/>
            <ac:picMk id="16" creationId="{CD115B28-571D-46FB-853B-610116F2FC21}"/>
          </ac:picMkLst>
        </pc:picChg>
        <pc:picChg chg="add del mod">
          <ac:chgData name="Gabriel Quintella" userId="0401f16030b3bbcc" providerId="LiveId" clId="{ED33651B-699C-45E9-9F19-C2851A076446}" dt="2022-03-16T01:45:52.505" v="478" actId="478"/>
          <ac:picMkLst>
            <pc:docMk/>
            <pc:sldMk cId="326523883" sldId="301"/>
            <ac:picMk id="17" creationId="{DA513684-6059-4342-AF91-873D2692F813}"/>
          </ac:picMkLst>
        </pc:picChg>
        <pc:picChg chg="add mod">
          <ac:chgData name="Gabriel Quintella" userId="0401f16030b3bbcc" providerId="LiveId" clId="{ED33651B-699C-45E9-9F19-C2851A076446}" dt="2022-03-16T01:45:56.382" v="480"/>
          <ac:picMkLst>
            <pc:docMk/>
            <pc:sldMk cId="326523883" sldId="301"/>
            <ac:picMk id="20" creationId="{81FF74E9-558A-4A86-B4AE-AE82BF82F1E0}"/>
          </ac:picMkLst>
        </pc:picChg>
        <pc:picChg chg="add del mod">
          <ac:chgData name="Gabriel Quintella" userId="0401f16030b3bbcc" providerId="LiveId" clId="{ED33651B-699C-45E9-9F19-C2851A076446}" dt="2022-03-16T01:46:34.715" v="534" actId="478"/>
          <ac:picMkLst>
            <pc:docMk/>
            <pc:sldMk cId="326523883" sldId="301"/>
            <ac:picMk id="22" creationId="{B45FB94D-F0F3-4D9A-BA6A-CCEDE4A41DDA}"/>
          </ac:picMkLst>
        </pc:picChg>
        <pc:picChg chg="add del mod">
          <ac:chgData name="Gabriel Quintella" userId="0401f16030b3bbcc" providerId="LiveId" clId="{ED33651B-699C-45E9-9F19-C2851A076446}" dt="2022-03-16T01:46:34.715" v="534" actId="478"/>
          <ac:picMkLst>
            <pc:docMk/>
            <pc:sldMk cId="326523883" sldId="301"/>
            <ac:picMk id="23" creationId="{62CB4B9D-4AC2-494E-B881-334A921A4FD3}"/>
          </ac:picMkLst>
        </pc:picChg>
        <pc:picChg chg="add del mod">
          <ac:chgData name="Gabriel Quintella" userId="0401f16030b3bbcc" providerId="LiveId" clId="{ED33651B-699C-45E9-9F19-C2851A076446}" dt="2022-03-16T01:46:34.715" v="534" actId="478"/>
          <ac:picMkLst>
            <pc:docMk/>
            <pc:sldMk cId="326523883" sldId="301"/>
            <ac:picMk id="24" creationId="{26496F6F-285F-407E-B8C3-B3AC1E11E2DB}"/>
          </ac:picMkLst>
        </pc:picChg>
        <pc:picChg chg="add del mod">
          <ac:chgData name="Gabriel Quintella" userId="0401f16030b3bbcc" providerId="LiveId" clId="{ED33651B-699C-45E9-9F19-C2851A076446}" dt="2022-03-16T01:46:34.715" v="534" actId="478"/>
          <ac:picMkLst>
            <pc:docMk/>
            <pc:sldMk cId="326523883" sldId="301"/>
            <ac:picMk id="25" creationId="{922D70CF-7F70-4392-AEDF-9FF96CB2771D}"/>
          </ac:picMkLst>
        </pc:picChg>
        <pc:picChg chg="del">
          <ac:chgData name="Gabriel Quintella" userId="0401f16030b3bbcc" providerId="LiveId" clId="{ED33651B-699C-45E9-9F19-C2851A076446}" dt="2022-03-16T01:45:55.535" v="479" actId="478"/>
          <ac:picMkLst>
            <pc:docMk/>
            <pc:sldMk cId="326523883" sldId="301"/>
            <ac:picMk id="58" creationId="{4F384191-F879-90CC-567A-D37BA114832B}"/>
          </ac:picMkLst>
        </pc:picChg>
        <pc:picChg chg="del">
          <ac:chgData name="Gabriel Quintella" userId="0401f16030b3bbcc" providerId="LiveId" clId="{ED33651B-699C-45E9-9F19-C2851A076446}" dt="2022-03-16T01:45:55.535" v="479" actId="478"/>
          <ac:picMkLst>
            <pc:docMk/>
            <pc:sldMk cId="326523883" sldId="301"/>
            <ac:picMk id="1032" creationId="{C5986752-E2DA-4A02-BF96-1F919685D5C0}"/>
          </ac:picMkLst>
        </pc:picChg>
        <pc:picChg chg="del">
          <ac:chgData name="Gabriel Quintella" userId="0401f16030b3bbcc" providerId="LiveId" clId="{ED33651B-699C-45E9-9F19-C2851A076446}" dt="2022-03-16T01:45:55.535" v="479" actId="478"/>
          <ac:picMkLst>
            <pc:docMk/>
            <pc:sldMk cId="326523883" sldId="301"/>
            <ac:picMk id="1034" creationId="{994F6D7D-439A-45F0-8666-EADE2143A698}"/>
          </ac:picMkLst>
        </pc:picChg>
        <pc:picChg chg="del">
          <ac:chgData name="Gabriel Quintella" userId="0401f16030b3bbcc" providerId="LiveId" clId="{ED33651B-699C-45E9-9F19-C2851A076446}" dt="2022-03-16T01:45:55.535" v="479" actId="478"/>
          <ac:picMkLst>
            <pc:docMk/>
            <pc:sldMk cId="326523883" sldId="301"/>
            <ac:picMk id="1036" creationId="{86E3096B-E5F7-47E4-8023-B63A2773AFFD}"/>
          </ac:picMkLst>
        </pc:picChg>
        <pc:picChg chg="del">
          <ac:chgData name="Gabriel Quintella" userId="0401f16030b3bbcc" providerId="LiveId" clId="{ED33651B-699C-45E9-9F19-C2851A076446}" dt="2022-03-16T01:45:55.535" v="479" actId="478"/>
          <ac:picMkLst>
            <pc:docMk/>
            <pc:sldMk cId="326523883" sldId="301"/>
            <ac:picMk id="1038" creationId="{904F2980-7BB2-4073-812F-DA5DAAA2EB7F}"/>
          </ac:picMkLst>
        </pc:picChg>
      </pc:sldChg>
      <pc:sldChg chg="addSp modSp add mod modAnim modNotesTx">
        <pc:chgData name="Gabriel Quintella" userId="0401f16030b3bbcc" providerId="LiveId" clId="{ED33651B-699C-45E9-9F19-C2851A076446}" dt="2022-03-16T02:24:05.357" v="818" actId="20577"/>
        <pc:sldMkLst>
          <pc:docMk/>
          <pc:sldMk cId="1758055254" sldId="302"/>
        </pc:sldMkLst>
        <pc:spChg chg="add mod">
          <ac:chgData name="Gabriel Quintella" userId="0401f16030b3bbcc" providerId="LiveId" clId="{ED33651B-699C-45E9-9F19-C2851A076446}" dt="2022-03-16T01:50:34.151" v="768" actId="1076"/>
          <ac:spMkLst>
            <pc:docMk/>
            <pc:sldMk cId="1758055254" sldId="302"/>
            <ac:spMk id="6" creationId="{20DC529A-0B77-402F-9B4A-29FD13646CC8}"/>
          </ac:spMkLst>
        </pc:spChg>
        <pc:spChg chg="mod">
          <ac:chgData name="Gabriel Quintella" userId="0401f16030b3bbcc" providerId="LiveId" clId="{ED33651B-699C-45E9-9F19-C2851A076446}" dt="2022-03-16T01:49:35.336" v="594" actId="20577"/>
          <ac:spMkLst>
            <pc:docMk/>
            <pc:sldMk cId="1758055254" sldId="302"/>
            <ac:spMk id="19" creationId="{C8A47836-7DBB-4098-A452-4BA68AF373F0}"/>
          </ac:spMkLst>
        </pc:spChg>
      </pc:sldChg>
      <pc:sldChg chg="addSp delSp add del setBg delDesignElem">
        <pc:chgData name="Gabriel Quintella" userId="0401f16030b3bbcc" providerId="LiveId" clId="{ED33651B-699C-45E9-9F19-C2851A076446}" dt="2022-03-16T01:45:30.943" v="474"/>
        <pc:sldMkLst>
          <pc:docMk/>
          <pc:sldMk cId="3054707989" sldId="302"/>
        </pc:sldMkLst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3054707989" sldId="302"/>
            <ac:spMk id="9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ED33651B-699C-45E9-9F19-C2851A076446}" dt="2022-03-16T01:45:30.943" v="474"/>
        <pc:sldMkLst>
          <pc:docMk/>
          <pc:sldMk cId="275554065" sldId="303"/>
        </pc:sldMkLst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275554065" sldId="303"/>
            <ac:spMk id="62" creationId="{9B7AD9F6-8CE7-4299-8FC6-328F4DCD3FF9}"/>
          </ac:spMkLst>
        </pc:spChg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275554065" sldId="303"/>
            <ac:spMk id="64" creationId="{F49775AF-8896-43EE-92C6-83497D6DC56F}"/>
          </ac:spMkLst>
        </pc:spChg>
      </pc:sldChg>
      <pc:sldChg chg="modSp add">
        <pc:chgData name="Gabriel Quintella" userId="0401f16030b3bbcc" providerId="LiveId" clId="{ED33651B-699C-45E9-9F19-C2851A076446}" dt="2022-03-16T05:20:27.989" v="891" actId="20577"/>
        <pc:sldMkLst>
          <pc:docMk/>
          <pc:sldMk cId="835132320" sldId="303"/>
        </pc:sldMkLst>
        <pc:spChg chg="mod">
          <ac:chgData name="Gabriel Quintella" userId="0401f16030b3bbcc" providerId="LiveId" clId="{ED33651B-699C-45E9-9F19-C2851A076446}" dt="2022-03-16T05:20:27.989" v="891" actId="20577"/>
          <ac:spMkLst>
            <pc:docMk/>
            <pc:sldMk cId="835132320" sldId="303"/>
            <ac:spMk id="26" creationId="{1EBABC5A-31F2-4B19-8D06-7040F2A8053B}"/>
          </ac:spMkLst>
        </pc:spChg>
      </pc:sldChg>
      <pc:sldChg chg="add del">
        <pc:chgData name="Gabriel Quintella" userId="0401f16030b3bbcc" providerId="LiveId" clId="{ED33651B-699C-45E9-9F19-C2851A076446}" dt="2022-03-16T01:45:30.943" v="474"/>
        <pc:sldMkLst>
          <pc:docMk/>
          <pc:sldMk cId="818242602" sldId="304"/>
        </pc:sldMkLst>
      </pc:sldChg>
      <pc:sldChg chg="addSp delSp add del delDesignElem">
        <pc:chgData name="Gabriel Quintella" userId="0401f16030b3bbcc" providerId="LiveId" clId="{ED33651B-699C-45E9-9F19-C2851A076446}" dt="2022-03-16T01:45:30.943" v="474"/>
        <pc:sldMkLst>
          <pc:docMk/>
          <pc:sldMk cId="4097518363" sldId="305"/>
        </pc:sldMkLst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4097518363" sldId="305"/>
            <ac:spMk id="10" creationId="{EFD01312-B410-4E55-A5B9-DDB4A8D08E98}"/>
          </ac:spMkLst>
        </pc:spChg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4097518363" sldId="305"/>
            <ac:spMk id="13" creationId="{9CD03A3A-1078-4407-A422-8F9A8F97D90E}"/>
          </ac:spMkLst>
        </pc:spChg>
      </pc:sldChg>
      <pc:sldChg chg="addSp delSp add del delDesignElem">
        <pc:chgData name="Gabriel Quintella" userId="0401f16030b3bbcc" providerId="LiveId" clId="{ED33651B-699C-45E9-9F19-C2851A076446}" dt="2022-03-16T01:45:30.943" v="474"/>
        <pc:sldMkLst>
          <pc:docMk/>
          <pc:sldMk cId="4283599071" sldId="306"/>
        </pc:sldMkLst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4283599071" sldId="306"/>
            <ac:spMk id="10" creationId="{EFD01312-B410-4E55-A5B9-DDB4A8D08E98}"/>
          </ac:spMkLst>
        </pc:spChg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4283599071" sldId="306"/>
            <ac:spMk id="13" creationId="{9CD03A3A-1078-4407-A422-8F9A8F97D90E}"/>
          </ac:spMkLst>
        </pc:spChg>
      </pc:sldChg>
      <pc:sldChg chg="addSp delSp add del delDesignElem">
        <pc:chgData name="Gabriel Quintella" userId="0401f16030b3bbcc" providerId="LiveId" clId="{ED33651B-699C-45E9-9F19-C2851A076446}" dt="2022-03-16T01:45:30.943" v="474"/>
        <pc:sldMkLst>
          <pc:docMk/>
          <pc:sldMk cId="1404659287" sldId="307"/>
        </pc:sldMkLst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1404659287" sldId="307"/>
            <ac:spMk id="10" creationId="{EFD01312-B410-4E55-A5B9-DDB4A8D08E98}"/>
          </ac:spMkLst>
        </pc:spChg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1404659287" sldId="307"/>
            <ac:spMk id="13" creationId="{9CD03A3A-1078-4407-A422-8F9A8F97D90E}"/>
          </ac:spMkLst>
        </pc:spChg>
      </pc:sldChg>
      <pc:sldChg chg="addSp delSp add del setBg delDesignElem">
        <pc:chgData name="Gabriel Quintella" userId="0401f16030b3bbcc" providerId="LiveId" clId="{ED33651B-699C-45E9-9F19-C2851A076446}" dt="2022-03-16T01:45:30.943" v="474"/>
        <pc:sldMkLst>
          <pc:docMk/>
          <pc:sldMk cId="3491768113" sldId="308"/>
        </pc:sldMkLst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3491768113" sldId="308"/>
            <ac:spMk id="85" creationId="{337940BB-FBC4-492E-BD92-3B7B914D0EAE}"/>
          </ac:spMkLst>
        </pc:spChg>
        <pc:spChg chg="add del">
          <ac:chgData name="Gabriel Quintella" userId="0401f16030b3bbcc" providerId="LiveId" clId="{ED33651B-699C-45E9-9F19-C2851A076446}" dt="2022-03-16T01:45:30.943" v="474"/>
          <ac:spMkLst>
            <pc:docMk/>
            <pc:sldMk cId="3491768113" sldId="308"/>
            <ac:spMk id="87" creationId="{3FCFB1DE-0B7E-48CC-BA90-B2AB0889F9D6}"/>
          </ac:spMkLst>
        </pc:spChg>
      </pc:sldChg>
    </pc:docChg>
  </pc:docChgLst>
  <pc:docChgLst>
    <pc:chgData name="Gabriel Quintella" userId="0401f16030b3bbcc" providerId="LiveId" clId="{E7FE089E-725D-4D10-AC11-C0977DB29B86}"/>
    <pc:docChg chg="modSld">
      <pc:chgData name="Gabriel Quintella" userId="0401f16030b3bbcc" providerId="LiveId" clId="{E7FE089E-725D-4D10-AC11-C0977DB29B86}" dt="2022-09-14T20:08:43.233" v="0" actId="1076"/>
      <pc:docMkLst>
        <pc:docMk/>
      </pc:docMkLst>
      <pc:sldChg chg="modSp mod">
        <pc:chgData name="Gabriel Quintella" userId="0401f16030b3bbcc" providerId="LiveId" clId="{E7FE089E-725D-4D10-AC11-C0977DB29B86}" dt="2022-09-14T20:08:43.233" v="0" actId="1076"/>
        <pc:sldMkLst>
          <pc:docMk/>
          <pc:sldMk cId="3527643593" sldId="273"/>
        </pc:sldMkLst>
        <pc:picChg chg="mod">
          <ac:chgData name="Gabriel Quintella" userId="0401f16030b3bbcc" providerId="LiveId" clId="{E7FE089E-725D-4D10-AC11-C0977DB29B86}" dt="2022-09-14T20:08:43.233" v="0" actId="1076"/>
          <ac:picMkLst>
            <pc:docMk/>
            <pc:sldMk cId="3527643593" sldId="273"/>
            <ac:picMk id="6" creationId="{2C16EA5A-0281-4FEB-980D-D4548E04A52F}"/>
          </ac:picMkLst>
        </pc:picChg>
      </pc:sldChg>
    </pc:docChg>
  </pc:docChgLst>
  <pc:docChgLst>
    <pc:chgData name="Gabriel Quintella" userId="0401f16030b3bbcc" providerId="LiveId" clId="{CB3677FF-E306-489B-87C9-FEA619B8B391}"/>
    <pc:docChg chg="addSld delSld modSld">
      <pc:chgData name="Gabriel Quintella" userId="0401f16030b3bbcc" providerId="LiveId" clId="{CB3677FF-E306-489B-87C9-FEA619B8B391}" dt="2022-01-12T22:56:04.700" v="476" actId="20577"/>
      <pc:docMkLst>
        <pc:docMk/>
      </pc:docMkLst>
      <pc:sldChg chg="addSp modSp mod">
        <pc:chgData name="Gabriel Quintella" userId="0401f16030b3bbcc" providerId="LiveId" clId="{CB3677FF-E306-489B-87C9-FEA619B8B391}" dt="2022-01-12T22:51:02.060" v="56" actId="20577"/>
        <pc:sldMkLst>
          <pc:docMk/>
          <pc:sldMk cId="3184280581" sldId="256"/>
        </pc:sldMkLst>
        <pc:spChg chg="add mod">
          <ac:chgData name="Gabriel Quintella" userId="0401f16030b3bbcc" providerId="LiveId" clId="{CB3677FF-E306-489B-87C9-FEA619B8B391}" dt="2022-01-12T22:51:02.060" v="56" actId="20577"/>
          <ac:spMkLst>
            <pc:docMk/>
            <pc:sldMk cId="3184280581" sldId="256"/>
            <ac:spMk id="6" creationId="{9911EEA9-6152-4B2C-BFBC-8A082C515BC9}"/>
          </ac:spMkLst>
        </pc:spChg>
      </pc:sldChg>
      <pc:sldChg chg="addSp modSp add mod">
        <pc:chgData name="Gabriel Quintella" userId="0401f16030b3bbcc" providerId="LiveId" clId="{CB3677FF-E306-489B-87C9-FEA619B8B391}" dt="2022-01-12T22:52:18.436" v="104" actId="20577"/>
        <pc:sldMkLst>
          <pc:docMk/>
          <pc:sldMk cId="3275838534" sldId="257"/>
        </pc:sldMkLst>
        <pc:spChg chg="add mod">
          <ac:chgData name="Gabriel Quintella" userId="0401f16030b3bbcc" providerId="LiveId" clId="{CB3677FF-E306-489B-87C9-FEA619B8B391}" dt="2022-01-12T22:52:18.436" v="104" actId="20577"/>
          <ac:spMkLst>
            <pc:docMk/>
            <pc:sldMk cId="3275838534" sldId="257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CB3677FF-E306-489B-87C9-FEA619B8B391}" dt="2022-01-12T22:53:13.187" v="129" actId="47"/>
        <pc:sldMkLst>
          <pc:docMk/>
          <pc:sldMk cId="2136244821" sldId="258"/>
        </pc:sldMkLst>
        <pc:spChg chg="add mod">
          <ac:chgData name="Gabriel Quintella" userId="0401f16030b3bbcc" providerId="LiveId" clId="{CB3677FF-E306-489B-87C9-FEA619B8B391}" dt="2022-01-12T22:52:41.177" v="128" actId="20577"/>
          <ac:spMkLst>
            <pc:docMk/>
            <pc:sldMk cId="2136244821" sldId="258"/>
            <ac:spMk id="2" creationId="{ECE3A393-FD96-4D01-8C70-CBEE0338D1E6}"/>
          </ac:spMkLst>
        </pc:spChg>
      </pc:sldChg>
      <pc:sldChg chg="modSp add mod">
        <pc:chgData name="Gabriel Quintella" userId="0401f16030b3bbcc" providerId="LiveId" clId="{CB3677FF-E306-489B-87C9-FEA619B8B391}" dt="2022-01-12T22:53:37.050" v="155" actId="20577"/>
        <pc:sldMkLst>
          <pc:docMk/>
          <pc:sldMk cId="2607957497" sldId="258"/>
        </pc:sldMkLst>
        <pc:spChg chg="mod">
          <ac:chgData name="Gabriel Quintella" userId="0401f16030b3bbcc" providerId="LiveId" clId="{CB3677FF-E306-489B-87C9-FEA619B8B391}" dt="2022-01-12T22:53:37.050" v="155" actId="20577"/>
          <ac:spMkLst>
            <pc:docMk/>
            <pc:sldMk cId="2607957497" sldId="258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35457936" sldId="259"/>
        </pc:sldMkLst>
      </pc:sldChg>
      <pc:sldChg chg="modSp add mod">
        <pc:chgData name="Gabriel Quintella" userId="0401f16030b3bbcc" providerId="LiveId" clId="{CB3677FF-E306-489B-87C9-FEA619B8B391}" dt="2022-01-12T22:54:19.081" v="234" actId="20577"/>
        <pc:sldMkLst>
          <pc:docMk/>
          <pc:sldMk cId="2475233853" sldId="259"/>
        </pc:sldMkLst>
        <pc:spChg chg="mod">
          <ac:chgData name="Gabriel Quintella" userId="0401f16030b3bbcc" providerId="LiveId" clId="{CB3677FF-E306-489B-87C9-FEA619B8B391}" dt="2022-01-12T22:54:19.081" v="234" actId="20577"/>
          <ac:spMkLst>
            <pc:docMk/>
            <pc:sldMk cId="2475233853" sldId="259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5:04.176" v="350" actId="20577"/>
        <pc:sldMkLst>
          <pc:docMk/>
          <pc:sldMk cId="3389426090" sldId="260"/>
        </pc:sldMkLst>
        <pc:spChg chg="mod">
          <ac:chgData name="Gabriel Quintella" userId="0401f16030b3bbcc" providerId="LiveId" clId="{CB3677FF-E306-489B-87C9-FEA619B8B391}" dt="2022-01-12T22:55:04.176" v="350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4281161735" sldId="260"/>
        </pc:sldMkLst>
      </pc:sldChg>
      <pc:sldChg chg="modSp add mod">
        <pc:chgData name="Gabriel Quintella" userId="0401f16030b3bbcc" providerId="LiveId" clId="{CB3677FF-E306-489B-87C9-FEA619B8B391}" dt="2022-01-12T22:55:37.126" v="415" actId="20577"/>
        <pc:sldMkLst>
          <pc:docMk/>
          <pc:sldMk cId="3900410709" sldId="261"/>
        </pc:sldMkLst>
        <pc:spChg chg="mod">
          <ac:chgData name="Gabriel Quintella" userId="0401f16030b3bbcc" providerId="LiveId" clId="{CB3677FF-E306-489B-87C9-FEA619B8B391}" dt="2022-01-12T22:55:37.126" v="415" actId="20577"/>
          <ac:spMkLst>
            <pc:docMk/>
            <pc:sldMk cId="3900410709" sldId="261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6:04.700" v="476" actId="20577"/>
        <pc:sldMkLst>
          <pc:docMk/>
          <pc:sldMk cId="3350158791" sldId="262"/>
        </pc:sldMkLst>
        <pc:spChg chg="mod">
          <ac:chgData name="Gabriel Quintella" userId="0401f16030b3bbcc" providerId="LiveId" clId="{CB3677FF-E306-489B-87C9-FEA619B8B391}" dt="2022-01-12T22:56:04.700" v="476" actId="20577"/>
          <ac:spMkLst>
            <pc:docMk/>
            <pc:sldMk cId="3350158791" sldId="262"/>
            <ac:spMk id="2" creationId="{A22A48B3-5314-4374-A82C-5EA1D94D2747}"/>
          </ac:spMkLst>
        </pc:spChg>
      </pc:sldChg>
    </pc:docChg>
  </pc:docChgLst>
  <pc:docChgLst>
    <pc:chgData name="Gabriel Quintella" userId="0401f16030b3bbcc" providerId="LiveId" clId="{9F511B9C-8A7A-4044-B46C-8399B95CAF8C}"/>
    <pc:docChg chg="modSld">
      <pc:chgData name="Gabriel Quintella" userId="0401f16030b3bbcc" providerId="LiveId" clId="{9F511B9C-8A7A-4044-B46C-8399B95CAF8C}" dt="2022-01-19T14:35:56.075" v="3" actId="20577"/>
      <pc:docMkLst>
        <pc:docMk/>
      </pc:docMkLst>
      <pc:sldChg chg="modSp mod">
        <pc:chgData name="Gabriel Quintella" userId="0401f16030b3bbcc" providerId="LiveId" clId="{9F511B9C-8A7A-4044-B46C-8399B95CAF8C}" dt="2022-01-19T14:35:56.075" v="3" actId="20577"/>
        <pc:sldMkLst>
          <pc:docMk/>
          <pc:sldMk cId="3433790968" sldId="290"/>
        </pc:sldMkLst>
        <pc:spChg chg="mod">
          <ac:chgData name="Gabriel Quintella" userId="0401f16030b3bbcc" providerId="LiveId" clId="{9F511B9C-8A7A-4044-B46C-8399B95CAF8C}" dt="2022-01-19T14:35:56.075" v="3" actId="20577"/>
          <ac:spMkLst>
            <pc:docMk/>
            <pc:sldMk cId="3433790968" sldId="290"/>
            <ac:spMk id="7" creationId="{A3200E9F-121D-4915-B0E1-950B97483DA9}"/>
          </ac:spMkLst>
        </pc:spChg>
      </pc:sldChg>
    </pc:docChg>
  </pc:docChgLst>
  <pc:docChgLst>
    <pc:chgData name="Gabriel Quintella" userId="0401f16030b3bbcc" providerId="LiveId" clId="{7D4A49CD-EA3E-46E8-8C0B-5C8208746B80}"/>
    <pc:docChg chg="undo redo custSel addSld delSld modSld sldOrd">
      <pc:chgData name="Gabriel Quintella" userId="0401f16030b3bbcc" providerId="LiveId" clId="{7D4A49CD-EA3E-46E8-8C0B-5C8208746B80}" dt="2022-03-14T01:34:35.988" v="2306" actId="26606"/>
      <pc:docMkLst>
        <pc:docMk/>
      </pc:docMkLst>
      <pc:sldChg chg="modSp mod modAnim">
        <pc:chgData name="Gabriel Quintella" userId="0401f16030b3bbcc" providerId="LiveId" clId="{7D4A49CD-EA3E-46E8-8C0B-5C8208746B80}" dt="2022-03-14T01:23:30.358" v="1519" actId="120"/>
        <pc:sldMkLst>
          <pc:docMk/>
          <pc:sldMk cId="3275838534" sldId="257"/>
        </pc:sldMkLst>
        <pc:spChg chg="mod">
          <ac:chgData name="Gabriel Quintella" userId="0401f16030b3bbcc" providerId="LiveId" clId="{7D4A49CD-EA3E-46E8-8C0B-5C8208746B80}" dt="2022-03-14T01:23:30.358" v="1519" actId="120"/>
          <ac:spMkLst>
            <pc:docMk/>
            <pc:sldMk cId="3275838534" sldId="257"/>
            <ac:spMk id="21" creationId="{8FEDC787-3B3D-4EC1-AD3A-32BF95C839AF}"/>
          </ac:spMkLst>
        </pc:spChg>
      </pc:sldChg>
      <pc:sldChg chg="addSp delSp modSp mod setBg setClrOvrMap">
        <pc:chgData name="Gabriel Quintella" userId="0401f16030b3bbcc" providerId="LiveId" clId="{7D4A49CD-EA3E-46E8-8C0B-5C8208746B80}" dt="2022-03-14T01:17:42.072" v="1406" actId="14100"/>
        <pc:sldMkLst>
          <pc:docMk/>
          <pc:sldMk cId="1167946902" sldId="263"/>
        </pc:sldMkLst>
        <pc:spChg chg="mod">
          <ac:chgData name="Gabriel Quintella" userId="0401f16030b3bbcc" providerId="LiveId" clId="{7D4A49CD-EA3E-46E8-8C0B-5C8208746B80}" dt="2022-03-14T01:17:42.072" v="1406" actId="14100"/>
          <ac:spMkLst>
            <pc:docMk/>
            <pc:sldMk cId="1167946902" sldId="263"/>
            <ac:spMk id="2" creationId="{A22A48B3-5314-4374-A82C-5EA1D94D2747}"/>
          </ac:spMkLst>
        </pc:spChg>
        <pc:spChg chg="del">
          <ac:chgData name="Gabriel Quintella" userId="0401f16030b3bbcc" providerId="LiveId" clId="{7D4A49CD-EA3E-46E8-8C0B-5C8208746B80}" dt="2022-03-14T01:17:36.285" v="1404" actId="26606"/>
          <ac:spMkLst>
            <pc:docMk/>
            <pc:sldMk cId="1167946902" sldId="263"/>
            <ac:spMk id="11" creationId="{E49CC64F-7275-4E33-961B-0C5CDC439875}"/>
          </ac:spMkLst>
        </pc:spChg>
        <pc:spChg chg="add">
          <ac:chgData name="Gabriel Quintella" userId="0401f16030b3bbcc" providerId="LiveId" clId="{7D4A49CD-EA3E-46E8-8C0B-5C8208746B80}" dt="2022-03-14T01:17:36.285" v="1404" actId="26606"/>
          <ac:spMkLst>
            <pc:docMk/>
            <pc:sldMk cId="1167946902" sldId="263"/>
            <ac:spMk id="16" creationId="{9B7AD9F6-8CE7-4299-8FC6-328F4DCD3FF9}"/>
          </ac:spMkLst>
        </pc:spChg>
        <pc:spChg chg="add">
          <ac:chgData name="Gabriel Quintella" userId="0401f16030b3bbcc" providerId="LiveId" clId="{7D4A49CD-EA3E-46E8-8C0B-5C8208746B80}" dt="2022-03-14T01:17:36.285" v="1404" actId="26606"/>
          <ac:spMkLst>
            <pc:docMk/>
            <pc:sldMk cId="1167946902" sldId="263"/>
            <ac:spMk id="18" creationId="{F49775AF-8896-43EE-92C6-83497D6DC56F}"/>
          </ac:spMkLst>
        </pc:spChg>
        <pc:picChg chg="mod">
          <ac:chgData name="Gabriel Quintella" userId="0401f16030b3bbcc" providerId="LiveId" clId="{7D4A49CD-EA3E-46E8-8C0B-5C8208746B80}" dt="2022-03-14T01:17:36.285" v="1404" actId="26606"/>
          <ac:picMkLst>
            <pc:docMk/>
            <pc:sldMk cId="1167946902" sldId="263"/>
            <ac:picMk id="4" creationId="{8FBED80D-7006-4868-BD2E-0119D360BC36}"/>
          </ac:picMkLst>
        </pc:picChg>
        <pc:picChg chg="add del">
          <ac:chgData name="Gabriel Quintella" userId="0401f16030b3bbcc" providerId="LiveId" clId="{7D4A49CD-EA3E-46E8-8C0B-5C8208746B80}" dt="2022-03-02T00:06:57.659" v="1" actId="22"/>
          <ac:picMkLst>
            <pc:docMk/>
            <pc:sldMk cId="1167946902" sldId="263"/>
            <ac:picMk id="5" creationId="{A714E151-8468-4ECE-A060-2EFCBD2C9036}"/>
          </ac:picMkLst>
        </pc:picChg>
      </pc:sldChg>
      <pc:sldChg chg="addSp delSp modSp mod setBg setClrOvrMap">
        <pc:chgData name="Gabriel Quintella" userId="0401f16030b3bbcc" providerId="LiveId" clId="{7D4A49CD-EA3E-46E8-8C0B-5C8208746B80}" dt="2022-03-14T01:34:35.988" v="2306" actId="26606"/>
        <pc:sldMkLst>
          <pc:docMk/>
          <pc:sldMk cId="3527643593" sldId="273"/>
        </pc:sldMkLst>
        <pc:spChg chg="mod">
          <ac:chgData name="Gabriel Quintella" userId="0401f16030b3bbcc" providerId="LiveId" clId="{7D4A49CD-EA3E-46E8-8C0B-5C8208746B80}" dt="2022-03-14T01:34:35.988" v="2306" actId="26606"/>
          <ac:spMkLst>
            <pc:docMk/>
            <pc:sldMk cId="3527643593" sldId="273"/>
            <ac:spMk id="2" creationId="{A22A48B3-5314-4374-A82C-5EA1D94D2747}"/>
          </ac:spMkLst>
        </pc:spChg>
        <pc:spChg chg="add del mod">
          <ac:chgData name="Gabriel Quintella" userId="0401f16030b3bbcc" providerId="LiveId" clId="{7D4A49CD-EA3E-46E8-8C0B-5C8208746B80}" dt="2022-03-02T00:42:46.823" v="716" actId="478"/>
          <ac:spMkLst>
            <pc:docMk/>
            <pc:sldMk cId="3527643593" sldId="273"/>
            <ac:spMk id="7" creationId="{C6D50B6F-608B-4B6F-93A4-49D0803780A9}"/>
          </ac:spMkLst>
        </pc:spChg>
        <pc:spChg chg="add del">
          <ac:chgData name="Gabriel Quintella" userId="0401f16030b3bbcc" providerId="LiveId" clId="{7D4A49CD-EA3E-46E8-8C0B-5C8208746B80}" dt="2022-03-14T01:34:35.988" v="2306" actId="26606"/>
          <ac:spMkLst>
            <pc:docMk/>
            <pc:sldMk cId="3527643593" sldId="273"/>
            <ac:spMk id="73" creationId="{1DB7C82F-AB7E-4F0C-B829-FA1B9C415180}"/>
          </ac:spMkLst>
        </pc:spChg>
        <pc:spChg chg="add del">
          <ac:chgData name="Gabriel Quintella" userId="0401f16030b3bbcc" providerId="LiveId" clId="{7D4A49CD-EA3E-46E8-8C0B-5C8208746B80}" dt="2022-03-14T01:34:35.988" v="2306" actId="26606"/>
          <ac:spMkLst>
            <pc:docMk/>
            <pc:sldMk cId="3527643593" sldId="273"/>
            <ac:spMk id="78" creationId="{665DBBEF-238B-476B-96AB-8AAC3224ECEA}"/>
          </ac:spMkLst>
        </pc:spChg>
        <pc:spChg chg="add del">
          <ac:chgData name="Gabriel Quintella" userId="0401f16030b3bbcc" providerId="LiveId" clId="{7D4A49CD-EA3E-46E8-8C0B-5C8208746B80}" dt="2022-03-14T01:34:35.988" v="2306" actId="26606"/>
          <ac:spMkLst>
            <pc:docMk/>
            <pc:sldMk cId="3527643593" sldId="273"/>
            <ac:spMk id="80" creationId="{3FCFB1DE-0B7E-48CC-BA90-B2AB0889F9D6}"/>
          </ac:spMkLst>
        </pc:spChg>
        <pc:picChg chg="add del mod ord">
          <ac:chgData name="Gabriel Quintella" userId="0401f16030b3bbcc" providerId="LiveId" clId="{7D4A49CD-EA3E-46E8-8C0B-5C8208746B80}" dt="2022-03-02T00:34:06.289" v="683" actId="931"/>
          <ac:picMkLst>
            <pc:docMk/>
            <pc:sldMk cId="3527643593" sldId="273"/>
            <ac:picMk id="4" creationId="{189354AA-21F6-4B69-899D-CA04579C3059}"/>
          </ac:picMkLst>
        </pc:picChg>
        <pc:picChg chg="add mod">
          <ac:chgData name="Gabriel Quintella" userId="0401f16030b3bbcc" providerId="LiveId" clId="{7D4A49CD-EA3E-46E8-8C0B-5C8208746B80}" dt="2022-03-14T01:34:35.988" v="2306" actId="26606"/>
          <ac:picMkLst>
            <pc:docMk/>
            <pc:sldMk cId="3527643593" sldId="273"/>
            <ac:picMk id="6" creationId="{2C16EA5A-0281-4FEB-980D-D4548E04A52F}"/>
          </ac:picMkLst>
        </pc:picChg>
        <pc:picChg chg="add del">
          <ac:chgData name="Gabriel Quintella" userId="0401f16030b3bbcc" providerId="LiveId" clId="{7D4A49CD-EA3E-46E8-8C0B-5C8208746B80}" dt="2022-03-02T00:37:10.471" v="685"/>
          <ac:picMkLst>
            <pc:docMk/>
            <pc:sldMk cId="3527643593" sldId="273"/>
            <ac:picMk id="2050" creationId="{11653168-B936-481E-9F10-D62C7D9C528C}"/>
          </ac:picMkLst>
        </pc:picChg>
        <pc:picChg chg="add del mod">
          <ac:chgData name="Gabriel Quintella" userId="0401f16030b3bbcc" providerId="LiveId" clId="{7D4A49CD-EA3E-46E8-8C0B-5C8208746B80}" dt="2022-03-02T00:37:37.892" v="689"/>
          <ac:picMkLst>
            <pc:docMk/>
            <pc:sldMk cId="3527643593" sldId="273"/>
            <ac:picMk id="2052" creationId="{D170F019-29F2-439C-8312-6C23943B23A9}"/>
          </ac:picMkLst>
        </pc:picChg>
        <pc:picChg chg="add del">
          <ac:chgData name="Gabriel Quintella" userId="0401f16030b3bbcc" providerId="LiveId" clId="{7D4A49CD-EA3E-46E8-8C0B-5C8208746B80}" dt="2022-03-02T00:42:39.152" v="714" actId="478"/>
          <ac:picMkLst>
            <pc:docMk/>
            <pc:sldMk cId="3527643593" sldId="273"/>
            <ac:picMk id="3076" creationId="{4EEBC5B8-F597-4BCF-910A-26A62D506CE2}"/>
          </ac:picMkLst>
        </pc:picChg>
      </pc:sldChg>
      <pc:sldChg chg="del">
        <pc:chgData name="Gabriel Quintella" userId="0401f16030b3bbcc" providerId="LiveId" clId="{7D4A49CD-EA3E-46E8-8C0B-5C8208746B80}" dt="2022-03-14T01:20:26.264" v="1505" actId="47"/>
        <pc:sldMkLst>
          <pc:docMk/>
          <pc:sldMk cId="214360441" sldId="274"/>
        </pc:sldMkLst>
      </pc:sldChg>
      <pc:sldChg chg="modSp del mod">
        <pc:chgData name="Gabriel Quintella" userId="0401f16030b3bbcc" providerId="LiveId" clId="{7D4A49CD-EA3E-46E8-8C0B-5C8208746B80}" dt="2022-03-14T01:33:48.368" v="2296" actId="47"/>
        <pc:sldMkLst>
          <pc:docMk/>
          <pc:sldMk cId="1909856853" sldId="281"/>
        </pc:sldMkLst>
        <pc:spChg chg="mod">
          <ac:chgData name="Gabriel Quintella" userId="0401f16030b3bbcc" providerId="LiveId" clId="{7D4A49CD-EA3E-46E8-8C0B-5C8208746B80}" dt="2022-03-14T01:26:32.534" v="1688" actId="21"/>
          <ac:spMkLst>
            <pc:docMk/>
            <pc:sldMk cId="1909856853" sldId="281"/>
            <ac:spMk id="3" creationId="{1C68C712-3EB5-4548-B017-0B4D8DE9FFB9}"/>
          </ac:spMkLst>
        </pc:spChg>
      </pc:sldChg>
      <pc:sldChg chg="del">
        <pc:chgData name="Gabriel Quintella" userId="0401f16030b3bbcc" providerId="LiveId" clId="{7D4A49CD-EA3E-46E8-8C0B-5C8208746B80}" dt="2022-03-14T01:33:50.423" v="2297" actId="47"/>
        <pc:sldMkLst>
          <pc:docMk/>
          <pc:sldMk cId="777463436" sldId="282"/>
        </pc:sldMkLst>
      </pc:sldChg>
      <pc:sldChg chg="modSp mod">
        <pc:chgData name="Gabriel Quintella" userId="0401f16030b3bbcc" providerId="LiveId" clId="{7D4A49CD-EA3E-46E8-8C0B-5C8208746B80}" dt="2022-03-02T00:43:58.690" v="737" actId="27636"/>
        <pc:sldMkLst>
          <pc:docMk/>
          <pc:sldMk cId="1655760290" sldId="286"/>
        </pc:sldMkLst>
        <pc:spChg chg="mod">
          <ac:chgData name="Gabriel Quintella" userId="0401f16030b3bbcc" providerId="LiveId" clId="{7D4A49CD-EA3E-46E8-8C0B-5C8208746B80}" dt="2022-03-02T00:43:58.690" v="737" actId="27636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 setBg">
        <pc:chgData name="Gabriel Quintella" userId="0401f16030b3bbcc" providerId="LiveId" clId="{7D4A49CD-EA3E-46E8-8C0B-5C8208746B80}" dt="2022-03-14T01:25:42.153" v="1685" actId="1037"/>
        <pc:sldMkLst>
          <pc:docMk/>
          <pc:sldMk cId="2687159608" sldId="287"/>
        </pc:sldMkLst>
        <pc:spChg chg="mod">
          <ac:chgData name="Gabriel Quintella" userId="0401f16030b3bbcc" providerId="LiveId" clId="{7D4A49CD-EA3E-46E8-8C0B-5C8208746B80}" dt="2022-03-14T01:10:36.693" v="1143" actId="26606"/>
          <ac:spMkLst>
            <pc:docMk/>
            <pc:sldMk cId="2687159608" sldId="287"/>
            <ac:spMk id="2" creationId="{A22A48B3-5314-4374-A82C-5EA1D94D2747}"/>
          </ac:spMkLst>
        </pc:spChg>
        <pc:spChg chg="mod">
          <ac:chgData name="Gabriel Quintella" userId="0401f16030b3bbcc" providerId="LiveId" clId="{7D4A49CD-EA3E-46E8-8C0B-5C8208746B80}" dt="2022-03-14T01:25:42.153" v="1685" actId="1037"/>
          <ac:spMkLst>
            <pc:docMk/>
            <pc:sldMk cId="2687159608" sldId="287"/>
            <ac:spMk id="10" creationId="{FE5169EF-81DD-4EF2-B745-83C69E07F55E}"/>
          </ac:spMkLst>
        </pc:spChg>
        <pc:spChg chg="mod">
          <ac:chgData name="Gabriel Quintella" userId="0401f16030b3bbcc" providerId="LiveId" clId="{7D4A49CD-EA3E-46E8-8C0B-5C8208746B80}" dt="2022-03-14T01:25:37.494" v="1670" actId="1036"/>
          <ac:spMkLst>
            <pc:docMk/>
            <pc:sldMk cId="2687159608" sldId="287"/>
            <ac:spMk id="12" creationId="{1A9FAE38-D9B8-44F6-B22E-2D4BBAE89800}"/>
          </ac:spMkLst>
        </pc:spChg>
        <pc:spChg chg="del">
          <ac:chgData name="Gabriel Quintella" userId="0401f16030b3bbcc" providerId="LiveId" clId="{7D4A49CD-EA3E-46E8-8C0B-5C8208746B80}" dt="2022-03-14T01:10:36.693" v="1143" actId="26606"/>
          <ac:spMkLst>
            <pc:docMk/>
            <pc:sldMk cId="2687159608" sldId="287"/>
            <ac:spMk id="16" creationId="{E49CC64F-7275-4E33-961B-0C5CDC439875}"/>
          </ac:spMkLst>
        </pc:spChg>
        <pc:spChg chg="add">
          <ac:chgData name="Gabriel Quintella" userId="0401f16030b3bbcc" providerId="LiveId" clId="{7D4A49CD-EA3E-46E8-8C0B-5C8208746B80}" dt="2022-03-14T01:10:36.693" v="1143" actId="26606"/>
          <ac:spMkLst>
            <pc:docMk/>
            <pc:sldMk cId="2687159608" sldId="287"/>
            <ac:spMk id="21" creationId="{F13C74B1-5B17-4795-BED0-7140497B445A}"/>
          </ac:spMkLst>
        </pc:spChg>
        <pc:spChg chg="add">
          <ac:chgData name="Gabriel Quintella" userId="0401f16030b3bbcc" providerId="LiveId" clId="{7D4A49CD-EA3E-46E8-8C0B-5C8208746B80}" dt="2022-03-14T01:10:36.693" v="1143" actId="26606"/>
          <ac:spMkLst>
            <pc:docMk/>
            <pc:sldMk cId="2687159608" sldId="287"/>
            <ac:spMk id="23" creationId="{D4974D33-8DC5-464E-8C6D-BE58F0669C17}"/>
          </ac:spMkLst>
        </pc:spChg>
        <pc:picChg chg="mod ord">
          <ac:chgData name="Gabriel Quintella" userId="0401f16030b3bbcc" providerId="LiveId" clId="{7D4A49CD-EA3E-46E8-8C0B-5C8208746B80}" dt="2022-03-14T01:10:36.693" v="1143" actId="26606"/>
          <ac:picMkLst>
            <pc:docMk/>
            <pc:sldMk cId="2687159608" sldId="287"/>
            <ac:picMk id="4" creationId="{8FBED80D-7006-4868-BD2E-0119D360BC36}"/>
          </ac:picMkLst>
        </pc:picChg>
      </pc:sldChg>
      <pc:sldChg chg="addSp delSp modSp mod setBg">
        <pc:chgData name="Gabriel Quintella" userId="0401f16030b3bbcc" providerId="LiveId" clId="{7D4A49CD-EA3E-46E8-8C0B-5C8208746B80}" dt="2022-03-14T01:22:47.785" v="1518" actId="26606"/>
        <pc:sldMkLst>
          <pc:docMk/>
          <pc:sldMk cId="1572128505" sldId="289"/>
        </pc:sldMkLst>
        <pc:spChg chg="del">
          <ac:chgData name="Gabriel Quintella" userId="0401f16030b3bbcc" providerId="LiveId" clId="{7D4A49CD-EA3E-46E8-8C0B-5C8208746B80}" dt="2022-03-14T01:12:16.888" v="1224" actId="478"/>
          <ac:spMkLst>
            <pc:docMk/>
            <pc:sldMk cId="1572128505" sldId="289"/>
            <ac:spMk id="3" creationId="{6ECE45D1-F65A-44E4-88A0-371BF51EE333}"/>
          </ac:spMkLst>
        </pc:spChg>
        <pc:spChg chg="add mod">
          <ac:chgData name="Gabriel Quintella" userId="0401f16030b3bbcc" providerId="LiveId" clId="{7D4A49CD-EA3E-46E8-8C0B-5C8208746B80}" dt="2022-03-14T01:22:47.785" v="1518" actId="26606"/>
          <ac:spMkLst>
            <pc:docMk/>
            <pc:sldMk cId="1572128505" sldId="289"/>
            <ac:spMk id="5" creationId="{824C3881-20B9-4187-B23A-8003D754F76F}"/>
          </ac:spMkLst>
        </pc:spChg>
        <pc:spChg chg="add del mod">
          <ac:chgData name="Gabriel Quintella" userId="0401f16030b3bbcc" providerId="LiveId" clId="{7D4A49CD-EA3E-46E8-8C0B-5C8208746B80}" dt="2022-03-14T01:15:12.957" v="1392" actId="478"/>
          <ac:spMkLst>
            <pc:docMk/>
            <pc:sldMk cId="1572128505" sldId="289"/>
            <ac:spMk id="12" creationId="{CA0635C6-1CD6-494D-BA8B-49D2B4816CA6}"/>
          </ac:spMkLst>
        </pc:spChg>
        <pc:spChg chg="del">
          <ac:chgData name="Gabriel Quintella" userId="0401f16030b3bbcc" providerId="LiveId" clId="{7D4A49CD-EA3E-46E8-8C0B-5C8208746B80}" dt="2022-03-14T01:12:22.957" v="1226" actId="26606"/>
          <ac:spMkLst>
            <pc:docMk/>
            <pc:sldMk cId="1572128505" sldId="289"/>
            <ac:spMk id="14" creationId="{E49CC64F-7275-4E33-961B-0C5CDC439875}"/>
          </ac:spMkLst>
        </pc:spChg>
        <pc:spChg chg="add del">
          <ac:chgData name="Gabriel Quintella" userId="0401f16030b3bbcc" providerId="LiveId" clId="{7D4A49CD-EA3E-46E8-8C0B-5C8208746B80}" dt="2022-03-14T01:13:26.759" v="1375" actId="26606"/>
          <ac:spMkLst>
            <pc:docMk/>
            <pc:sldMk cId="1572128505" sldId="289"/>
            <ac:spMk id="19" creationId="{9B7AD9F6-8CE7-4299-8FC6-328F4DCD3FF9}"/>
          </ac:spMkLst>
        </pc:spChg>
        <pc:spChg chg="add del">
          <ac:chgData name="Gabriel Quintella" userId="0401f16030b3bbcc" providerId="LiveId" clId="{7D4A49CD-EA3E-46E8-8C0B-5C8208746B80}" dt="2022-03-14T01:13:26.759" v="1375" actId="26606"/>
          <ac:spMkLst>
            <pc:docMk/>
            <pc:sldMk cId="1572128505" sldId="289"/>
            <ac:spMk id="21" creationId="{F49775AF-8896-43EE-92C6-83497D6DC56F}"/>
          </ac:spMkLst>
        </pc:spChg>
        <pc:spChg chg="add del">
          <ac:chgData name="Gabriel Quintella" userId="0401f16030b3bbcc" providerId="LiveId" clId="{7D4A49CD-EA3E-46E8-8C0B-5C8208746B80}" dt="2022-03-14T01:13:48.099" v="1377" actId="26606"/>
          <ac:spMkLst>
            <pc:docMk/>
            <pc:sldMk cId="1572128505" sldId="289"/>
            <ac:spMk id="26" creationId="{9B7AD9F6-8CE7-4299-8FC6-328F4DCD3FF9}"/>
          </ac:spMkLst>
        </pc:spChg>
        <pc:spChg chg="add del">
          <ac:chgData name="Gabriel Quintella" userId="0401f16030b3bbcc" providerId="LiveId" clId="{7D4A49CD-EA3E-46E8-8C0B-5C8208746B80}" dt="2022-03-14T01:13:48.099" v="1377" actId="26606"/>
          <ac:spMkLst>
            <pc:docMk/>
            <pc:sldMk cId="1572128505" sldId="289"/>
            <ac:spMk id="28" creationId="{F49775AF-8896-43EE-92C6-83497D6DC56F}"/>
          </ac:spMkLst>
        </pc:spChg>
        <pc:spChg chg="add del">
          <ac:chgData name="Gabriel Quintella" userId="0401f16030b3bbcc" providerId="LiveId" clId="{7D4A49CD-EA3E-46E8-8C0B-5C8208746B80}" dt="2022-03-14T01:15:15.854" v="1393" actId="26606"/>
          <ac:spMkLst>
            <pc:docMk/>
            <pc:sldMk cId="1572128505" sldId="289"/>
            <ac:spMk id="33" creationId="{943CAA20-3569-4189-9E48-239A229A86CA}"/>
          </ac:spMkLst>
        </pc:spChg>
        <pc:spChg chg="add del">
          <ac:chgData name="Gabriel Quintella" userId="0401f16030b3bbcc" providerId="LiveId" clId="{7D4A49CD-EA3E-46E8-8C0B-5C8208746B80}" dt="2022-03-14T01:15:15.854" v="1393" actId="26606"/>
          <ac:spMkLst>
            <pc:docMk/>
            <pc:sldMk cId="1572128505" sldId="289"/>
            <ac:spMk id="35" creationId="{DA542B6D-E775-4832-91DC-2D20F857813A}"/>
          </ac:spMkLst>
        </pc:spChg>
        <pc:spChg chg="add del">
          <ac:chgData name="Gabriel Quintella" userId="0401f16030b3bbcc" providerId="LiveId" clId="{7D4A49CD-EA3E-46E8-8C0B-5C8208746B80}" dt="2022-03-14T01:22:47.785" v="1518" actId="26606"/>
          <ac:spMkLst>
            <pc:docMk/>
            <pc:sldMk cId="1572128505" sldId="289"/>
            <ac:spMk id="40" creationId="{943CAA20-3569-4189-9E48-239A229A86CA}"/>
          </ac:spMkLst>
        </pc:spChg>
        <pc:spChg chg="add del">
          <ac:chgData name="Gabriel Quintella" userId="0401f16030b3bbcc" providerId="LiveId" clId="{7D4A49CD-EA3E-46E8-8C0B-5C8208746B80}" dt="2022-03-14T01:22:47.785" v="1518" actId="26606"/>
          <ac:spMkLst>
            <pc:docMk/>
            <pc:sldMk cId="1572128505" sldId="289"/>
            <ac:spMk id="42" creationId="{DA542B6D-E775-4832-91DC-2D20F857813A}"/>
          </ac:spMkLst>
        </pc:spChg>
        <pc:spChg chg="add del">
          <ac:chgData name="Gabriel Quintella" userId="0401f16030b3bbcc" providerId="LiveId" clId="{7D4A49CD-EA3E-46E8-8C0B-5C8208746B80}" dt="2022-03-14T01:22:47.770" v="1517" actId="26606"/>
          <ac:spMkLst>
            <pc:docMk/>
            <pc:sldMk cId="1572128505" sldId="289"/>
            <ac:spMk id="47" creationId="{ED8E54F9-849C-4865-8C5E-FD967B81D756}"/>
          </ac:spMkLst>
        </pc:spChg>
        <pc:spChg chg="add del">
          <ac:chgData name="Gabriel Quintella" userId="0401f16030b3bbcc" providerId="LiveId" clId="{7D4A49CD-EA3E-46E8-8C0B-5C8208746B80}" dt="2022-03-14T01:22:47.770" v="1517" actId="26606"/>
          <ac:spMkLst>
            <pc:docMk/>
            <pc:sldMk cId="1572128505" sldId="289"/>
            <ac:spMk id="49" creationId="{391AE6B3-1D2D-4C67-A4DB-888635B527AC}"/>
          </ac:spMkLst>
        </pc:spChg>
        <pc:spChg chg="add del">
          <ac:chgData name="Gabriel Quintella" userId="0401f16030b3bbcc" providerId="LiveId" clId="{7D4A49CD-EA3E-46E8-8C0B-5C8208746B80}" dt="2022-03-14T01:22:47.770" v="1517" actId="26606"/>
          <ac:spMkLst>
            <pc:docMk/>
            <pc:sldMk cId="1572128505" sldId="289"/>
            <ac:spMk id="51" creationId="{6D080EC2-42B5-4E04-BBF7-F0BC5CB7C997}"/>
          </ac:spMkLst>
        </pc:spChg>
        <pc:spChg chg="add">
          <ac:chgData name="Gabriel Quintella" userId="0401f16030b3bbcc" providerId="LiveId" clId="{7D4A49CD-EA3E-46E8-8C0B-5C8208746B80}" dt="2022-03-14T01:22:47.785" v="1518" actId="26606"/>
          <ac:spMkLst>
            <pc:docMk/>
            <pc:sldMk cId="1572128505" sldId="289"/>
            <ac:spMk id="53" creationId="{8FFD9892-EDE5-4886-A313-66099DA8C8F1}"/>
          </ac:spMkLst>
        </pc:spChg>
        <pc:spChg chg="add">
          <ac:chgData name="Gabriel Quintella" userId="0401f16030b3bbcc" providerId="LiveId" clId="{7D4A49CD-EA3E-46E8-8C0B-5C8208746B80}" dt="2022-03-14T01:22:47.785" v="1518" actId="26606"/>
          <ac:spMkLst>
            <pc:docMk/>
            <pc:sldMk cId="1572128505" sldId="289"/>
            <ac:spMk id="54" creationId="{9B6CD22E-2269-419F-9E81-016EA035D4C1}"/>
          </ac:spMkLst>
        </pc:spChg>
        <pc:spChg chg="add">
          <ac:chgData name="Gabriel Quintella" userId="0401f16030b3bbcc" providerId="LiveId" clId="{7D4A49CD-EA3E-46E8-8C0B-5C8208746B80}" dt="2022-03-14T01:22:47.785" v="1518" actId="26606"/>
          <ac:spMkLst>
            <pc:docMk/>
            <pc:sldMk cId="1572128505" sldId="289"/>
            <ac:spMk id="55" creationId="{AA607D34-E2A9-4595-9DB2-5472E077CA49}"/>
          </ac:spMkLst>
        </pc:spChg>
        <pc:spChg chg="add">
          <ac:chgData name="Gabriel Quintella" userId="0401f16030b3bbcc" providerId="LiveId" clId="{7D4A49CD-EA3E-46E8-8C0B-5C8208746B80}" dt="2022-03-14T01:22:47.785" v="1518" actId="26606"/>
          <ac:spMkLst>
            <pc:docMk/>
            <pc:sldMk cId="1572128505" sldId="289"/>
            <ac:spMk id="56" creationId="{63DAB858-5A0C-4AFF-AAC6-705EDF8DB733}"/>
          </ac:spMkLst>
        </pc:spChg>
        <pc:picChg chg="del mod ord">
          <ac:chgData name="Gabriel Quintella" userId="0401f16030b3bbcc" providerId="LiveId" clId="{7D4A49CD-EA3E-46E8-8C0B-5C8208746B80}" dt="2022-03-14T01:13:38.961" v="1376" actId="478"/>
          <ac:picMkLst>
            <pc:docMk/>
            <pc:sldMk cId="1572128505" sldId="289"/>
            <ac:picMk id="4" creationId="{8FBED80D-7006-4868-BD2E-0119D360BC36}"/>
          </ac:picMkLst>
        </pc:picChg>
      </pc:sldChg>
      <pc:sldChg chg="addSp delSp modSp mod setBg">
        <pc:chgData name="Gabriel Quintella" userId="0401f16030b3bbcc" providerId="LiveId" clId="{7D4A49CD-EA3E-46E8-8C0B-5C8208746B80}" dt="2022-03-14T01:18:22.616" v="1446" actId="27636"/>
        <pc:sldMkLst>
          <pc:docMk/>
          <pc:sldMk cId="3433790968" sldId="290"/>
        </pc:sldMkLst>
        <pc:spChg chg="del">
          <ac:chgData name="Gabriel Quintella" userId="0401f16030b3bbcc" providerId="LiveId" clId="{7D4A49CD-EA3E-46E8-8C0B-5C8208746B80}" dt="2022-03-14T01:17:53.429" v="1407" actId="478"/>
          <ac:spMkLst>
            <pc:docMk/>
            <pc:sldMk cId="3433790968" sldId="290"/>
            <ac:spMk id="2" creationId="{07DE9237-B652-4774-88D2-56F304C24016}"/>
          </ac:spMkLst>
        </pc:spChg>
        <pc:spChg chg="mod">
          <ac:chgData name="Gabriel Quintella" userId="0401f16030b3bbcc" providerId="LiveId" clId="{7D4A49CD-EA3E-46E8-8C0B-5C8208746B80}" dt="2022-03-14T01:18:00.777" v="1408" actId="26606"/>
          <ac:spMkLst>
            <pc:docMk/>
            <pc:sldMk cId="3433790968" sldId="290"/>
            <ac:spMk id="3" creationId="{6ECE45D1-F65A-44E4-88A0-371BF51EE333}"/>
          </ac:spMkLst>
        </pc:spChg>
        <pc:spChg chg="del">
          <ac:chgData name="Gabriel Quintella" userId="0401f16030b3bbcc" providerId="LiveId" clId="{7D4A49CD-EA3E-46E8-8C0B-5C8208746B80}" dt="2022-03-14T01:18:00.777" v="1408" actId="26606"/>
          <ac:spMkLst>
            <pc:docMk/>
            <pc:sldMk cId="3433790968" sldId="290"/>
            <ac:spMk id="6" creationId="{E49CC64F-7275-4E33-961B-0C5CDC439875}"/>
          </ac:spMkLst>
        </pc:spChg>
        <pc:spChg chg="mod">
          <ac:chgData name="Gabriel Quintella" userId="0401f16030b3bbcc" providerId="LiveId" clId="{7D4A49CD-EA3E-46E8-8C0B-5C8208746B80}" dt="2022-03-14T01:18:22.616" v="1446" actId="27636"/>
          <ac:spMkLst>
            <pc:docMk/>
            <pc:sldMk cId="3433790968" sldId="290"/>
            <ac:spMk id="7" creationId="{A3200E9F-121D-4915-B0E1-950B97483DA9}"/>
          </ac:spMkLst>
        </pc:spChg>
        <pc:spChg chg="add">
          <ac:chgData name="Gabriel Quintella" userId="0401f16030b3bbcc" providerId="LiveId" clId="{7D4A49CD-EA3E-46E8-8C0B-5C8208746B80}" dt="2022-03-14T01:18:00.777" v="1408" actId="26606"/>
          <ac:spMkLst>
            <pc:docMk/>
            <pc:sldMk cId="3433790968" sldId="290"/>
            <ac:spMk id="10" creationId="{F13C74B1-5B17-4795-BED0-7140497B445A}"/>
          </ac:spMkLst>
        </pc:spChg>
        <pc:spChg chg="add">
          <ac:chgData name="Gabriel Quintella" userId="0401f16030b3bbcc" providerId="LiveId" clId="{7D4A49CD-EA3E-46E8-8C0B-5C8208746B80}" dt="2022-03-14T01:18:00.777" v="1408" actId="26606"/>
          <ac:spMkLst>
            <pc:docMk/>
            <pc:sldMk cId="3433790968" sldId="290"/>
            <ac:spMk id="14" creationId="{D4974D33-8DC5-464E-8C6D-BE58F0669C17}"/>
          </ac:spMkLst>
        </pc:spChg>
        <pc:picChg chg="mod ord">
          <ac:chgData name="Gabriel Quintella" userId="0401f16030b3bbcc" providerId="LiveId" clId="{7D4A49CD-EA3E-46E8-8C0B-5C8208746B80}" dt="2022-03-14T01:18:00.777" v="1408" actId="26606"/>
          <ac:picMkLst>
            <pc:docMk/>
            <pc:sldMk cId="3433790968" sldId="290"/>
            <ac:picMk id="4" creationId="{8FBED80D-7006-4868-BD2E-0119D360BC36}"/>
          </ac:picMkLst>
        </pc:picChg>
      </pc:sldChg>
      <pc:sldChg chg="addSp delSp modSp mod setBg">
        <pc:chgData name="Gabriel Quintella" userId="0401f16030b3bbcc" providerId="LiveId" clId="{7D4A49CD-EA3E-46E8-8C0B-5C8208746B80}" dt="2022-03-14T01:24:10.981" v="1569" actId="1037"/>
        <pc:sldMkLst>
          <pc:docMk/>
          <pc:sldMk cId="4217838346" sldId="291"/>
        </pc:sldMkLst>
        <pc:spChg chg="mod ord">
          <ac:chgData name="Gabriel Quintella" userId="0401f16030b3bbcc" providerId="LiveId" clId="{7D4A49CD-EA3E-46E8-8C0B-5C8208746B80}" dt="2022-03-14T01:24:10.981" v="1569" actId="1037"/>
          <ac:spMkLst>
            <pc:docMk/>
            <pc:sldMk cId="4217838346" sldId="291"/>
            <ac:spMk id="2" creationId="{A22A48B3-5314-4374-A82C-5EA1D94D2747}"/>
          </ac:spMkLst>
        </pc:spChg>
        <pc:spChg chg="del">
          <ac:chgData name="Gabriel Quintella" userId="0401f16030b3bbcc" providerId="LiveId" clId="{7D4A49CD-EA3E-46E8-8C0B-5C8208746B80}" dt="2022-03-14T01:09:55.107" v="1137" actId="26606"/>
          <ac:spMkLst>
            <pc:docMk/>
            <pc:sldMk cId="4217838346" sldId="291"/>
            <ac:spMk id="9" creationId="{E49CC64F-7275-4E33-961B-0C5CDC439875}"/>
          </ac:spMkLst>
        </pc:spChg>
        <pc:spChg chg="add del">
          <ac:chgData name="Gabriel Quintella" userId="0401f16030b3bbcc" providerId="LiveId" clId="{7D4A49CD-EA3E-46E8-8C0B-5C8208746B80}" dt="2022-03-14T01:10:16.622" v="1142" actId="26606"/>
          <ac:spMkLst>
            <pc:docMk/>
            <pc:sldMk cId="4217838346" sldId="291"/>
            <ac:spMk id="14" creationId="{27BDFED6-6E33-4606-AFE2-886ADB1C018E}"/>
          </ac:spMkLst>
        </pc:spChg>
        <pc:spChg chg="add del">
          <ac:chgData name="Gabriel Quintella" userId="0401f16030b3bbcc" providerId="LiveId" clId="{7D4A49CD-EA3E-46E8-8C0B-5C8208746B80}" dt="2022-03-14T01:10:16.622" v="1142" actId="26606"/>
          <ac:spMkLst>
            <pc:docMk/>
            <pc:sldMk cId="4217838346" sldId="291"/>
            <ac:spMk id="16" creationId="{890DEF05-784E-4B61-89E4-04C4ECF4E5A0}"/>
          </ac:spMkLst>
        </pc:spChg>
        <pc:spChg chg="add del">
          <ac:chgData name="Gabriel Quintella" userId="0401f16030b3bbcc" providerId="LiveId" clId="{7D4A49CD-EA3E-46E8-8C0B-5C8208746B80}" dt="2022-03-14T01:10:16.606" v="1141" actId="26606"/>
          <ac:spMkLst>
            <pc:docMk/>
            <pc:sldMk cId="4217838346" sldId="291"/>
            <ac:spMk id="23" creationId="{22A397E7-BF60-45B2-84C7-B074B76C37A7}"/>
          </ac:spMkLst>
        </pc:spChg>
        <pc:spChg chg="add del">
          <ac:chgData name="Gabriel Quintella" userId="0401f16030b3bbcc" providerId="LiveId" clId="{7D4A49CD-EA3E-46E8-8C0B-5C8208746B80}" dt="2022-03-14T01:10:16.606" v="1141" actId="26606"/>
          <ac:spMkLst>
            <pc:docMk/>
            <pc:sldMk cId="4217838346" sldId="291"/>
            <ac:spMk id="25" creationId="{890DEF05-784E-4B61-89E4-04C4ECF4E5A0}"/>
          </ac:spMkLst>
        </pc:spChg>
        <pc:spChg chg="add del">
          <ac:chgData name="Gabriel Quintella" userId="0401f16030b3bbcc" providerId="LiveId" clId="{7D4A49CD-EA3E-46E8-8C0B-5C8208746B80}" dt="2022-03-14T01:22:25.027" v="1515" actId="26606"/>
          <ac:spMkLst>
            <pc:docMk/>
            <pc:sldMk cId="4217838346" sldId="291"/>
            <ac:spMk id="29" creationId="{08C9B587-E65E-4B52-B37C-ABEBB6E87928}"/>
          </ac:spMkLst>
        </pc:spChg>
        <pc:spChg chg="add del">
          <ac:chgData name="Gabriel Quintella" userId="0401f16030b3bbcc" providerId="LiveId" clId="{7D4A49CD-EA3E-46E8-8C0B-5C8208746B80}" dt="2022-03-14T01:22:25.027" v="1515" actId="26606"/>
          <ac:spMkLst>
            <pc:docMk/>
            <pc:sldMk cId="4217838346" sldId="291"/>
            <ac:spMk id="30" creationId="{0671A8AE-40A1-4631-A6B8-581AFF065482}"/>
          </ac:spMkLst>
        </pc:spChg>
        <pc:spChg chg="add del">
          <ac:chgData name="Gabriel Quintella" userId="0401f16030b3bbcc" providerId="LiveId" clId="{7D4A49CD-EA3E-46E8-8C0B-5C8208746B80}" dt="2022-03-14T01:22:25.027" v="1515" actId="26606"/>
          <ac:spMkLst>
            <pc:docMk/>
            <pc:sldMk cId="4217838346" sldId="291"/>
            <ac:spMk id="31" creationId="{AB58EF07-17C2-48CF-ABB0-EEF1F17CB8F0}"/>
          </ac:spMkLst>
        </pc:spChg>
        <pc:spChg chg="add del">
          <ac:chgData name="Gabriel Quintella" userId="0401f16030b3bbcc" providerId="LiveId" clId="{7D4A49CD-EA3E-46E8-8C0B-5C8208746B80}" dt="2022-03-14T01:22:25.027" v="1515" actId="26606"/>
          <ac:spMkLst>
            <pc:docMk/>
            <pc:sldMk cId="4217838346" sldId="291"/>
            <ac:spMk id="32" creationId="{AF2F604E-43BE-4DC3-B983-E071523364F8}"/>
          </ac:spMkLst>
        </pc:spChg>
        <pc:spChg chg="add">
          <ac:chgData name="Gabriel Quintella" userId="0401f16030b3bbcc" providerId="LiveId" clId="{7D4A49CD-EA3E-46E8-8C0B-5C8208746B80}" dt="2022-03-14T01:22:25.027" v="1515" actId="26606"/>
          <ac:spMkLst>
            <pc:docMk/>
            <pc:sldMk cId="4217838346" sldId="291"/>
            <ac:spMk id="34" creationId="{9B7AD9F6-8CE7-4299-8FC6-328F4DCD3FF9}"/>
          </ac:spMkLst>
        </pc:spChg>
        <pc:spChg chg="add">
          <ac:chgData name="Gabriel Quintella" userId="0401f16030b3bbcc" providerId="LiveId" clId="{7D4A49CD-EA3E-46E8-8C0B-5C8208746B80}" dt="2022-03-14T01:22:25.027" v="1515" actId="26606"/>
          <ac:spMkLst>
            <pc:docMk/>
            <pc:sldMk cId="4217838346" sldId="291"/>
            <ac:spMk id="35" creationId="{F49775AF-8896-43EE-92C6-83497D6DC56F}"/>
          </ac:spMkLst>
        </pc:spChg>
        <pc:spChg chg="add del">
          <ac:chgData name="Gabriel Quintella" userId="0401f16030b3bbcc" providerId="LiveId" clId="{7D4A49CD-EA3E-46E8-8C0B-5C8208746B80}" dt="2022-03-14T01:22:22.643" v="1514" actId="26606"/>
          <ac:spMkLst>
            <pc:docMk/>
            <pc:sldMk cId="4217838346" sldId="291"/>
            <ac:spMk id="37" creationId="{9B7AD9F6-8CE7-4299-8FC6-328F4DCD3FF9}"/>
          </ac:spMkLst>
        </pc:spChg>
        <pc:spChg chg="add del">
          <ac:chgData name="Gabriel Quintella" userId="0401f16030b3bbcc" providerId="LiveId" clId="{7D4A49CD-EA3E-46E8-8C0B-5C8208746B80}" dt="2022-03-14T01:22:22.643" v="1514" actId="26606"/>
          <ac:spMkLst>
            <pc:docMk/>
            <pc:sldMk cId="4217838346" sldId="291"/>
            <ac:spMk id="39" creationId="{F49775AF-8896-43EE-92C6-83497D6DC56F}"/>
          </ac:spMkLst>
        </pc:spChg>
        <pc:picChg chg="del mod">
          <ac:chgData name="Gabriel Quintella" userId="0401f16030b3bbcc" providerId="LiveId" clId="{7D4A49CD-EA3E-46E8-8C0B-5C8208746B80}" dt="2022-03-14T01:09:58.450" v="1138" actId="478"/>
          <ac:picMkLst>
            <pc:docMk/>
            <pc:sldMk cId="4217838346" sldId="291"/>
            <ac:picMk id="4" creationId="{8FBED80D-7006-4868-BD2E-0119D360BC36}"/>
          </ac:picMkLst>
        </pc:picChg>
        <pc:picChg chg="mod ord">
          <ac:chgData name="Gabriel Quintella" userId="0401f16030b3bbcc" providerId="LiveId" clId="{7D4A49CD-EA3E-46E8-8C0B-5C8208746B80}" dt="2022-03-14T01:22:25.027" v="1515" actId="26606"/>
          <ac:picMkLst>
            <pc:docMk/>
            <pc:sldMk cId="4217838346" sldId="291"/>
            <ac:picMk id="8" creationId="{3E674D44-D855-4E9A-AD71-40E2B1F02E74}"/>
          </ac:picMkLst>
        </pc:picChg>
        <pc:cxnChg chg="add del">
          <ac:chgData name="Gabriel Quintella" userId="0401f16030b3bbcc" providerId="LiveId" clId="{7D4A49CD-EA3E-46E8-8C0B-5C8208746B80}" dt="2022-03-14T01:10:16.622" v="1142" actId="26606"/>
          <ac:cxnSpMkLst>
            <pc:docMk/>
            <pc:sldMk cId="4217838346" sldId="291"/>
            <ac:cxnSpMk id="18" creationId="{C41BAEC7-F7B0-4224-8B18-8F74B7D87F0B}"/>
          </ac:cxnSpMkLst>
        </pc:cxnChg>
        <pc:cxnChg chg="add del">
          <ac:chgData name="Gabriel Quintella" userId="0401f16030b3bbcc" providerId="LiveId" clId="{7D4A49CD-EA3E-46E8-8C0B-5C8208746B80}" dt="2022-03-14T01:10:16.606" v="1141" actId="26606"/>
          <ac:cxnSpMkLst>
            <pc:docMk/>
            <pc:sldMk cId="4217838346" sldId="291"/>
            <ac:cxnSpMk id="27" creationId="{C41BAEC7-F7B0-4224-8B18-8F74B7D87F0B}"/>
          </ac:cxnSpMkLst>
        </pc:cxnChg>
      </pc:sldChg>
      <pc:sldChg chg="addSp delSp modSp mod setBg">
        <pc:chgData name="Gabriel Quintella" userId="0401f16030b3bbcc" providerId="LiveId" clId="{7D4A49CD-EA3E-46E8-8C0B-5C8208746B80}" dt="2022-03-14T01:34:33.203" v="2304" actId="26606"/>
        <pc:sldMkLst>
          <pc:docMk/>
          <pc:sldMk cId="1987481100" sldId="292"/>
        </pc:sldMkLst>
        <pc:spChg chg="mod ord">
          <ac:chgData name="Gabriel Quintella" userId="0401f16030b3bbcc" providerId="LiveId" clId="{7D4A49CD-EA3E-46E8-8C0B-5C8208746B80}" dt="2022-03-14T01:34:33.203" v="2304" actId="26606"/>
          <ac:spMkLst>
            <pc:docMk/>
            <pc:sldMk cId="1987481100" sldId="292"/>
            <ac:spMk id="2" creationId="{A22A48B3-5314-4374-A82C-5EA1D94D2747}"/>
          </ac:spMkLst>
        </pc:spChg>
        <pc:spChg chg="add del">
          <ac:chgData name="Gabriel Quintella" userId="0401f16030b3bbcc" providerId="LiveId" clId="{7D4A49CD-EA3E-46E8-8C0B-5C8208746B80}" dt="2022-03-14T01:11:00.230" v="1150" actId="26606"/>
          <ac:spMkLst>
            <pc:docMk/>
            <pc:sldMk cId="1987481100" sldId="292"/>
            <ac:spMk id="9" creationId="{E49CC64F-7275-4E33-961B-0C5CDC439875}"/>
          </ac:spMkLst>
        </pc:spChg>
        <pc:spChg chg="add del">
          <ac:chgData name="Gabriel Quintella" userId="0401f16030b3bbcc" providerId="LiveId" clId="{7D4A49CD-EA3E-46E8-8C0B-5C8208746B80}" dt="2022-03-14T01:11:00.215" v="1149" actId="26606"/>
          <ac:spMkLst>
            <pc:docMk/>
            <pc:sldMk cId="1987481100" sldId="292"/>
            <ac:spMk id="11" creationId="{AB58EF07-17C2-48CF-ABB0-EEF1F17CB8F0}"/>
          </ac:spMkLst>
        </pc:spChg>
        <pc:spChg chg="add del mod">
          <ac:chgData name="Gabriel Quintella" userId="0401f16030b3bbcc" providerId="LiveId" clId="{7D4A49CD-EA3E-46E8-8C0B-5C8208746B80}" dt="2022-03-14T01:11:19.407" v="1158"/>
          <ac:spMkLst>
            <pc:docMk/>
            <pc:sldMk cId="1987481100" sldId="292"/>
            <ac:spMk id="12" creationId="{C3005BB6-9EA3-4ECB-8F65-8019F78CB889}"/>
          </ac:spMkLst>
        </pc:spChg>
        <pc:spChg chg="add mod">
          <ac:chgData name="Gabriel Quintella" userId="0401f16030b3bbcc" providerId="LiveId" clId="{7D4A49CD-EA3E-46E8-8C0B-5C8208746B80}" dt="2022-03-14T01:34:33.203" v="2304" actId="26606"/>
          <ac:spMkLst>
            <pc:docMk/>
            <pc:sldMk cId="1987481100" sldId="292"/>
            <ac:spMk id="13" creationId="{AD43B314-FB14-407A-BCF5-6019E3376652}"/>
          </ac:spMkLst>
        </pc:spChg>
        <pc:spChg chg="add del">
          <ac:chgData name="Gabriel Quintella" userId="0401f16030b3bbcc" providerId="LiveId" clId="{7D4A49CD-EA3E-46E8-8C0B-5C8208746B80}" dt="2022-03-14T01:11:00.215" v="1149" actId="26606"/>
          <ac:spMkLst>
            <pc:docMk/>
            <pc:sldMk cId="1987481100" sldId="292"/>
            <ac:spMk id="14" creationId="{0671A8AE-40A1-4631-A6B8-581AFF065482}"/>
          </ac:spMkLst>
        </pc:spChg>
        <pc:spChg chg="add del">
          <ac:chgData name="Gabriel Quintella" userId="0401f16030b3bbcc" providerId="LiveId" clId="{7D4A49CD-EA3E-46E8-8C0B-5C8208746B80}" dt="2022-03-14T01:11:00.215" v="1149" actId="26606"/>
          <ac:spMkLst>
            <pc:docMk/>
            <pc:sldMk cId="1987481100" sldId="292"/>
            <ac:spMk id="18" creationId="{AF2F604E-43BE-4DC3-B983-E071523364F8}"/>
          </ac:spMkLst>
        </pc:spChg>
        <pc:spChg chg="add del">
          <ac:chgData name="Gabriel Quintella" userId="0401f16030b3bbcc" providerId="LiveId" clId="{7D4A49CD-EA3E-46E8-8C0B-5C8208746B80}" dt="2022-03-14T01:11:00.215" v="1149" actId="26606"/>
          <ac:spMkLst>
            <pc:docMk/>
            <pc:sldMk cId="1987481100" sldId="292"/>
            <ac:spMk id="20" creationId="{08C9B587-E65E-4B52-B37C-ABEBB6E87928}"/>
          </ac:spMkLst>
        </pc:spChg>
        <pc:spChg chg="add del">
          <ac:chgData name="Gabriel Quintella" userId="0401f16030b3bbcc" providerId="LiveId" clId="{7D4A49CD-EA3E-46E8-8C0B-5C8208746B80}" dt="2022-03-14T01:34:33.203" v="2304" actId="26606"/>
          <ac:spMkLst>
            <pc:docMk/>
            <pc:sldMk cId="1987481100" sldId="292"/>
            <ac:spMk id="22" creationId="{9B7AD9F6-8CE7-4299-8FC6-328F4DCD3FF9}"/>
          </ac:spMkLst>
        </pc:spChg>
        <pc:spChg chg="add del">
          <ac:chgData name="Gabriel Quintella" userId="0401f16030b3bbcc" providerId="LiveId" clId="{7D4A49CD-EA3E-46E8-8C0B-5C8208746B80}" dt="2022-03-14T01:34:33.203" v="2304" actId="26606"/>
          <ac:spMkLst>
            <pc:docMk/>
            <pc:sldMk cId="1987481100" sldId="292"/>
            <ac:spMk id="23" creationId="{F49775AF-8896-43EE-92C6-83497D6DC56F}"/>
          </ac:spMkLst>
        </pc:spChg>
        <pc:spChg chg="add del">
          <ac:chgData name="Gabriel Quintella" userId="0401f16030b3bbcc" providerId="LiveId" clId="{7D4A49CD-EA3E-46E8-8C0B-5C8208746B80}" dt="2022-03-14T01:34:29.597" v="2300" actId="26606"/>
          <ac:spMkLst>
            <pc:docMk/>
            <pc:sldMk cId="1987481100" sldId="292"/>
            <ac:spMk id="28" creationId="{F13C74B1-5B17-4795-BED0-7140497B445A}"/>
          </ac:spMkLst>
        </pc:spChg>
        <pc:spChg chg="add del">
          <ac:chgData name="Gabriel Quintella" userId="0401f16030b3bbcc" providerId="LiveId" clId="{7D4A49CD-EA3E-46E8-8C0B-5C8208746B80}" dt="2022-03-14T01:34:29.597" v="2300" actId="26606"/>
          <ac:spMkLst>
            <pc:docMk/>
            <pc:sldMk cId="1987481100" sldId="292"/>
            <ac:spMk id="30" creationId="{D4974D33-8DC5-464E-8C6D-BE58F0669C17}"/>
          </ac:spMkLst>
        </pc:spChg>
        <pc:spChg chg="add del">
          <ac:chgData name="Gabriel Quintella" userId="0401f16030b3bbcc" providerId="LiveId" clId="{7D4A49CD-EA3E-46E8-8C0B-5C8208746B80}" dt="2022-03-14T01:34:31.496" v="2302" actId="26606"/>
          <ac:spMkLst>
            <pc:docMk/>
            <pc:sldMk cId="1987481100" sldId="292"/>
            <ac:spMk id="32" creationId="{2B97F24A-32CE-4C1C-A50D-3016B394DCFB}"/>
          </ac:spMkLst>
        </pc:spChg>
        <pc:spChg chg="add del">
          <ac:chgData name="Gabriel Quintella" userId="0401f16030b3bbcc" providerId="LiveId" clId="{7D4A49CD-EA3E-46E8-8C0B-5C8208746B80}" dt="2022-03-14T01:34:31.496" v="2302" actId="26606"/>
          <ac:spMkLst>
            <pc:docMk/>
            <pc:sldMk cId="1987481100" sldId="292"/>
            <ac:spMk id="33" creationId="{CD8B4F24-440B-49E9-B85D-733523DC064B}"/>
          </ac:spMkLst>
        </pc:spChg>
        <pc:spChg chg="add del">
          <ac:chgData name="Gabriel Quintella" userId="0401f16030b3bbcc" providerId="LiveId" clId="{7D4A49CD-EA3E-46E8-8C0B-5C8208746B80}" dt="2022-03-14T01:34:33.203" v="2304" actId="26606"/>
          <ac:spMkLst>
            <pc:docMk/>
            <pc:sldMk cId="1987481100" sldId="292"/>
            <ac:spMk id="35" creationId="{F13C74B1-5B17-4795-BED0-7140497B445A}"/>
          </ac:spMkLst>
        </pc:spChg>
        <pc:spChg chg="add del">
          <ac:chgData name="Gabriel Quintella" userId="0401f16030b3bbcc" providerId="LiveId" clId="{7D4A49CD-EA3E-46E8-8C0B-5C8208746B80}" dt="2022-03-14T01:34:33.203" v="2304" actId="26606"/>
          <ac:spMkLst>
            <pc:docMk/>
            <pc:sldMk cId="1987481100" sldId="292"/>
            <ac:spMk id="36" creationId="{D4974D33-8DC5-464E-8C6D-BE58F0669C17}"/>
          </ac:spMkLst>
        </pc:spChg>
        <pc:picChg chg="mod ord">
          <ac:chgData name="Gabriel Quintella" userId="0401f16030b3bbcc" providerId="LiveId" clId="{7D4A49CD-EA3E-46E8-8C0B-5C8208746B80}" dt="2022-03-14T01:34:33.203" v="2304" actId="26606"/>
          <ac:picMkLst>
            <pc:docMk/>
            <pc:sldMk cId="1987481100" sldId="292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7D4A49CD-EA3E-46E8-8C0B-5C8208746B80}" dt="2022-03-14T01:19:31.921" v="1449" actId="26606"/>
        <pc:sldMkLst>
          <pc:docMk/>
          <pc:sldMk cId="2075173497" sldId="293"/>
        </pc:sldMkLst>
        <pc:spChg chg="del">
          <ac:chgData name="Gabriel Quintella" userId="0401f16030b3bbcc" providerId="LiveId" clId="{7D4A49CD-EA3E-46E8-8C0B-5C8208746B80}" dt="2022-03-02T00:08:25.055" v="53" actId="478"/>
          <ac:spMkLst>
            <pc:docMk/>
            <pc:sldMk cId="2075173497" sldId="293"/>
            <ac:spMk id="2" creationId="{07DE9237-B652-4774-88D2-56F304C24016}"/>
          </ac:spMkLst>
        </pc:spChg>
        <pc:spChg chg="mod ord">
          <ac:chgData name="Gabriel Quintella" userId="0401f16030b3bbcc" providerId="LiveId" clId="{7D4A49CD-EA3E-46E8-8C0B-5C8208746B80}" dt="2022-03-14T01:19:31.921" v="1449" actId="26606"/>
          <ac:spMkLst>
            <pc:docMk/>
            <pc:sldMk cId="2075173497" sldId="293"/>
            <ac:spMk id="3" creationId="{6ECE45D1-F65A-44E4-88A0-371BF51EE333}"/>
          </ac:spMkLst>
        </pc:spChg>
        <pc:spChg chg="del">
          <ac:chgData name="Gabriel Quintella" userId="0401f16030b3bbcc" providerId="LiveId" clId="{7D4A49CD-EA3E-46E8-8C0B-5C8208746B80}" dt="2022-03-02T00:07:26.896" v="3"/>
          <ac:spMkLst>
            <pc:docMk/>
            <pc:sldMk cId="2075173497" sldId="293"/>
            <ac:spMk id="6" creationId="{E49CC64F-7275-4E33-961B-0C5CDC439875}"/>
          </ac:spMkLst>
        </pc:spChg>
        <pc:spChg chg="mod">
          <ac:chgData name="Gabriel Quintella" userId="0401f16030b3bbcc" providerId="LiveId" clId="{7D4A49CD-EA3E-46E8-8C0B-5C8208746B80}" dt="2022-03-14T01:19:31.921" v="1449" actId="26606"/>
          <ac:spMkLst>
            <pc:docMk/>
            <pc:sldMk cId="2075173497" sldId="293"/>
            <ac:spMk id="7" creationId="{A3200E9F-121D-4915-B0E1-950B97483DA9}"/>
          </ac:spMkLst>
        </pc:spChg>
        <pc:spChg chg="add del">
          <ac:chgData name="Gabriel Quintella" userId="0401f16030b3bbcc" providerId="LiveId" clId="{7D4A49CD-EA3E-46E8-8C0B-5C8208746B80}" dt="2022-03-14T01:19:31.921" v="1449" actId="26606"/>
          <ac:spMkLst>
            <pc:docMk/>
            <pc:sldMk cId="2075173497" sldId="293"/>
            <ac:spMk id="12" creationId="{5E8D2E83-FB3A-40E7-A9E5-7AB389D612B4}"/>
          </ac:spMkLst>
        </pc:spChg>
        <pc:spChg chg="add">
          <ac:chgData name="Gabriel Quintella" userId="0401f16030b3bbcc" providerId="LiveId" clId="{7D4A49CD-EA3E-46E8-8C0B-5C8208746B80}" dt="2022-03-14T01:19:31.921" v="1449" actId="26606"/>
          <ac:spMkLst>
            <pc:docMk/>
            <pc:sldMk cId="2075173497" sldId="293"/>
            <ac:spMk id="17" creationId="{F13C74B1-5B17-4795-BED0-7140497B445A}"/>
          </ac:spMkLst>
        </pc:spChg>
        <pc:spChg chg="add">
          <ac:chgData name="Gabriel Quintella" userId="0401f16030b3bbcc" providerId="LiveId" clId="{7D4A49CD-EA3E-46E8-8C0B-5C8208746B80}" dt="2022-03-14T01:19:31.921" v="1449" actId="26606"/>
          <ac:spMkLst>
            <pc:docMk/>
            <pc:sldMk cId="2075173497" sldId="293"/>
            <ac:spMk id="19" creationId="{D4974D33-8DC5-464E-8C6D-BE58F0669C17}"/>
          </ac:spMkLst>
        </pc:spChg>
        <pc:picChg chg="mod ord">
          <ac:chgData name="Gabriel Quintella" userId="0401f16030b3bbcc" providerId="LiveId" clId="{7D4A49CD-EA3E-46E8-8C0B-5C8208746B80}" dt="2022-03-14T01:19:31.921" v="1449" actId="26606"/>
          <ac:picMkLst>
            <pc:docMk/>
            <pc:sldMk cId="2075173497" sldId="293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7D4A49CD-EA3E-46E8-8C0B-5C8208746B80}" dt="2022-03-14T01:19:24.066" v="1448" actId="26606"/>
        <pc:sldMkLst>
          <pc:docMk/>
          <pc:sldMk cId="742588698" sldId="294"/>
        </pc:sldMkLst>
        <pc:spChg chg="del">
          <ac:chgData name="Gabriel Quintella" userId="0401f16030b3bbcc" providerId="LiveId" clId="{7D4A49CD-EA3E-46E8-8C0B-5C8208746B80}" dt="2022-03-02T00:11:49.496" v="283" actId="478"/>
          <ac:spMkLst>
            <pc:docMk/>
            <pc:sldMk cId="742588698" sldId="294"/>
            <ac:spMk id="2" creationId="{A22A48B3-5314-4374-A82C-5EA1D94D2747}"/>
          </ac:spMkLst>
        </pc:spChg>
        <pc:spChg chg="del">
          <ac:chgData name="Gabriel Quintella" userId="0401f16030b3bbcc" providerId="LiveId" clId="{7D4A49CD-EA3E-46E8-8C0B-5C8208746B80}" dt="2022-03-02T00:11:12.709" v="277"/>
          <ac:spMkLst>
            <pc:docMk/>
            <pc:sldMk cId="742588698" sldId="294"/>
            <ac:spMk id="6" creationId="{E49CC64F-7275-4E33-961B-0C5CDC439875}"/>
          </ac:spMkLst>
        </pc:spChg>
        <pc:spChg chg="add del mod">
          <ac:chgData name="Gabriel Quintella" userId="0401f16030b3bbcc" providerId="LiveId" clId="{7D4A49CD-EA3E-46E8-8C0B-5C8208746B80}" dt="2022-03-14T01:19:24.066" v="1448" actId="26606"/>
          <ac:spMkLst>
            <pc:docMk/>
            <pc:sldMk cId="742588698" sldId="294"/>
            <ac:spMk id="8" creationId="{B19A8C88-49D1-4E4D-B287-F869172195A4}"/>
          </ac:spMkLst>
        </pc:spChg>
        <pc:spChg chg="add mod">
          <ac:chgData name="Gabriel Quintella" userId="0401f16030b3bbcc" providerId="LiveId" clId="{7D4A49CD-EA3E-46E8-8C0B-5C8208746B80}" dt="2022-03-14T01:19:24.066" v="1448" actId="26606"/>
          <ac:spMkLst>
            <pc:docMk/>
            <pc:sldMk cId="742588698" sldId="294"/>
            <ac:spMk id="9" creationId="{DC7F298F-D3A9-4732-80A8-A11DA959F706}"/>
          </ac:spMkLst>
        </pc:spChg>
        <pc:spChg chg="add mod">
          <ac:chgData name="Gabriel Quintella" userId="0401f16030b3bbcc" providerId="LiveId" clId="{7D4A49CD-EA3E-46E8-8C0B-5C8208746B80}" dt="2022-03-14T01:19:24.066" v="1448" actId="26606"/>
          <ac:spMkLst>
            <pc:docMk/>
            <pc:sldMk cId="742588698" sldId="294"/>
            <ac:spMk id="10" creationId="{883DD6E8-B62D-4A66-8E14-91CA3BD414C7}"/>
          </ac:spMkLst>
        </pc:spChg>
        <pc:spChg chg="add">
          <ac:chgData name="Gabriel Quintella" userId="0401f16030b3bbcc" providerId="LiveId" clId="{7D4A49CD-EA3E-46E8-8C0B-5C8208746B80}" dt="2022-03-14T01:19:24.066" v="1448" actId="26606"/>
          <ac:spMkLst>
            <pc:docMk/>
            <pc:sldMk cId="742588698" sldId="294"/>
            <ac:spMk id="15" creationId="{F13C74B1-5B17-4795-BED0-7140497B445A}"/>
          </ac:spMkLst>
        </pc:spChg>
        <pc:spChg chg="add">
          <ac:chgData name="Gabriel Quintella" userId="0401f16030b3bbcc" providerId="LiveId" clId="{7D4A49CD-EA3E-46E8-8C0B-5C8208746B80}" dt="2022-03-14T01:19:24.066" v="1448" actId="26606"/>
          <ac:spMkLst>
            <pc:docMk/>
            <pc:sldMk cId="742588698" sldId="294"/>
            <ac:spMk id="17" creationId="{D4974D33-8DC5-464E-8C6D-BE58F0669C17}"/>
          </ac:spMkLst>
        </pc:spChg>
        <pc:picChg chg="del">
          <ac:chgData name="Gabriel Quintella" userId="0401f16030b3bbcc" providerId="LiveId" clId="{7D4A49CD-EA3E-46E8-8C0B-5C8208746B80}" dt="2022-03-02T00:11:43.481" v="280" actId="478"/>
          <ac:picMkLst>
            <pc:docMk/>
            <pc:sldMk cId="742588698" sldId="294"/>
            <ac:picMk id="4" creationId="{8FBED80D-7006-4868-BD2E-0119D360BC36}"/>
          </ac:picMkLst>
        </pc:picChg>
        <pc:picChg chg="add del mod">
          <ac:chgData name="Gabriel Quintella" userId="0401f16030b3bbcc" providerId="LiveId" clId="{7D4A49CD-EA3E-46E8-8C0B-5C8208746B80}" dt="2022-03-02T00:11:45.247" v="282"/>
          <ac:picMkLst>
            <pc:docMk/>
            <pc:sldMk cId="742588698" sldId="294"/>
            <ac:picMk id="5" creationId="{6E65C0FF-4799-45CC-817D-15A1AC2FF06F}"/>
          </ac:picMkLst>
        </pc:picChg>
        <pc:picChg chg="add mod ord">
          <ac:chgData name="Gabriel Quintella" userId="0401f16030b3bbcc" providerId="LiveId" clId="{7D4A49CD-EA3E-46E8-8C0B-5C8208746B80}" dt="2022-03-14T01:19:24.066" v="1448" actId="26606"/>
          <ac:picMkLst>
            <pc:docMk/>
            <pc:sldMk cId="742588698" sldId="294"/>
            <ac:picMk id="7" creationId="{A3301184-BC74-4510-A6B4-960EA11B4480}"/>
          </ac:picMkLst>
        </pc:picChg>
      </pc:sldChg>
      <pc:sldChg chg="addSp delSp modSp add mod setBg modAnim setClrOvrMap delDesignElem">
        <pc:chgData name="Gabriel Quintella" userId="0401f16030b3bbcc" providerId="LiveId" clId="{7D4A49CD-EA3E-46E8-8C0B-5C8208746B80}" dt="2022-03-14T01:33:35.431" v="2295" actId="113"/>
        <pc:sldMkLst>
          <pc:docMk/>
          <pc:sldMk cId="2467526260" sldId="295"/>
        </pc:sldMkLst>
        <pc:spChg chg="del">
          <ac:chgData name="Gabriel Quintella" userId="0401f16030b3bbcc" providerId="LiveId" clId="{7D4A49CD-EA3E-46E8-8C0B-5C8208746B80}" dt="2022-03-02T00:14:48.254" v="461" actId="478"/>
          <ac:spMkLst>
            <pc:docMk/>
            <pc:sldMk cId="2467526260" sldId="295"/>
            <ac:spMk id="2" creationId="{A22A48B3-5314-4374-A82C-5EA1D94D2747}"/>
          </ac:spMkLst>
        </pc:spChg>
        <pc:spChg chg="add mod">
          <ac:chgData name="Gabriel Quintella" userId="0401f16030b3bbcc" providerId="LiveId" clId="{7D4A49CD-EA3E-46E8-8C0B-5C8208746B80}" dt="2022-03-02T00:17:46.133" v="506" actId="1076"/>
          <ac:spMkLst>
            <pc:docMk/>
            <pc:sldMk cId="2467526260" sldId="295"/>
            <ac:spMk id="3" creationId="{666DD914-ADEE-4042-9443-E57CC57D5C2B}"/>
          </ac:spMkLst>
        </pc:spChg>
        <pc:spChg chg="add del mod">
          <ac:chgData name="Gabriel Quintella" userId="0401f16030b3bbcc" providerId="LiveId" clId="{7D4A49CD-EA3E-46E8-8C0B-5C8208746B80}" dt="2022-03-02T00:15:27.555" v="464" actId="478"/>
          <ac:spMkLst>
            <pc:docMk/>
            <pc:sldMk cId="2467526260" sldId="295"/>
            <ac:spMk id="5" creationId="{D75EB166-A4EA-40F4-9897-6E50F72D640E}"/>
          </ac:spMkLst>
        </pc:spChg>
        <pc:spChg chg="del">
          <ac:chgData name="Gabriel Quintella" userId="0401f16030b3bbcc" providerId="LiveId" clId="{7D4A49CD-EA3E-46E8-8C0B-5C8208746B80}" dt="2022-03-02T00:14:42.445" v="460"/>
          <ac:spMkLst>
            <pc:docMk/>
            <pc:sldMk cId="2467526260" sldId="295"/>
            <ac:spMk id="6" creationId="{E49CC64F-7275-4E33-961B-0C5CDC439875}"/>
          </ac:spMkLst>
        </pc:spChg>
        <pc:spChg chg="add mod">
          <ac:chgData name="Gabriel Quintella" userId="0401f16030b3bbcc" providerId="LiveId" clId="{7D4A49CD-EA3E-46E8-8C0B-5C8208746B80}" dt="2022-03-02T00:17:05.862" v="469" actId="14100"/>
          <ac:spMkLst>
            <pc:docMk/>
            <pc:sldMk cId="2467526260" sldId="295"/>
            <ac:spMk id="7" creationId="{CA4F547D-CF2D-4A74-99A4-DDBAA036A508}"/>
          </ac:spMkLst>
        </pc:spChg>
        <pc:spChg chg="add del mod">
          <ac:chgData name="Gabriel Quintella" userId="0401f16030b3bbcc" providerId="LiveId" clId="{7D4A49CD-EA3E-46E8-8C0B-5C8208746B80}" dt="2022-03-02T00:31:01.986" v="667" actId="478"/>
          <ac:spMkLst>
            <pc:docMk/>
            <pc:sldMk cId="2467526260" sldId="295"/>
            <ac:spMk id="8" creationId="{5729917A-7074-445C-A418-7ECE74D38970}"/>
          </ac:spMkLst>
        </pc:spChg>
        <pc:spChg chg="add">
          <ac:chgData name="Gabriel Quintella" userId="0401f16030b3bbcc" providerId="LiveId" clId="{7D4A49CD-EA3E-46E8-8C0B-5C8208746B80}" dt="2022-03-02T00:15:22.650" v="463" actId="26606"/>
          <ac:spMkLst>
            <pc:docMk/>
            <pc:sldMk cId="2467526260" sldId="295"/>
            <ac:spMk id="10" creationId="{E91DC736-0EF8-4F87-9146-EBF1D2EE4D3D}"/>
          </ac:spMkLst>
        </pc:spChg>
        <pc:spChg chg="add">
          <ac:chgData name="Gabriel Quintella" userId="0401f16030b3bbcc" providerId="LiveId" clId="{7D4A49CD-EA3E-46E8-8C0B-5C8208746B80}" dt="2022-03-02T00:15:22.650" v="463" actId="26606"/>
          <ac:spMkLst>
            <pc:docMk/>
            <pc:sldMk cId="2467526260" sldId="295"/>
            <ac:spMk id="12" creationId="{097CD68E-23E3-4007-8847-CD0944C4F7BE}"/>
          </ac:spMkLst>
        </pc:spChg>
        <pc:spChg chg="add mod">
          <ac:chgData name="Gabriel Quintella" userId="0401f16030b3bbcc" providerId="LiveId" clId="{7D4A49CD-EA3E-46E8-8C0B-5C8208746B80}" dt="2022-03-02T00:18:00.719" v="542" actId="20577"/>
          <ac:spMkLst>
            <pc:docMk/>
            <pc:sldMk cId="2467526260" sldId="295"/>
            <ac:spMk id="13" creationId="{CC393754-86B4-4C10-8723-0BB6776B3468}"/>
          </ac:spMkLst>
        </pc:spChg>
        <pc:spChg chg="add">
          <ac:chgData name="Gabriel Quintella" userId="0401f16030b3bbcc" providerId="LiveId" clId="{7D4A49CD-EA3E-46E8-8C0B-5C8208746B80}" dt="2022-03-02T00:15:22.650" v="463" actId="26606"/>
          <ac:spMkLst>
            <pc:docMk/>
            <pc:sldMk cId="2467526260" sldId="295"/>
            <ac:spMk id="14" creationId="{AF2F604E-43BE-4DC3-B983-E071523364F8}"/>
          </ac:spMkLst>
        </pc:spChg>
        <pc:spChg chg="add mod">
          <ac:chgData name="Gabriel Quintella" userId="0401f16030b3bbcc" providerId="LiveId" clId="{7D4A49CD-EA3E-46E8-8C0B-5C8208746B80}" dt="2022-03-02T00:18:20.877" v="608" actId="20577"/>
          <ac:spMkLst>
            <pc:docMk/>
            <pc:sldMk cId="2467526260" sldId="295"/>
            <ac:spMk id="15" creationId="{952833D8-A8D9-4988-B3BD-7FA1DFAD4E37}"/>
          </ac:spMkLst>
        </pc:spChg>
        <pc:spChg chg="add">
          <ac:chgData name="Gabriel Quintella" userId="0401f16030b3bbcc" providerId="LiveId" clId="{7D4A49CD-EA3E-46E8-8C0B-5C8208746B80}" dt="2022-03-02T00:15:22.650" v="463" actId="26606"/>
          <ac:spMkLst>
            <pc:docMk/>
            <pc:sldMk cId="2467526260" sldId="295"/>
            <ac:spMk id="16" creationId="{08C9B587-E65E-4B52-B37C-ABEBB6E87928}"/>
          </ac:spMkLst>
        </pc:spChg>
        <pc:spChg chg="add mod">
          <ac:chgData name="Gabriel Quintella" userId="0401f16030b3bbcc" providerId="LiveId" clId="{7D4A49CD-EA3E-46E8-8C0B-5C8208746B80}" dt="2022-03-14T01:33:35.431" v="2295" actId="113"/>
          <ac:spMkLst>
            <pc:docMk/>
            <pc:sldMk cId="2467526260" sldId="295"/>
            <ac:spMk id="17" creationId="{70A8330F-F7A1-47B0-A2C0-FA735DE63381}"/>
          </ac:spMkLst>
        </pc:spChg>
        <pc:picChg chg="mod">
          <ac:chgData name="Gabriel Quintella" userId="0401f16030b3bbcc" providerId="LiveId" clId="{7D4A49CD-EA3E-46E8-8C0B-5C8208746B80}" dt="2022-03-02T00:23:17.300" v="628" actId="14100"/>
          <ac:picMkLst>
            <pc:docMk/>
            <pc:sldMk cId="2467526260" sldId="295"/>
            <ac:picMk id="4" creationId="{8FBED80D-7006-4868-BD2E-0119D360BC36}"/>
          </ac:picMkLst>
        </pc:picChg>
        <pc:picChg chg="add mod">
          <ac:chgData name="Gabriel Quintella" userId="0401f16030b3bbcc" providerId="LiveId" clId="{7D4A49CD-EA3E-46E8-8C0B-5C8208746B80}" dt="2022-03-02T00:20:08.928" v="614" actId="1076"/>
          <ac:picMkLst>
            <pc:docMk/>
            <pc:sldMk cId="2467526260" sldId="295"/>
            <ac:picMk id="11" creationId="{6EEAE912-77E4-485F-BB53-8C823F169880}"/>
          </ac:picMkLst>
        </pc:picChg>
        <pc:picChg chg="add mod">
          <ac:chgData name="Gabriel Quintella" userId="0401f16030b3bbcc" providerId="LiveId" clId="{7D4A49CD-EA3E-46E8-8C0B-5C8208746B80}" dt="2022-03-02T00:31:07.211" v="668" actId="1076"/>
          <ac:picMkLst>
            <pc:docMk/>
            <pc:sldMk cId="2467526260" sldId="295"/>
            <ac:picMk id="18" creationId="{0898562D-E777-4D28-A0DA-3D33228A601F}"/>
          </ac:picMkLst>
        </pc:picChg>
        <pc:picChg chg="add del mod">
          <ac:chgData name="Gabriel Quintella" userId="0401f16030b3bbcc" providerId="LiveId" clId="{7D4A49CD-EA3E-46E8-8C0B-5C8208746B80}" dt="2022-03-02T00:27:55.400" v="646" actId="478"/>
          <ac:picMkLst>
            <pc:docMk/>
            <pc:sldMk cId="2467526260" sldId="295"/>
            <ac:picMk id="1026" creationId="{907DE762-3220-4220-9441-B0CB4CB8E231}"/>
          </ac:picMkLst>
        </pc:picChg>
        <pc:picChg chg="add del">
          <ac:chgData name="Gabriel Quintella" userId="0401f16030b3bbcc" providerId="LiveId" clId="{7D4A49CD-EA3E-46E8-8C0B-5C8208746B80}" dt="2022-03-02T00:22:14.348" v="621"/>
          <ac:picMkLst>
            <pc:docMk/>
            <pc:sldMk cId="2467526260" sldId="295"/>
            <ac:picMk id="1028" creationId="{6C5CB0E6-5413-40AC-A537-D72654908EB2}"/>
          </ac:picMkLst>
        </pc:picChg>
        <pc:picChg chg="add del">
          <ac:chgData name="Gabriel Quintella" userId="0401f16030b3bbcc" providerId="LiveId" clId="{7D4A49CD-EA3E-46E8-8C0B-5C8208746B80}" dt="2022-03-02T00:22:57.025" v="623"/>
          <ac:picMkLst>
            <pc:docMk/>
            <pc:sldMk cId="2467526260" sldId="295"/>
            <ac:picMk id="1030" creationId="{30CA5A54-4353-4D10-9464-8344CA6AAC20}"/>
          </ac:picMkLst>
        </pc:picChg>
        <pc:picChg chg="add del mod">
          <ac:chgData name="Gabriel Quintella" userId="0401f16030b3bbcc" providerId="LiveId" clId="{7D4A49CD-EA3E-46E8-8C0B-5C8208746B80}" dt="2022-03-02T00:23:29.633" v="630" actId="478"/>
          <ac:picMkLst>
            <pc:docMk/>
            <pc:sldMk cId="2467526260" sldId="295"/>
            <ac:picMk id="1032" creationId="{A5D6356B-48A2-4401-9B95-4051AF37F3A0}"/>
          </ac:picMkLst>
        </pc:picChg>
        <pc:picChg chg="add del mod">
          <ac:chgData name="Gabriel Quintella" userId="0401f16030b3bbcc" providerId="LiveId" clId="{7D4A49CD-EA3E-46E8-8C0B-5C8208746B80}" dt="2022-03-02T00:27:20.008" v="641" actId="478"/>
          <ac:picMkLst>
            <pc:docMk/>
            <pc:sldMk cId="2467526260" sldId="295"/>
            <ac:picMk id="1034" creationId="{1F0F243E-CBD6-478B-A903-ECB524736E74}"/>
          </ac:picMkLst>
        </pc:picChg>
        <pc:picChg chg="add mod">
          <ac:chgData name="Gabriel Quintella" userId="0401f16030b3bbcc" providerId="LiveId" clId="{7D4A49CD-EA3E-46E8-8C0B-5C8208746B80}" dt="2022-03-02T00:27:28.309" v="644" actId="1076"/>
          <ac:picMkLst>
            <pc:docMk/>
            <pc:sldMk cId="2467526260" sldId="295"/>
            <ac:picMk id="1036" creationId="{E561016A-2457-45DA-97D7-D2E6AE7689A6}"/>
          </ac:picMkLst>
        </pc:picChg>
        <pc:picChg chg="add mod">
          <ac:chgData name="Gabriel Quintella" userId="0401f16030b3bbcc" providerId="LiveId" clId="{7D4A49CD-EA3E-46E8-8C0B-5C8208746B80}" dt="2022-03-02T00:28:26.273" v="657" actId="1036"/>
          <ac:picMkLst>
            <pc:docMk/>
            <pc:sldMk cId="2467526260" sldId="295"/>
            <ac:picMk id="1038" creationId="{3A9E676D-DCFE-4721-8499-7094157CEF55}"/>
          </ac:picMkLst>
        </pc:picChg>
        <pc:picChg chg="add del">
          <ac:chgData name="Gabriel Quintella" userId="0401f16030b3bbcc" providerId="LiveId" clId="{7D4A49CD-EA3E-46E8-8C0B-5C8208746B80}" dt="2022-03-02T00:29:18.956" v="660"/>
          <ac:picMkLst>
            <pc:docMk/>
            <pc:sldMk cId="2467526260" sldId="295"/>
            <ac:picMk id="1040" creationId="{DE7B0DD6-944F-4087-BB68-65CD8F4D6D5C}"/>
          </ac:picMkLst>
        </pc:picChg>
        <pc:picChg chg="add del">
          <ac:chgData name="Gabriel Quintella" userId="0401f16030b3bbcc" providerId="LiveId" clId="{7D4A49CD-EA3E-46E8-8C0B-5C8208746B80}" dt="2022-03-02T00:30:13.105" v="662"/>
          <ac:picMkLst>
            <pc:docMk/>
            <pc:sldMk cId="2467526260" sldId="295"/>
            <ac:picMk id="1042" creationId="{1DCC6B98-049B-43EC-9B59-7803CE37EA5D}"/>
          </ac:picMkLst>
        </pc:picChg>
      </pc:sldChg>
      <pc:sldChg chg="addSp delSp modSp add del mod setBg setClrOvrMap delDesignElem">
        <pc:chgData name="Gabriel Quintella" userId="0401f16030b3bbcc" providerId="LiveId" clId="{7D4A49CD-EA3E-46E8-8C0B-5C8208746B80}" dt="2022-03-14T01:19:17.715" v="1447" actId="47"/>
        <pc:sldMkLst>
          <pc:docMk/>
          <pc:sldMk cId="2166583719" sldId="296"/>
        </pc:sldMkLst>
        <pc:spChg chg="del">
          <ac:chgData name="Gabriel Quintella" userId="0401f16030b3bbcc" providerId="LiveId" clId="{7D4A49CD-EA3E-46E8-8C0B-5C8208746B80}" dt="2022-03-14T01:00:03.565" v="740" actId="478"/>
          <ac:spMkLst>
            <pc:docMk/>
            <pc:sldMk cId="2166583719" sldId="296"/>
            <ac:spMk id="2" creationId="{A22A48B3-5314-4374-A82C-5EA1D94D2747}"/>
          </ac:spMkLst>
        </pc:spChg>
        <pc:spChg chg="add mod ord">
          <ac:chgData name="Gabriel Quintella" userId="0401f16030b3bbcc" providerId="LiveId" clId="{7D4A49CD-EA3E-46E8-8C0B-5C8208746B80}" dt="2022-03-14T01:09:21.625" v="1136" actId="26606"/>
          <ac:spMkLst>
            <pc:docMk/>
            <pc:sldMk cId="2166583719" sldId="296"/>
            <ac:spMk id="6" creationId="{CD9B9A91-3076-4865-828F-A0AF6520B0D5}"/>
          </ac:spMkLst>
        </pc:spChg>
        <pc:spChg chg="add del mod">
          <ac:chgData name="Gabriel Quintella" userId="0401f16030b3bbcc" providerId="LiveId" clId="{7D4A49CD-EA3E-46E8-8C0B-5C8208746B80}" dt="2022-03-14T01:00:29.694" v="770" actId="26606"/>
          <ac:spMkLst>
            <pc:docMk/>
            <pc:sldMk cId="2166583719" sldId="296"/>
            <ac:spMk id="7" creationId="{B88C974B-BA35-41A3-B3D4-9F088435A997}"/>
          </ac:spMkLst>
        </pc:spChg>
        <pc:spChg chg="del">
          <ac:chgData name="Gabriel Quintella" userId="0401f16030b3bbcc" providerId="LiveId" clId="{7D4A49CD-EA3E-46E8-8C0B-5C8208746B80}" dt="2022-03-14T00:59:24.243" v="739"/>
          <ac:spMkLst>
            <pc:docMk/>
            <pc:sldMk cId="2166583719" sldId="296"/>
            <ac:spMk id="9" creationId="{E49CC64F-7275-4E33-961B-0C5CDC439875}"/>
          </ac:spMkLst>
        </pc:spChg>
        <pc:spChg chg="add mod">
          <ac:chgData name="Gabriel Quintella" userId="0401f16030b3bbcc" providerId="LiveId" clId="{7D4A49CD-EA3E-46E8-8C0B-5C8208746B80}" dt="2022-03-14T01:09:21.625" v="1136" actId="26606"/>
          <ac:spMkLst>
            <pc:docMk/>
            <pc:sldMk cId="2166583719" sldId="296"/>
            <ac:spMk id="12" creationId="{0ADBCB80-41BF-45E6-8A7B-83DD40DA1F21}"/>
          </ac:spMkLst>
        </pc:spChg>
        <pc:spChg chg="add del">
          <ac:chgData name="Gabriel Quintella" userId="0401f16030b3bbcc" providerId="LiveId" clId="{7D4A49CD-EA3E-46E8-8C0B-5C8208746B80}" dt="2022-03-14T01:09:21.625" v="1136" actId="26606"/>
          <ac:spMkLst>
            <pc:docMk/>
            <pc:sldMk cId="2166583719" sldId="296"/>
            <ac:spMk id="15" creationId="{E49CC64F-7275-4E33-961B-0C5CDC439875}"/>
          </ac:spMkLst>
        </pc:spChg>
        <pc:spChg chg="add">
          <ac:chgData name="Gabriel Quintella" userId="0401f16030b3bbcc" providerId="LiveId" clId="{7D4A49CD-EA3E-46E8-8C0B-5C8208746B80}" dt="2022-03-14T01:09:21.625" v="1136" actId="26606"/>
          <ac:spMkLst>
            <pc:docMk/>
            <pc:sldMk cId="2166583719" sldId="296"/>
            <ac:spMk id="17" creationId="{F13C74B1-5B17-4795-BED0-7140497B445A}"/>
          </ac:spMkLst>
        </pc:spChg>
        <pc:spChg chg="add">
          <ac:chgData name="Gabriel Quintella" userId="0401f16030b3bbcc" providerId="LiveId" clId="{7D4A49CD-EA3E-46E8-8C0B-5C8208746B80}" dt="2022-03-14T01:09:21.625" v="1136" actId="26606"/>
          <ac:spMkLst>
            <pc:docMk/>
            <pc:sldMk cId="2166583719" sldId="296"/>
            <ac:spMk id="18" creationId="{D4974D33-8DC5-464E-8C6D-BE58F0669C17}"/>
          </ac:spMkLst>
        </pc:spChg>
        <pc:spChg chg="add del">
          <ac:chgData name="Gabriel Quintella" userId="0401f16030b3bbcc" providerId="LiveId" clId="{7D4A49CD-EA3E-46E8-8C0B-5C8208746B80}" dt="2022-03-14T01:02:47.799" v="965" actId="26606"/>
          <ac:spMkLst>
            <pc:docMk/>
            <pc:sldMk cId="2166583719" sldId="296"/>
            <ac:spMk id="20" creationId="{5FDF4720-5445-47BE-89FE-E40D1AE6F619}"/>
          </ac:spMkLst>
        </pc:spChg>
        <pc:spChg chg="add del">
          <ac:chgData name="Gabriel Quintella" userId="0401f16030b3bbcc" providerId="LiveId" clId="{7D4A49CD-EA3E-46E8-8C0B-5C8208746B80}" dt="2022-03-14T01:02:47.799" v="965" actId="26606"/>
          <ac:spMkLst>
            <pc:docMk/>
            <pc:sldMk cId="2166583719" sldId="296"/>
            <ac:spMk id="22" creationId="{AC8710B4-A815-4082-9E4F-F13A0007090C}"/>
          </ac:spMkLst>
        </pc:spChg>
        <pc:spChg chg="add del">
          <ac:chgData name="Gabriel Quintella" userId="0401f16030b3bbcc" providerId="LiveId" clId="{7D4A49CD-EA3E-46E8-8C0B-5C8208746B80}" dt="2022-03-14T01:02:48.893" v="967" actId="26606"/>
          <ac:spMkLst>
            <pc:docMk/>
            <pc:sldMk cId="2166583719" sldId="296"/>
            <ac:spMk id="24" creationId="{E862BE82-D00D-42C1-BF16-93AA37870C32}"/>
          </ac:spMkLst>
        </pc:spChg>
        <pc:spChg chg="add del">
          <ac:chgData name="Gabriel Quintella" userId="0401f16030b3bbcc" providerId="LiveId" clId="{7D4A49CD-EA3E-46E8-8C0B-5C8208746B80}" dt="2022-03-14T01:02:48.893" v="967" actId="26606"/>
          <ac:spMkLst>
            <pc:docMk/>
            <pc:sldMk cId="2166583719" sldId="296"/>
            <ac:spMk id="25" creationId="{F6D92C2D-1D3D-4974-918C-06579FB354A9}"/>
          </ac:spMkLst>
        </pc:spChg>
        <pc:spChg chg="add del">
          <ac:chgData name="Gabriel Quintella" userId="0401f16030b3bbcc" providerId="LiveId" clId="{7D4A49CD-EA3E-46E8-8C0B-5C8208746B80}" dt="2022-03-14T01:02:50.533" v="969" actId="26606"/>
          <ac:spMkLst>
            <pc:docMk/>
            <pc:sldMk cId="2166583719" sldId="296"/>
            <ac:spMk id="27" creationId="{5FDF4720-5445-47BE-89FE-E40D1AE6F619}"/>
          </ac:spMkLst>
        </pc:spChg>
        <pc:spChg chg="add del">
          <ac:chgData name="Gabriel Quintella" userId="0401f16030b3bbcc" providerId="LiveId" clId="{7D4A49CD-EA3E-46E8-8C0B-5C8208746B80}" dt="2022-03-14T01:02:50.533" v="969" actId="26606"/>
          <ac:spMkLst>
            <pc:docMk/>
            <pc:sldMk cId="2166583719" sldId="296"/>
            <ac:spMk id="28" creationId="{AC8710B4-A815-4082-9E4F-F13A0007090C}"/>
          </ac:spMkLst>
        </pc:spChg>
        <pc:spChg chg="add del">
          <ac:chgData name="Gabriel Quintella" userId="0401f16030b3bbcc" providerId="LiveId" clId="{7D4A49CD-EA3E-46E8-8C0B-5C8208746B80}" dt="2022-03-14T01:02:50.986" v="971" actId="26606"/>
          <ac:spMkLst>
            <pc:docMk/>
            <pc:sldMk cId="2166583719" sldId="296"/>
            <ac:spMk id="30" creationId="{4038CB10-1F5C-4D54-9DF7-12586DE5B007}"/>
          </ac:spMkLst>
        </pc:spChg>
        <pc:spChg chg="add del">
          <ac:chgData name="Gabriel Quintella" userId="0401f16030b3bbcc" providerId="LiveId" clId="{7D4A49CD-EA3E-46E8-8C0B-5C8208746B80}" dt="2022-03-14T01:02:50.986" v="971" actId="26606"/>
          <ac:spMkLst>
            <pc:docMk/>
            <pc:sldMk cId="2166583719" sldId="296"/>
            <ac:spMk id="31" creationId="{73ED6512-6858-4552-B699-9A97FE9A4EA2}"/>
          </ac:spMkLst>
        </pc:spChg>
        <pc:picChg chg="del">
          <ac:chgData name="Gabriel Quintella" userId="0401f16030b3bbcc" providerId="LiveId" clId="{7D4A49CD-EA3E-46E8-8C0B-5C8208746B80}" dt="2022-03-14T01:00:03.565" v="740" actId="478"/>
          <ac:picMkLst>
            <pc:docMk/>
            <pc:sldMk cId="2166583719" sldId="296"/>
            <ac:picMk id="4" creationId="{8FBED80D-7006-4868-BD2E-0119D360BC36}"/>
          </ac:picMkLst>
        </pc:picChg>
        <pc:picChg chg="del">
          <ac:chgData name="Gabriel Quintella" userId="0401f16030b3bbcc" providerId="LiveId" clId="{7D4A49CD-EA3E-46E8-8C0B-5C8208746B80}" dt="2022-03-14T01:00:03.565" v="740" actId="478"/>
          <ac:picMkLst>
            <pc:docMk/>
            <pc:sldMk cId="2166583719" sldId="296"/>
            <ac:picMk id="8" creationId="{3E674D44-D855-4E9A-AD71-40E2B1F02E74}"/>
          </ac:picMkLst>
        </pc:picChg>
        <pc:picChg chg="add mod ord">
          <ac:chgData name="Gabriel Quintella" userId="0401f16030b3bbcc" providerId="LiveId" clId="{7D4A49CD-EA3E-46E8-8C0B-5C8208746B80}" dt="2022-03-14T01:09:21.625" v="1136" actId="26606"/>
          <ac:picMkLst>
            <pc:docMk/>
            <pc:sldMk cId="2166583719" sldId="296"/>
            <ac:picMk id="10" creationId="{5008B008-C0B8-461F-85D8-370C967F9D31}"/>
          </ac:picMkLst>
        </pc:picChg>
        <pc:picChg chg="add del mod">
          <ac:chgData name="Gabriel Quintella" userId="0401f16030b3bbcc" providerId="LiveId" clId="{7D4A49CD-EA3E-46E8-8C0B-5C8208746B80}" dt="2022-03-14T01:00:25.101" v="769" actId="478"/>
          <ac:picMkLst>
            <pc:docMk/>
            <pc:sldMk cId="2166583719" sldId="296"/>
            <ac:picMk id="11" creationId="{8EC9064A-35FF-48D7-AFA1-CD0883EDEAEA}"/>
          </ac:picMkLst>
        </pc:picChg>
      </pc:sldChg>
      <pc:sldChg chg="addSp delSp modSp add mod setBg delDesignElem">
        <pc:chgData name="Gabriel Quintella" userId="0401f16030b3bbcc" providerId="LiveId" clId="{7D4A49CD-EA3E-46E8-8C0B-5C8208746B80}" dt="2022-03-14T01:21:51.433" v="1512" actId="20577"/>
        <pc:sldMkLst>
          <pc:docMk/>
          <pc:sldMk cId="3884825168" sldId="296"/>
        </pc:sldMkLst>
        <pc:spChg chg="mod">
          <ac:chgData name="Gabriel Quintella" userId="0401f16030b3bbcc" providerId="LiveId" clId="{7D4A49CD-EA3E-46E8-8C0B-5C8208746B80}" dt="2022-03-14T01:20:17.994" v="1504" actId="20577"/>
          <ac:spMkLst>
            <pc:docMk/>
            <pc:sldMk cId="3884825168" sldId="296"/>
            <ac:spMk id="9" creationId="{DC7F298F-D3A9-4732-80A8-A11DA959F706}"/>
          </ac:spMkLst>
        </pc:spChg>
        <pc:spChg chg="mod">
          <ac:chgData name="Gabriel Quintella" userId="0401f16030b3bbcc" providerId="LiveId" clId="{7D4A49CD-EA3E-46E8-8C0B-5C8208746B80}" dt="2022-03-14T01:21:51.433" v="1512" actId="20577"/>
          <ac:spMkLst>
            <pc:docMk/>
            <pc:sldMk cId="3884825168" sldId="296"/>
            <ac:spMk id="10" creationId="{883DD6E8-B62D-4A66-8E14-91CA3BD414C7}"/>
          </ac:spMkLst>
        </pc:spChg>
        <pc:spChg chg="add">
          <ac:chgData name="Gabriel Quintella" userId="0401f16030b3bbcc" providerId="LiveId" clId="{7D4A49CD-EA3E-46E8-8C0B-5C8208746B80}" dt="2022-03-14T01:19:52.379" v="1452" actId="26606"/>
          <ac:spMkLst>
            <pc:docMk/>
            <pc:sldMk cId="3884825168" sldId="296"/>
            <ac:spMk id="12" creationId="{F13C74B1-5B17-4795-BED0-7140497B445A}"/>
          </ac:spMkLst>
        </pc:spChg>
        <pc:spChg chg="add">
          <ac:chgData name="Gabriel Quintella" userId="0401f16030b3bbcc" providerId="LiveId" clId="{7D4A49CD-EA3E-46E8-8C0B-5C8208746B80}" dt="2022-03-14T01:19:52.379" v="1452" actId="26606"/>
          <ac:spMkLst>
            <pc:docMk/>
            <pc:sldMk cId="3884825168" sldId="296"/>
            <ac:spMk id="13" creationId="{D4974D33-8DC5-464E-8C6D-BE58F0669C17}"/>
          </ac:spMkLst>
        </pc:spChg>
        <pc:spChg chg="del">
          <ac:chgData name="Gabriel Quintella" userId="0401f16030b3bbcc" providerId="LiveId" clId="{7D4A49CD-EA3E-46E8-8C0B-5C8208746B80}" dt="2022-03-14T01:19:48.988" v="1451"/>
          <ac:spMkLst>
            <pc:docMk/>
            <pc:sldMk cId="3884825168" sldId="296"/>
            <ac:spMk id="15" creationId="{F13C74B1-5B17-4795-BED0-7140497B445A}"/>
          </ac:spMkLst>
        </pc:spChg>
        <pc:spChg chg="del">
          <ac:chgData name="Gabriel Quintella" userId="0401f16030b3bbcc" providerId="LiveId" clId="{7D4A49CD-EA3E-46E8-8C0B-5C8208746B80}" dt="2022-03-14T01:19:48.988" v="1451"/>
          <ac:spMkLst>
            <pc:docMk/>
            <pc:sldMk cId="3884825168" sldId="296"/>
            <ac:spMk id="17" creationId="{D4974D33-8DC5-464E-8C6D-BE58F0669C17}"/>
          </ac:spMkLst>
        </pc:spChg>
      </pc:sldChg>
      <pc:sldChg chg="addSp delSp modSp add mod ord modMedia setBg delAnim setClrOvrMap delDesignElem">
        <pc:chgData name="Gabriel Quintella" userId="0401f16030b3bbcc" providerId="LiveId" clId="{7D4A49CD-EA3E-46E8-8C0B-5C8208746B80}" dt="2022-03-14T01:32:14.323" v="2271" actId="6549"/>
        <pc:sldMkLst>
          <pc:docMk/>
          <pc:sldMk cId="3692460953" sldId="297"/>
        </pc:sldMkLst>
        <pc:spChg chg="mod ord">
          <ac:chgData name="Gabriel Quintella" userId="0401f16030b3bbcc" providerId="LiveId" clId="{7D4A49CD-EA3E-46E8-8C0B-5C8208746B80}" dt="2022-03-14T01:31:02.590" v="2189" actId="26606"/>
          <ac:spMkLst>
            <pc:docMk/>
            <pc:sldMk cId="3692460953" sldId="297"/>
            <ac:spMk id="9" creationId="{DC7F298F-D3A9-4732-80A8-A11DA959F706}"/>
          </ac:spMkLst>
        </pc:spChg>
        <pc:spChg chg="del mod">
          <ac:chgData name="Gabriel Quintella" userId="0401f16030b3bbcc" providerId="LiveId" clId="{7D4A49CD-EA3E-46E8-8C0B-5C8208746B80}" dt="2022-03-14T01:26:57.845" v="1694" actId="478"/>
          <ac:spMkLst>
            <pc:docMk/>
            <pc:sldMk cId="3692460953" sldId="297"/>
            <ac:spMk id="10" creationId="{883DD6E8-B62D-4A66-8E14-91CA3BD414C7}"/>
          </ac:spMkLst>
        </pc:spChg>
        <pc:spChg chg="add del mod">
          <ac:chgData name="Gabriel Quintella" userId="0401f16030b3bbcc" providerId="LiveId" clId="{7D4A49CD-EA3E-46E8-8C0B-5C8208746B80}" dt="2022-03-14T01:30:17.965" v="2162" actId="26606"/>
          <ac:spMkLst>
            <pc:docMk/>
            <pc:sldMk cId="3692460953" sldId="297"/>
            <ac:spMk id="11" creationId="{DFAA5827-349C-4B95-A353-CA6DF454A663}"/>
          </ac:spMkLst>
        </pc:spChg>
        <pc:spChg chg="del">
          <ac:chgData name="Gabriel Quintella" userId="0401f16030b3bbcc" providerId="LiveId" clId="{7D4A49CD-EA3E-46E8-8C0B-5C8208746B80}" dt="2022-03-14T01:26:38.748" v="1690"/>
          <ac:spMkLst>
            <pc:docMk/>
            <pc:sldMk cId="3692460953" sldId="297"/>
            <ac:spMk id="12" creationId="{F13C74B1-5B17-4795-BED0-7140497B445A}"/>
          </ac:spMkLst>
        </pc:spChg>
        <pc:spChg chg="del">
          <ac:chgData name="Gabriel Quintella" userId="0401f16030b3bbcc" providerId="LiveId" clId="{7D4A49CD-EA3E-46E8-8C0B-5C8208746B80}" dt="2022-03-14T01:26:38.748" v="1690"/>
          <ac:spMkLst>
            <pc:docMk/>
            <pc:sldMk cId="3692460953" sldId="297"/>
            <ac:spMk id="13" creationId="{D4974D33-8DC5-464E-8C6D-BE58F0669C17}"/>
          </ac:spMkLst>
        </pc:spChg>
        <pc:spChg chg="add del">
          <ac:chgData name="Gabriel Quintella" userId="0401f16030b3bbcc" providerId="LiveId" clId="{7D4A49CD-EA3E-46E8-8C0B-5C8208746B80}" dt="2022-03-14T01:30:17.965" v="2162" actId="26606"/>
          <ac:spMkLst>
            <pc:docMk/>
            <pc:sldMk cId="3692460953" sldId="297"/>
            <ac:spMk id="15" creationId="{F13C74B1-5B17-4795-BED0-7140497B445A}"/>
          </ac:spMkLst>
        </pc:spChg>
        <pc:spChg chg="add del">
          <ac:chgData name="Gabriel Quintella" userId="0401f16030b3bbcc" providerId="LiveId" clId="{7D4A49CD-EA3E-46E8-8C0B-5C8208746B80}" dt="2022-03-14T01:30:17.965" v="2162" actId="26606"/>
          <ac:spMkLst>
            <pc:docMk/>
            <pc:sldMk cId="3692460953" sldId="297"/>
            <ac:spMk id="17" creationId="{D4974D33-8DC5-464E-8C6D-BE58F0669C17}"/>
          </ac:spMkLst>
        </pc:spChg>
        <pc:spChg chg="add del">
          <ac:chgData name="Gabriel Quintella" userId="0401f16030b3bbcc" providerId="LiveId" clId="{7D4A49CD-EA3E-46E8-8C0B-5C8208746B80}" dt="2022-03-14T01:31:02.590" v="2189" actId="26606"/>
          <ac:spMkLst>
            <pc:docMk/>
            <pc:sldMk cId="3692460953" sldId="297"/>
            <ac:spMk id="22" creationId="{777A147A-9ED8-46B4-8660-1B3C2AA880B5}"/>
          </ac:spMkLst>
        </pc:spChg>
        <pc:spChg chg="add del">
          <ac:chgData name="Gabriel Quintella" userId="0401f16030b3bbcc" providerId="LiveId" clId="{7D4A49CD-EA3E-46E8-8C0B-5C8208746B80}" dt="2022-03-14T01:30:05.608" v="2155" actId="26606"/>
          <ac:spMkLst>
            <pc:docMk/>
            <pc:sldMk cId="3692460953" sldId="297"/>
            <ac:spMk id="23" creationId="{F13C74B1-5B17-4795-BED0-7140497B445A}"/>
          </ac:spMkLst>
        </pc:spChg>
        <pc:spChg chg="add del">
          <ac:chgData name="Gabriel Quintella" userId="0401f16030b3bbcc" providerId="LiveId" clId="{7D4A49CD-EA3E-46E8-8C0B-5C8208746B80}" dt="2022-03-14T01:31:02.590" v="2189" actId="26606"/>
          <ac:spMkLst>
            <pc:docMk/>
            <pc:sldMk cId="3692460953" sldId="297"/>
            <ac:spMk id="24" creationId="{5D6C15A0-C087-4593-8414-2B4EC1CDC3DE}"/>
          </ac:spMkLst>
        </pc:spChg>
        <pc:spChg chg="add del">
          <ac:chgData name="Gabriel Quintella" userId="0401f16030b3bbcc" providerId="LiveId" clId="{7D4A49CD-EA3E-46E8-8C0B-5C8208746B80}" dt="2022-03-14T01:30:05.608" v="2155" actId="26606"/>
          <ac:spMkLst>
            <pc:docMk/>
            <pc:sldMk cId="3692460953" sldId="297"/>
            <ac:spMk id="25" creationId="{D4974D33-8DC5-464E-8C6D-BE58F0669C17}"/>
          </ac:spMkLst>
        </pc:spChg>
        <pc:spChg chg="add del">
          <ac:chgData name="Gabriel Quintella" userId="0401f16030b3bbcc" providerId="LiveId" clId="{7D4A49CD-EA3E-46E8-8C0B-5C8208746B80}" dt="2022-03-14T01:30:06.733" v="2157" actId="26606"/>
          <ac:spMkLst>
            <pc:docMk/>
            <pc:sldMk cId="3692460953" sldId="297"/>
            <ac:spMk id="27" creationId="{55D4142C-5077-457F-A6AD-3FECFDB39685}"/>
          </ac:spMkLst>
        </pc:spChg>
        <pc:spChg chg="add del">
          <ac:chgData name="Gabriel Quintella" userId="0401f16030b3bbcc" providerId="LiveId" clId="{7D4A49CD-EA3E-46E8-8C0B-5C8208746B80}" dt="2022-03-14T01:30:06.733" v="2157" actId="26606"/>
          <ac:spMkLst>
            <pc:docMk/>
            <pc:sldMk cId="3692460953" sldId="297"/>
            <ac:spMk id="28" creationId="{8FC9BE17-9A7B-462D-AE50-3D8777387304}"/>
          </ac:spMkLst>
        </pc:spChg>
        <pc:spChg chg="add del">
          <ac:chgData name="Gabriel Quintella" userId="0401f16030b3bbcc" providerId="LiveId" clId="{7D4A49CD-EA3E-46E8-8C0B-5C8208746B80}" dt="2022-03-14T01:30:06.733" v="2157" actId="26606"/>
          <ac:spMkLst>
            <pc:docMk/>
            <pc:sldMk cId="3692460953" sldId="297"/>
            <ac:spMk id="29" creationId="{7A5F0580-5EE9-419F-96EE-B6529EF6E7D0}"/>
          </ac:spMkLst>
        </pc:spChg>
        <pc:spChg chg="add del">
          <ac:chgData name="Gabriel Quintella" userId="0401f16030b3bbcc" providerId="LiveId" clId="{7D4A49CD-EA3E-46E8-8C0B-5C8208746B80}" dt="2022-03-14T01:30:06.733" v="2157" actId="26606"/>
          <ac:spMkLst>
            <pc:docMk/>
            <pc:sldMk cId="3692460953" sldId="297"/>
            <ac:spMk id="31" creationId="{3EBE8569-6AEC-4B8C-8D53-2DE337CDBA65}"/>
          </ac:spMkLst>
        </pc:spChg>
        <pc:spChg chg="add del">
          <ac:chgData name="Gabriel Quintella" userId="0401f16030b3bbcc" providerId="LiveId" clId="{7D4A49CD-EA3E-46E8-8C0B-5C8208746B80}" dt="2022-03-14T01:30:08.045" v="2159" actId="26606"/>
          <ac:spMkLst>
            <pc:docMk/>
            <pc:sldMk cId="3692460953" sldId="297"/>
            <ac:spMk id="33" creationId="{F13C74B1-5B17-4795-BED0-7140497B445A}"/>
          </ac:spMkLst>
        </pc:spChg>
        <pc:spChg chg="add del">
          <ac:chgData name="Gabriel Quintella" userId="0401f16030b3bbcc" providerId="LiveId" clId="{7D4A49CD-EA3E-46E8-8C0B-5C8208746B80}" dt="2022-03-14T01:30:08.045" v="2159" actId="26606"/>
          <ac:spMkLst>
            <pc:docMk/>
            <pc:sldMk cId="3692460953" sldId="297"/>
            <ac:spMk id="34" creationId="{D4974D33-8DC5-464E-8C6D-BE58F0669C17}"/>
          </ac:spMkLst>
        </pc:spChg>
        <pc:spChg chg="add del">
          <ac:chgData name="Gabriel Quintella" userId="0401f16030b3bbcc" providerId="LiveId" clId="{7D4A49CD-EA3E-46E8-8C0B-5C8208746B80}" dt="2022-03-14T01:30:17.949" v="2161" actId="26606"/>
          <ac:spMkLst>
            <pc:docMk/>
            <pc:sldMk cId="3692460953" sldId="297"/>
            <ac:spMk id="37" creationId="{3A5B4632-C963-4296-86F0-79AA9EA5AE98}"/>
          </ac:spMkLst>
        </pc:spChg>
        <pc:spChg chg="add mod">
          <ac:chgData name="Gabriel Quintella" userId="0401f16030b3bbcc" providerId="LiveId" clId="{7D4A49CD-EA3E-46E8-8C0B-5C8208746B80}" dt="2022-03-14T01:32:14.323" v="2271" actId="6549"/>
          <ac:spMkLst>
            <pc:docMk/>
            <pc:sldMk cId="3692460953" sldId="297"/>
            <ac:spMk id="40" creationId="{DFAA5827-349C-4B95-A353-CA6DF454A663}"/>
          </ac:spMkLst>
        </pc:spChg>
        <pc:spChg chg="add del">
          <ac:chgData name="Gabriel Quintella" userId="0401f16030b3bbcc" providerId="LiveId" clId="{7D4A49CD-EA3E-46E8-8C0B-5C8208746B80}" dt="2022-03-14T01:31:02.590" v="2189" actId="26606"/>
          <ac:spMkLst>
            <pc:docMk/>
            <pc:sldMk cId="3692460953" sldId="297"/>
            <ac:spMk id="46" creationId="{C1DD1A8A-57D5-4A81-AD04-532B043C5611}"/>
          </ac:spMkLst>
        </pc:spChg>
        <pc:spChg chg="add del">
          <ac:chgData name="Gabriel Quintella" userId="0401f16030b3bbcc" providerId="LiveId" clId="{7D4A49CD-EA3E-46E8-8C0B-5C8208746B80}" dt="2022-03-14T01:31:02.590" v="2189" actId="26606"/>
          <ac:spMkLst>
            <pc:docMk/>
            <pc:sldMk cId="3692460953" sldId="297"/>
            <ac:spMk id="48" creationId="{007891EC-4501-44ED-A8C8-B11B6DB767AB}"/>
          </ac:spMkLst>
        </pc:spChg>
        <pc:graphicFrameChg chg="add del">
          <ac:chgData name="Gabriel Quintella" userId="0401f16030b3bbcc" providerId="LiveId" clId="{7D4A49CD-EA3E-46E8-8C0B-5C8208746B80}" dt="2022-03-14T01:30:17.949" v="2161" actId="26606"/>
          <ac:graphicFrameMkLst>
            <pc:docMk/>
            <pc:sldMk cId="3692460953" sldId="297"/>
            <ac:graphicFrameMk id="38" creationId="{62975C52-5D25-0BB4-36A5-2C01BB858A89}"/>
          </ac:graphicFrameMkLst>
        </pc:graphicFrameChg>
        <pc:picChg chg="del">
          <ac:chgData name="Gabriel Quintella" userId="0401f16030b3bbcc" providerId="LiveId" clId="{7D4A49CD-EA3E-46E8-8C0B-5C8208746B80}" dt="2022-03-14T01:29:57.699" v="2153" actId="478"/>
          <ac:picMkLst>
            <pc:docMk/>
            <pc:sldMk cId="3692460953" sldId="297"/>
            <ac:picMk id="7" creationId="{A3301184-BC74-4510-A6B4-960EA11B4480}"/>
          </ac:picMkLst>
        </pc:picChg>
        <pc:picChg chg="add del">
          <ac:chgData name="Gabriel Quintella" userId="0401f16030b3bbcc" providerId="LiveId" clId="{7D4A49CD-EA3E-46E8-8C0B-5C8208746B80}" dt="2022-03-14T01:30:05.608" v="2155" actId="26606"/>
          <ac:picMkLst>
            <pc:docMk/>
            <pc:sldMk cId="3692460953" sldId="297"/>
            <ac:picMk id="19" creationId="{6A88B8BA-4246-EFC9-6CFD-45665BCA2821}"/>
          </ac:picMkLst>
        </pc:picChg>
        <pc:picChg chg="add del">
          <ac:chgData name="Gabriel Quintella" userId="0401f16030b3bbcc" providerId="LiveId" clId="{7D4A49CD-EA3E-46E8-8C0B-5C8208746B80}" dt="2022-03-14T01:30:06.733" v="2157" actId="26606"/>
          <ac:picMkLst>
            <pc:docMk/>
            <pc:sldMk cId="3692460953" sldId="297"/>
            <ac:picMk id="30" creationId="{D15C84E3-2C05-7B95-BA98-0945EF741440}"/>
          </ac:picMkLst>
        </pc:picChg>
        <pc:picChg chg="add del">
          <ac:chgData name="Gabriel Quintella" userId="0401f16030b3bbcc" providerId="LiveId" clId="{7D4A49CD-EA3E-46E8-8C0B-5C8208746B80}" dt="2022-03-14T01:30:08.045" v="2159" actId="26606"/>
          <ac:picMkLst>
            <pc:docMk/>
            <pc:sldMk cId="3692460953" sldId="297"/>
            <ac:picMk id="35" creationId="{6A88B8BA-4246-EFC9-6CFD-45665BCA2821}"/>
          </ac:picMkLst>
        </pc:picChg>
        <pc:picChg chg="add del mod">
          <ac:chgData name="Gabriel Quintella" userId="0401f16030b3bbcc" providerId="LiveId" clId="{7D4A49CD-EA3E-46E8-8C0B-5C8208746B80}" dt="2022-03-14T01:31:02.590" v="2189" actId="26606"/>
          <ac:picMkLst>
            <pc:docMk/>
            <pc:sldMk cId="3692460953" sldId="297"/>
            <ac:picMk id="42" creationId="{365355B5-51C6-CA4E-A81D-09FB3D4706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09F64-02DF-4C27-A960-CE9A16DF8A5D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0C315-E53C-445F-83A7-68CB0D9E33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16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0C315-E53C-445F-83A7-68CB0D9E335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332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teste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D0C315-E53C-445F-83A7-68CB0D9E335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735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2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7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0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0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2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8F6C-9C68-4FD9-AAE5-EF89F826A633}" type="datetimeFigureOut">
              <a:rPr lang="pt-BR" smtClean="0"/>
              <a:t>14/09/2022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51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4306-ok-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897949" y="1783959"/>
            <a:ext cx="4802819" cy="3471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 algn="ctr"/>
            <a:r>
              <a:rPr lang="pt-BR" sz="4400" dirty="0"/>
              <a:t>CURSO T-SQL</a:t>
            </a:r>
          </a:p>
          <a:p>
            <a:pPr algn="ctr"/>
            <a:endParaRPr lang="pt-BR" sz="4400" dirty="0"/>
          </a:p>
          <a:p>
            <a:pPr algn="ctr"/>
            <a:r>
              <a:rPr lang="pt-BR" sz="4400" dirty="0"/>
              <a:t>Configurando Ambiente</a:t>
            </a:r>
          </a:p>
          <a:p>
            <a:pPr algn="ctr"/>
            <a:endParaRPr lang="pt-BR" sz="4400" dirty="0"/>
          </a:p>
          <a:p>
            <a:pPr algn="ctr"/>
            <a:r>
              <a:rPr lang="pt-BR" sz="4400" dirty="0"/>
              <a:t>Instrutor </a:t>
            </a:r>
          </a:p>
          <a:p>
            <a:pPr algn="ctr"/>
            <a:r>
              <a:rPr lang="pt-BR" sz="4400" dirty="0"/>
              <a:t>Gabriel Quintella</a:t>
            </a:r>
          </a:p>
          <a:p>
            <a:pPr algn="ctr"/>
            <a:r>
              <a:rPr lang="pt-BR" sz="4400" dirty="0"/>
              <a:t>GQ Treinamentos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5760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61">
            <a:extLst>
              <a:ext uri="{FF2B5EF4-FFF2-40B4-BE49-F238E27FC236}">
                <a16:creationId xmlns:a16="http://schemas.microsoft.com/office/drawing/2014/main" id="{B4B6E57F-28E2-43CD-A029-EC9DC19D1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8A47836-7DBB-4098-A452-4BA68AF373F0}"/>
              </a:ext>
            </a:extLst>
          </p:cNvPr>
          <p:cNvSpPr txBox="1"/>
          <p:nvPr/>
        </p:nvSpPr>
        <p:spPr>
          <a:xfrm>
            <a:off x="5412862" y="2255050"/>
            <a:ext cx="6398924" cy="19371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 err="1">
                <a:latin typeface="+mj-lt"/>
                <a:ea typeface="+mj-ea"/>
                <a:cs typeface="+mj-cs"/>
              </a:rPr>
              <a:t>Ambiente</a:t>
            </a:r>
            <a:r>
              <a:rPr lang="en-US" sz="5400" dirty="0">
                <a:latin typeface="+mj-lt"/>
                <a:ea typeface="+mj-ea"/>
                <a:cs typeface="+mj-cs"/>
              </a:rPr>
              <a:t> </a:t>
            </a:r>
            <a:r>
              <a:rPr lang="en-US" sz="5400" dirty="0" err="1">
                <a:latin typeface="+mj-lt"/>
                <a:ea typeface="+mj-ea"/>
                <a:cs typeface="+mj-cs"/>
              </a:rPr>
              <a:t>Virtualizado</a:t>
            </a:r>
            <a:endParaRPr lang="en-US" sz="5400" dirty="0">
              <a:latin typeface="+mj-lt"/>
              <a:ea typeface="+mj-ea"/>
              <a:cs typeface="+mj-cs"/>
            </a:endParaRPr>
          </a:p>
        </p:txBody>
      </p:sp>
      <p:pic>
        <p:nvPicPr>
          <p:cNvPr id="20" name="Picture 57" descr="Ferramentas e materiais de trabalho">
            <a:extLst>
              <a:ext uri="{FF2B5EF4-FFF2-40B4-BE49-F238E27FC236}">
                <a16:creationId xmlns:a16="http://schemas.microsoft.com/office/drawing/2014/main" id="{81FF74E9-558A-4A86-B4AE-AE82BF82F1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6" r="305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1" name="sketchy line">
            <a:extLst>
              <a:ext uri="{FF2B5EF4-FFF2-40B4-BE49-F238E27FC236}">
                <a16:creationId xmlns:a16="http://schemas.microsoft.com/office/drawing/2014/main" id="{D8B52935-56A4-4E44-8370-1C989574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3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61">
            <a:extLst>
              <a:ext uri="{FF2B5EF4-FFF2-40B4-BE49-F238E27FC236}">
                <a16:creationId xmlns:a16="http://schemas.microsoft.com/office/drawing/2014/main" id="{B4B6E57F-28E2-43CD-A029-EC9DC19D1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8A47836-7DBB-4098-A452-4BA68AF373F0}"/>
              </a:ext>
            </a:extLst>
          </p:cNvPr>
          <p:cNvSpPr txBox="1"/>
          <p:nvPr/>
        </p:nvSpPr>
        <p:spPr>
          <a:xfrm>
            <a:off x="5412862" y="2255050"/>
            <a:ext cx="6251110" cy="19371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Por que </a:t>
            </a:r>
            <a:r>
              <a:rPr lang="en-US" sz="5400" dirty="0" err="1">
                <a:latin typeface="+mj-lt"/>
                <a:ea typeface="+mj-ea"/>
                <a:cs typeface="+mj-cs"/>
              </a:rPr>
              <a:t>virtualizar</a:t>
            </a:r>
            <a:r>
              <a:rPr lang="en-US" sz="5400" dirty="0">
                <a:latin typeface="+mj-lt"/>
                <a:ea typeface="+mj-ea"/>
                <a:cs typeface="+mj-cs"/>
              </a:rPr>
              <a:t> o </a:t>
            </a:r>
            <a:r>
              <a:rPr lang="en-US" sz="5400" dirty="0" err="1">
                <a:latin typeface="+mj-lt"/>
                <a:ea typeface="+mj-ea"/>
                <a:cs typeface="+mj-cs"/>
              </a:rPr>
              <a:t>ambiente</a:t>
            </a:r>
            <a:r>
              <a:rPr lang="en-US" sz="5400" dirty="0"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20" name="Picture 57" descr="Ferramentas e materiais de trabalho">
            <a:extLst>
              <a:ext uri="{FF2B5EF4-FFF2-40B4-BE49-F238E27FC236}">
                <a16:creationId xmlns:a16="http://schemas.microsoft.com/office/drawing/2014/main" id="{81FF74E9-558A-4A86-B4AE-AE82BF82F1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6" r="305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1" name="sketchy line">
            <a:extLst>
              <a:ext uri="{FF2B5EF4-FFF2-40B4-BE49-F238E27FC236}">
                <a16:creationId xmlns:a16="http://schemas.microsoft.com/office/drawing/2014/main" id="{D8B52935-56A4-4E44-8370-1C989574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EBABC5A-31F2-4B19-8D06-7040F2A8053B}"/>
              </a:ext>
            </a:extLst>
          </p:cNvPr>
          <p:cNvSpPr txBox="1"/>
          <p:nvPr/>
        </p:nvSpPr>
        <p:spPr>
          <a:xfrm>
            <a:off x="5086557" y="4806015"/>
            <a:ext cx="6903720" cy="19371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5715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Preservar</a:t>
            </a:r>
            <a:r>
              <a:rPr lang="en-US" sz="2800" dirty="0"/>
              <a:t> a </a:t>
            </a:r>
            <a:r>
              <a:rPr lang="en-US" sz="2800" dirty="0" err="1"/>
              <a:t>sua</a:t>
            </a:r>
            <a:r>
              <a:rPr lang="en-US" sz="2800" dirty="0"/>
              <a:t> </a:t>
            </a:r>
            <a:r>
              <a:rPr lang="en-US" sz="2800" dirty="0" err="1"/>
              <a:t>máquina</a:t>
            </a:r>
            <a:r>
              <a:rPr lang="en-US" sz="2800" dirty="0"/>
              <a:t>!</a:t>
            </a:r>
          </a:p>
          <a:p>
            <a:pPr marL="5715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Definir</a:t>
            </a:r>
            <a:r>
              <a:rPr lang="en-US" sz="2800" dirty="0"/>
              <a:t> um </a:t>
            </a:r>
            <a:r>
              <a:rPr lang="en-US" sz="2800" dirty="0" err="1"/>
              <a:t>padrão</a:t>
            </a:r>
            <a:r>
              <a:rPr lang="en-US" sz="2800" dirty="0"/>
              <a:t> para </a:t>
            </a:r>
            <a:r>
              <a:rPr lang="en-US" sz="2800" dirty="0" err="1"/>
              <a:t>nosso</a:t>
            </a:r>
            <a:r>
              <a:rPr lang="en-US" sz="2800" dirty="0"/>
              <a:t> </a:t>
            </a:r>
            <a:r>
              <a:rPr lang="en-US" sz="2800" dirty="0" err="1"/>
              <a:t>treinamento</a:t>
            </a:r>
            <a:r>
              <a:rPr lang="en-US" sz="2800" dirty="0"/>
              <a:t>!</a:t>
            </a:r>
          </a:p>
          <a:p>
            <a:pPr marL="5715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caso</a:t>
            </a:r>
            <a:r>
              <a:rPr lang="en-US" sz="2800" dirty="0"/>
              <a:t> de </a:t>
            </a:r>
            <a:r>
              <a:rPr lang="en-US" sz="2800" dirty="0" err="1"/>
              <a:t>erro</a:t>
            </a:r>
            <a:r>
              <a:rPr lang="en-US" sz="2800" dirty="0"/>
              <a:t>, a </a:t>
            </a:r>
            <a:r>
              <a:rPr lang="en-US" sz="2800" dirty="0" err="1"/>
              <a:t>resolução</a:t>
            </a:r>
            <a:r>
              <a:rPr lang="en-US" sz="2800" dirty="0"/>
              <a:t> </a:t>
            </a:r>
            <a:r>
              <a:rPr lang="en-US" sz="2800" dirty="0" err="1"/>
              <a:t>passa</a:t>
            </a:r>
            <a:r>
              <a:rPr lang="en-US" sz="2800" dirty="0"/>
              <a:t> a ser </a:t>
            </a:r>
            <a:r>
              <a:rPr lang="en-US" sz="2800" dirty="0" err="1"/>
              <a:t>mais</a:t>
            </a:r>
            <a:r>
              <a:rPr lang="en-US" sz="2800" dirty="0"/>
              <a:t> simples!</a:t>
            </a:r>
          </a:p>
        </p:txBody>
      </p:sp>
    </p:spTree>
    <p:extLst>
      <p:ext uri="{BB962C8B-B14F-4D97-AF65-F5344CB8AC3E}">
        <p14:creationId xmlns:p14="http://schemas.microsoft.com/office/powerpoint/2010/main" val="83513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61">
            <a:extLst>
              <a:ext uri="{FF2B5EF4-FFF2-40B4-BE49-F238E27FC236}">
                <a16:creationId xmlns:a16="http://schemas.microsoft.com/office/drawing/2014/main" id="{B4B6E57F-28E2-43CD-A029-EC9DC19D1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8A47836-7DBB-4098-A452-4BA68AF373F0}"/>
              </a:ext>
            </a:extLst>
          </p:cNvPr>
          <p:cNvSpPr txBox="1"/>
          <p:nvPr/>
        </p:nvSpPr>
        <p:spPr>
          <a:xfrm>
            <a:off x="5412862" y="2255050"/>
            <a:ext cx="6251110" cy="1937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 err="1">
                <a:latin typeface="+mj-lt"/>
                <a:ea typeface="+mj-ea"/>
                <a:cs typeface="+mj-cs"/>
              </a:rPr>
              <a:t>Algum</a:t>
            </a:r>
            <a:r>
              <a:rPr lang="en-US" sz="5400" dirty="0">
                <a:latin typeface="+mj-lt"/>
                <a:ea typeface="+mj-ea"/>
                <a:cs typeface="+mj-cs"/>
              </a:rPr>
              <a:t> </a:t>
            </a:r>
            <a:r>
              <a:rPr lang="en-US" sz="5400" dirty="0" err="1">
                <a:latin typeface="+mj-lt"/>
                <a:ea typeface="+mj-ea"/>
                <a:cs typeface="+mj-cs"/>
              </a:rPr>
              <a:t>problema</a:t>
            </a:r>
            <a:r>
              <a:rPr lang="en-US" sz="5400" dirty="0">
                <a:latin typeface="+mj-lt"/>
                <a:ea typeface="+mj-ea"/>
                <a:cs typeface="+mj-cs"/>
              </a:rPr>
              <a:t> </a:t>
            </a:r>
            <a:r>
              <a:rPr lang="en-US" sz="5400" dirty="0" err="1">
                <a:latin typeface="+mj-lt"/>
                <a:ea typeface="+mj-ea"/>
                <a:cs typeface="+mj-cs"/>
              </a:rPr>
              <a:t>em</a:t>
            </a:r>
            <a:r>
              <a:rPr lang="en-US" sz="5400" dirty="0">
                <a:latin typeface="+mj-lt"/>
                <a:ea typeface="+mj-ea"/>
                <a:cs typeface="+mj-cs"/>
              </a:rPr>
              <a:t> </a:t>
            </a:r>
            <a:r>
              <a:rPr lang="en-US" sz="5400" dirty="0" err="1">
                <a:latin typeface="+mj-lt"/>
                <a:ea typeface="+mj-ea"/>
                <a:cs typeface="+mj-cs"/>
              </a:rPr>
              <a:t>não</a:t>
            </a:r>
            <a:r>
              <a:rPr lang="en-US" sz="5400" dirty="0">
                <a:latin typeface="+mj-lt"/>
                <a:ea typeface="+mj-ea"/>
                <a:cs typeface="+mj-cs"/>
              </a:rPr>
              <a:t> </a:t>
            </a:r>
            <a:r>
              <a:rPr lang="en-US" sz="5400" dirty="0" err="1">
                <a:latin typeface="+mj-lt"/>
                <a:ea typeface="+mj-ea"/>
                <a:cs typeface="+mj-cs"/>
              </a:rPr>
              <a:t>criar</a:t>
            </a:r>
            <a:r>
              <a:rPr lang="en-US" sz="5400" dirty="0">
                <a:latin typeface="+mj-lt"/>
                <a:ea typeface="+mj-ea"/>
                <a:cs typeface="+mj-cs"/>
              </a:rPr>
              <a:t> o </a:t>
            </a:r>
            <a:r>
              <a:rPr lang="en-US" sz="5400" dirty="0" err="1">
                <a:latin typeface="+mj-lt"/>
                <a:ea typeface="+mj-ea"/>
                <a:cs typeface="+mj-cs"/>
              </a:rPr>
              <a:t>ambiente</a:t>
            </a:r>
            <a:r>
              <a:rPr lang="en-US" sz="5400" dirty="0">
                <a:latin typeface="+mj-lt"/>
                <a:ea typeface="+mj-ea"/>
                <a:cs typeface="+mj-cs"/>
              </a:rPr>
              <a:t> dessa forma?</a:t>
            </a:r>
          </a:p>
        </p:txBody>
      </p:sp>
      <p:pic>
        <p:nvPicPr>
          <p:cNvPr id="20" name="Picture 57" descr="Ferramentas e materiais de trabalho">
            <a:extLst>
              <a:ext uri="{FF2B5EF4-FFF2-40B4-BE49-F238E27FC236}">
                <a16:creationId xmlns:a16="http://schemas.microsoft.com/office/drawing/2014/main" id="{81FF74E9-558A-4A86-B4AE-AE82BF82F1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36" r="305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1" name="sketchy line">
            <a:extLst>
              <a:ext uri="{FF2B5EF4-FFF2-40B4-BE49-F238E27FC236}">
                <a16:creationId xmlns:a16="http://schemas.microsoft.com/office/drawing/2014/main" id="{D8B52935-56A4-4E44-8370-1C989574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DC529A-0B77-402F-9B4A-29FD13646CC8}"/>
              </a:ext>
            </a:extLst>
          </p:cNvPr>
          <p:cNvSpPr txBox="1"/>
          <p:nvPr/>
        </p:nvSpPr>
        <p:spPr>
          <a:xfrm>
            <a:off x="5412862" y="4409267"/>
            <a:ext cx="6251110" cy="19371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 err="1">
                <a:latin typeface="+mj-lt"/>
                <a:ea typeface="+mj-ea"/>
                <a:cs typeface="+mj-cs"/>
              </a:rPr>
              <a:t>Não</a:t>
            </a:r>
            <a:r>
              <a:rPr lang="en-US" sz="3600" dirty="0">
                <a:latin typeface="+mj-lt"/>
                <a:ea typeface="+mj-ea"/>
                <a:cs typeface="+mj-cs"/>
              </a:rPr>
              <a:t>! </a:t>
            </a:r>
            <a:r>
              <a:rPr lang="en-US" sz="3600" dirty="0" err="1">
                <a:latin typeface="+mj-lt"/>
                <a:ea typeface="+mj-ea"/>
                <a:cs typeface="+mj-cs"/>
              </a:rPr>
              <a:t>Esse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atin typeface="+mj-lt"/>
                <a:ea typeface="+mj-ea"/>
                <a:cs typeface="+mj-cs"/>
              </a:rPr>
              <a:t>passo</a:t>
            </a:r>
            <a:r>
              <a:rPr lang="en-US" sz="3600" dirty="0">
                <a:latin typeface="+mj-lt"/>
                <a:ea typeface="+mj-ea"/>
                <a:cs typeface="+mj-cs"/>
              </a:rPr>
              <a:t> é </a:t>
            </a:r>
            <a:r>
              <a:rPr lang="en-US" sz="3600" dirty="0" err="1">
                <a:latin typeface="+mj-lt"/>
                <a:ea typeface="+mj-ea"/>
                <a:cs typeface="+mj-cs"/>
              </a:rPr>
              <a:t>apenas</a:t>
            </a:r>
            <a:r>
              <a:rPr lang="en-US" sz="3600" dirty="0">
                <a:latin typeface="+mj-lt"/>
                <a:ea typeface="+mj-ea"/>
                <a:cs typeface="+mj-cs"/>
              </a:rPr>
              <a:t> para </a:t>
            </a:r>
            <a:r>
              <a:rPr lang="en-US" sz="3600" dirty="0" err="1">
                <a:latin typeface="+mj-lt"/>
                <a:ea typeface="+mj-ea"/>
                <a:cs typeface="+mj-cs"/>
              </a:rPr>
              <a:t>definir</a:t>
            </a:r>
            <a:r>
              <a:rPr lang="en-US" sz="3600" dirty="0">
                <a:latin typeface="+mj-lt"/>
                <a:ea typeface="+mj-ea"/>
                <a:cs typeface="+mj-cs"/>
              </a:rPr>
              <a:t> um </a:t>
            </a:r>
            <a:r>
              <a:rPr lang="en-US" sz="3600" dirty="0" err="1">
                <a:latin typeface="+mj-lt"/>
                <a:ea typeface="+mj-ea"/>
                <a:cs typeface="+mj-cs"/>
              </a:rPr>
              <a:t>padrão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atin typeface="+mj-lt"/>
                <a:ea typeface="+mj-ea"/>
                <a:cs typeface="+mj-cs"/>
              </a:rPr>
              <a:t>em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atin typeface="+mj-lt"/>
                <a:ea typeface="+mj-ea"/>
                <a:cs typeface="+mj-cs"/>
              </a:rPr>
              <a:t>nosso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atin typeface="+mj-lt"/>
                <a:ea typeface="+mj-ea"/>
                <a:cs typeface="+mj-cs"/>
              </a:rPr>
              <a:t>treinamento</a:t>
            </a:r>
            <a:r>
              <a:rPr lang="en-US" sz="3600" dirty="0">
                <a:latin typeface="+mj-lt"/>
                <a:ea typeface="+mj-ea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805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24C3881-20B9-4187-B23A-8003D754F76F}"/>
              </a:ext>
            </a:extLst>
          </p:cNvPr>
          <p:cNvSpPr txBox="1"/>
          <p:nvPr/>
        </p:nvSpPr>
        <p:spPr>
          <a:xfrm>
            <a:off x="5412862" y="2255050"/>
            <a:ext cx="6251110" cy="19371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Quais ferramentas iremos usar?</a:t>
            </a:r>
            <a:endParaRPr lang="en-US" sz="5400" dirty="0">
              <a:latin typeface="+mj-lt"/>
              <a:ea typeface="+mj-ea"/>
              <a:cs typeface="+mj-cs"/>
            </a:endParaRPr>
          </a:p>
        </p:txBody>
      </p:sp>
      <p:pic>
        <p:nvPicPr>
          <p:cNvPr id="58" name="Picture 57" descr="Ferramentas e materiais de trabalho">
            <a:extLst>
              <a:ext uri="{FF2B5EF4-FFF2-40B4-BE49-F238E27FC236}">
                <a16:creationId xmlns:a16="http://schemas.microsoft.com/office/drawing/2014/main" id="{4F384191-F879-90CC-567A-D37BA11483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6" r="305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Windows Server 2019 no Microsoft Azure – Jefferson Castilho">
            <a:extLst>
              <a:ext uri="{FF2B5EF4-FFF2-40B4-BE49-F238E27FC236}">
                <a16:creationId xmlns:a16="http://schemas.microsoft.com/office/drawing/2014/main" id="{C5986752-E2DA-4A02-BF96-1F919685D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5094" y="5181469"/>
            <a:ext cx="2609671" cy="86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ere to Download SQL Server 2019 for FREE? - Interview Question of the  Week #276 - SQL Authority with Pinal Dave">
            <a:extLst>
              <a:ext uri="{FF2B5EF4-FFF2-40B4-BE49-F238E27FC236}">
                <a16:creationId xmlns:a16="http://schemas.microsoft.com/office/drawing/2014/main" id="{994F6D7D-439A-45F0-8666-EADE2143A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645" y="4802626"/>
            <a:ext cx="2033954" cy="81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atest Builds of Management Studio - SQLPerformance.com">
            <a:extLst>
              <a:ext uri="{FF2B5EF4-FFF2-40B4-BE49-F238E27FC236}">
                <a16:creationId xmlns:a16="http://schemas.microsoft.com/office/drawing/2014/main" id="{86E3096B-E5F7-47E4-8023-B63A2773A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458" y="5988947"/>
            <a:ext cx="2458329" cy="81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ícone Virtualbox, logo Livre - Icon-Icons.com">
            <a:extLst>
              <a:ext uri="{FF2B5EF4-FFF2-40B4-BE49-F238E27FC236}">
                <a16:creationId xmlns:a16="http://schemas.microsoft.com/office/drawing/2014/main" id="{904F2980-7BB2-4073-812F-DA5DAAA2E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565" y="5181469"/>
            <a:ext cx="1814586" cy="81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2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61">
            <a:extLst>
              <a:ext uri="{FF2B5EF4-FFF2-40B4-BE49-F238E27FC236}">
                <a16:creationId xmlns:a16="http://schemas.microsoft.com/office/drawing/2014/main" id="{EFD01312-B410-4E55-A5B9-DDB4A8D08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DA33C54-5EC8-4B20-B17A-15E0FBAC528F}"/>
              </a:ext>
            </a:extLst>
          </p:cNvPr>
          <p:cNvSpPr txBox="1"/>
          <p:nvPr/>
        </p:nvSpPr>
        <p:spPr>
          <a:xfrm>
            <a:off x="5412862" y="2255050"/>
            <a:ext cx="6251110" cy="19371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 err="1">
                <a:latin typeface="+mj-lt"/>
                <a:ea typeface="+mj-ea"/>
                <a:cs typeface="+mj-cs"/>
              </a:rPr>
              <a:t>Configurando</a:t>
            </a:r>
            <a:r>
              <a:rPr lang="en-US" sz="5400" dirty="0">
                <a:latin typeface="+mj-lt"/>
                <a:ea typeface="+mj-ea"/>
                <a:cs typeface="+mj-cs"/>
              </a:rPr>
              <a:t> o Oracle VirtualBox</a:t>
            </a:r>
          </a:p>
        </p:txBody>
      </p:sp>
      <p:pic>
        <p:nvPicPr>
          <p:cNvPr id="12" name="Picture 57" descr="Ferramentas e materiais de trabalho">
            <a:extLst>
              <a:ext uri="{FF2B5EF4-FFF2-40B4-BE49-F238E27FC236}">
                <a16:creationId xmlns:a16="http://schemas.microsoft.com/office/drawing/2014/main" id="{ED25BA2A-0A60-4402-A70F-A15E94EF01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6" r="305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9CD03A3A-1078-4407-A422-8F9A8F97D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4" descr="ícone Virtualbox, logo Livre - Icon-Icons.com">
            <a:extLst>
              <a:ext uri="{FF2B5EF4-FFF2-40B4-BE49-F238E27FC236}">
                <a16:creationId xmlns:a16="http://schemas.microsoft.com/office/drawing/2014/main" id="{D92EF914-7840-43C3-8069-A6A313EC7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1" y="730557"/>
            <a:ext cx="3167160" cy="141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26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61">
            <a:extLst>
              <a:ext uri="{FF2B5EF4-FFF2-40B4-BE49-F238E27FC236}">
                <a16:creationId xmlns:a16="http://schemas.microsoft.com/office/drawing/2014/main" id="{EFD01312-B410-4E55-A5B9-DDB4A8D08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DA33C54-5EC8-4B20-B17A-15E0FBAC528F}"/>
              </a:ext>
            </a:extLst>
          </p:cNvPr>
          <p:cNvSpPr txBox="1"/>
          <p:nvPr/>
        </p:nvSpPr>
        <p:spPr>
          <a:xfrm>
            <a:off x="5412862" y="2255050"/>
            <a:ext cx="6251110" cy="19371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 err="1">
                <a:latin typeface="+mj-lt"/>
                <a:ea typeface="+mj-ea"/>
                <a:cs typeface="+mj-cs"/>
              </a:rPr>
              <a:t>Configurando</a:t>
            </a:r>
            <a:r>
              <a:rPr lang="en-US" sz="5400" dirty="0">
                <a:latin typeface="+mj-lt"/>
                <a:ea typeface="+mj-ea"/>
                <a:cs typeface="+mj-cs"/>
              </a:rPr>
              <a:t> o Windows Server 2019</a:t>
            </a:r>
          </a:p>
        </p:txBody>
      </p:sp>
      <p:pic>
        <p:nvPicPr>
          <p:cNvPr id="12" name="Picture 57" descr="Ferramentas e materiais de trabalho">
            <a:extLst>
              <a:ext uri="{FF2B5EF4-FFF2-40B4-BE49-F238E27FC236}">
                <a16:creationId xmlns:a16="http://schemas.microsoft.com/office/drawing/2014/main" id="{ED25BA2A-0A60-4402-A70F-A15E94EF01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6" r="305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9CD03A3A-1078-4407-A422-8F9A8F97D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8" descr="Windows Server 2019 no Microsoft Azure – Jefferson Castilho">
            <a:extLst>
              <a:ext uri="{FF2B5EF4-FFF2-40B4-BE49-F238E27FC236}">
                <a16:creationId xmlns:a16="http://schemas.microsoft.com/office/drawing/2014/main" id="{77F94568-B678-4D15-BD4D-2EB027F50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04672"/>
            <a:ext cx="4343278" cy="143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273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61">
            <a:extLst>
              <a:ext uri="{FF2B5EF4-FFF2-40B4-BE49-F238E27FC236}">
                <a16:creationId xmlns:a16="http://schemas.microsoft.com/office/drawing/2014/main" id="{EFD01312-B410-4E55-A5B9-DDB4A8D08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DA33C54-5EC8-4B20-B17A-15E0FBAC528F}"/>
              </a:ext>
            </a:extLst>
          </p:cNvPr>
          <p:cNvSpPr txBox="1"/>
          <p:nvPr/>
        </p:nvSpPr>
        <p:spPr>
          <a:xfrm>
            <a:off x="5412862" y="2255050"/>
            <a:ext cx="6251110" cy="19371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 err="1">
                <a:latin typeface="+mj-lt"/>
                <a:ea typeface="+mj-ea"/>
                <a:cs typeface="+mj-cs"/>
              </a:rPr>
              <a:t>Configurando</a:t>
            </a:r>
            <a:r>
              <a:rPr lang="en-US" sz="5400" dirty="0">
                <a:latin typeface="+mj-lt"/>
                <a:ea typeface="+mj-ea"/>
                <a:cs typeface="+mj-cs"/>
              </a:rPr>
              <a:t> o SQL Server</a:t>
            </a:r>
          </a:p>
        </p:txBody>
      </p:sp>
      <p:pic>
        <p:nvPicPr>
          <p:cNvPr id="12" name="Picture 57" descr="Ferramentas e materiais de trabalho">
            <a:extLst>
              <a:ext uri="{FF2B5EF4-FFF2-40B4-BE49-F238E27FC236}">
                <a16:creationId xmlns:a16="http://schemas.microsoft.com/office/drawing/2014/main" id="{ED25BA2A-0A60-4402-A70F-A15E94EF01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6" r="30532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9CD03A3A-1078-4407-A422-8F9A8F97D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0" descr="Where to Download SQL Server 2019 for FREE? - Interview Question of the  Week #276 - SQL Authority with Pinal Dave">
            <a:extLst>
              <a:ext uri="{FF2B5EF4-FFF2-40B4-BE49-F238E27FC236}">
                <a16:creationId xmlns:a16="http://schemas.microsoft.com/office/drawing/2014/main" id="{085C48D8-7615-421D-842D-3827F376B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089" y="911520"/>
            <a:ext cx="2675927" cy="1067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atest Builds of Management Studio - SQLPerformance.com">
            <a:extLst>
              <a:ext uri="{FF2B5EF4-FFF2-40B4-BE49-F238E27FC236}">
                <a16:creationId xmlns:a16="http://schemas.microsoft.com/office/drawing/2014/main" id="{D9F6AD94-510A-4D5C-AA5E-BC22DFF44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703" y="915399"/>
            <a:ext cx="3190269" cy="106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8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4853988" y="320041"/>
            <a:ext cx="6707084" cy="38926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Um excelente curso!</a:t>
            </a:r>
          </a:p>
        </p:txBody>
      </p:sp>
      <p:pic>
        <p:nvPicPr>
          <p:cNvPr id="6" name="Imagem 5" descr="Uma imagem contendo objeto, luz, abajur&#10;&#10;Descrição gerada automaticamente">
            <a:extLst>
              <a:ext uri="{FF2B5EF4-FFF2-40B4-BE49-F238E27FC236}">
                <a16:creationId xmlns:a16="http://schemas.microsoft.com/office/drawing/2014/main" id="{2C16EA5A-0281-4FEB-980D-D4548E04A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8321" y="857353"/>
            <a:ext cx="4087368" cy="4768596"/>
          </a:xfrm>
          <a:prstGeom prst="rect">
            <a:avLst/>
          </a:prstGeom>
        </p:spPr>
      </p:pic>
      <p:sp>
        <p:nvSpPr>
          <p:cNvPr id="8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43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1795</TotalTime>
  <Words>91</Words>
  <Application>Microsoft Office PowerPoint</Application>
  <PresentationFormat>Widescreen</PresentationFormat>
  <Paragraphs>22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1</cp:revision>
  <dcterms:created xsi:type="dcterms:W3CDTF">2022-01-12T22:44:22Z</dcterms:created>
  <dcterms:modified xsi:type="dcterms:W3CDTF">2022-09-14T20:08:49Z</dcterms:modified>
</cp:coreProperties>
</file>